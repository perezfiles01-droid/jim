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13"/>
    <p:sldId id="264" r:id="rId12"/>
    <p:sldId id="265" r:id="rId11"/>
    <p:sldId id="266" r:id="rId10"/>
    <p:sldId id="267" r:id="rId9"/>
    <p:sldId id="268" r:id="rId8"/>
    <p:sldId id="269" r:id="rId7"/>
    <p:sldId id="270" r:id="rId6"/>
    <p:sldId id="271" r:id="rId5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832120-A2EA-EDFD-FB6C-11534BFA1158}" name="Jenny Dequina" initials="JD" userId="S::jdequina.contractor@adb.org::786a9c0c-b621-4b74-8c84-8051870fd2f3" providerId="AD"/>
  <p188:author id="{35491430-24D7-8011-DE0F-10F53D01F77F}" name="Sanjay Lollbeharree" initials="SL" userId="S::blollbeharree@adb.org::4530ebb2-fbe6-483f-87c8-bbd462b0de19" providerId="AD"/>
  <p188:author id="{2B32E33E-07C7-2965-3DFE-E1E88F402E7A}" name="Sofia Su" initials="SS" userId="S::sofia.su@avepoint.com::d0c85677-2500-4ba9-94f3-0bf139b17537" providerId="AD"/>
  <p188:author id="{F22D4E46-92FF-3C84-D17D-16BDA4F2FB68}" name="Bill Alison" initials="BA" userId="S::ruebel.alison@avepoint.com::494cdaeb-4835-4105-838e-7a18ac4467d0" providerId="AD"/>
  <p188:author id="{1BE76950-7BCB-EB6C-D8FC-AC9AC5B711A7}" name="Sofia Su" initials="SS" userId="S::ssu3.contractor@adb.org::fc5d6dd5-ac7f-4894-b445-9ceab83208f0" providerId="AD"/>
  <p188:author id="{44467C79-FFFA-A8C3-A922-A689213E4CDD}" name="Sabina I. Ahmad" initials="SA" userId="S::siahmad@adb.org::e84eebad-8493-4abf-9bf2-fee706d8ccf0" providerId="AD"/>
  <p188:author id="{792DBFAD-C65A-BFD6-E36E-D6E823705E6B}" name="Syed Wahiduzzaman" initials="SW" userId="S::swahiduzzaman.contractor@adb.org::45961d3e-f7a2-4c99-8dc6-6cf5e71d7705" providerId="AD"/>
  <p188:author id="{E0246CF9-080E-6700-6DE5-6049717FB2EB}" name="Sofia Su" initials="SS" userId="S::sofia.su_avepoint.com#ext#@asiandevbank.onmicrosoft.com::d2b50a96-32af-43f7-8b2f-593e7716f3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7F7F7F"/>
    <a:srgbClr val="7E7E7E"/>
    <a:srgbClr val="797979"/>
    <a:srgbClr val="ACC71E"/>
    <a:srgbClr val="FBCCA9"/>
    <a:srgbClr val="AAC733"/>
    <a:srgbClr val="FCFFE5"/>
    <a:srgbClr val="EFEFE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EB6BD6-31A1-C0D7-DA90-34E72420FCF3}" v="51" dt="2026-03-27T04:28:57.856"/>
    <p1510:client id="{915BC571-5149-E27E-E493-DAAFD71C6457}" v="109" dt="2026-03-27T08:56:23.910"/>
    <p1510:client id="{BC36A1FE-CF25-E576-05BE-C496470C2ADF}" v="9" dt="2026-03-27T01:30:16.779"/>
    <p1510:client id="{DEEFF9B6-0C31-18BB-4759-73691FDF3C9C}" v="44" dt="2026-03-27T07:46:13.1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12.xml"/><Relationship Id="rId10" Type="http://schemas.openxmlformats.org/officeDocument/2006/relationships/slide" Target="slides/slide11.xml"/><Relationship Id="rId11" Type="http://schemas.openxmlformats.org/officeDocument/2006/relationships/slide" Target="slides/slide10.xml"/><Relationship Id="rId12" Type="http://schemas.openxmlformats.org/officeDocument/2006/relationships/slide" Target="slides/slide9.xml"/><Relationship Id="rId13" Type="http://schemas.openxmlformats.org/officeDocument/2006/relationships/slide" Target="slides/slide8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6/11/relationships/changesInfo" Target="changesInfos/changesInfo1.xml"/><Relationship Id="rId28" Type="http://schemas.microsoft.com/office/2015/10/relationships/revisionInfo" Target="revisionInfo.xml"/><Relationship Id="rId29" Type="http://schemas.microsoft.com/office/2018/10/relationships/authors" Target="authors.xml"/><Relationship Id="rId30" Type="http://schemas.openxmlformats.org/officeDocument/2006/relationships/slide" Target="slides/slide17.xml"/><Relationship Id="rId31" Type="http://schemas.openxmlformats.org/officeDocument/2006/relationships/slide" Target="slides/slide18.xml"/><Relationship Id="rId32" Type="http://schemas.openxmlformats.org/officeDocument/2006/relationships/slide" Target="slides/slide19.xml"/><Relationship Id="rId33" Type="http://schemas.openxmlformats.org/officeDocument/2006/relationships/slide" Target="slides/slide20.xml"/><Relationship Id="rId34" Type="http://schemas.openxmlformats.org/officeDocument/2006/relationships/slide" Target="slides/slide21.xml"/><Relationship Id="rId35" Type="http://schemas.openxmlformats.org/officeDocument/2006/relationships/slide" Target="slides/slide22.xml"/><Relationship Id="rId36" Type="http://schemas.openxmlformats.org/officeDocument/2006/relationships/slide" Target="slides/slide23.xml"/><Relationship Id="rId37" Type="http://schemas.openxmlformats.org/officeDocument/2006/relationships/slide" Target="slides/slide2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ana Naparate" userId="S::knaparate.contractor@adb.org::deeb4398-7fac-4fa0-b711-20856dde2e54" providerId="AD" clId="Web-{644C9372-DA42-C83B-4863-DA73A20D00B8}"/>
    <pc:docChg chg="modSld">
      <pc:chgData name="Kiana Naparate" userId="S::knaparate.contractor@adb.org::deeb4398-7fac-4fa0-b711-20856dde2e54" providerId="AD" clId="Web-{644C9372-DA42-C83B-4863-DA73A20D00B8}" dt="2026-03-09T01:45:54.200" v="122" actId="20577"/>
      <pc:docMkLst>
        <pc:docMk/>
      </pc:docMkLst>
      <pc:sldChg chg="addSp delSp modSp">
        <pc:chgData name="Kiana Naparate" userId="S::knaparate.contractor@adb.org::deeb4398-7fac-4fa0-b711-20856dde2e54" providerId="AD" clId="Web-{644C9372-DA42-C83B-4863-DA73A20D00B8}" dt="2026-03-09T01:45:54.200" v="122" actId="20577"/>
        <pc:sldMkLst>
          <pc:docMk/>
          <pc:sldMk cId="2332558993" sldId="346"/>
        </pc:sldMkLst>
        <pc:spChg chg="add mod ord">
          <ac:chgData name="Kiana Naparate" userId="S::knaparate.contractor@adb.org::deeb4398-7fac-4fa0-b711-20856dde2e54" providerId="AD" clId="Web-{644C9372-DA42-C83B-4863-DA73A20D00B8}" dt="2026-03-09T01:43:10.790" v="96" actId="14100"/>
          <ac:spMkLst>
            <pc:docMk/>
            <pc:sldMk cId="2332558993" sldId="346"/>
            <ac:spMk id="7" creationId="{1F573114-6E72-4B82-074A-06472338773E}"/>
          </ac:spMkLst>
        </pc:spChg>
        <pc:spChg chg="mod ord">
          <ac:chgData name="Kiana Naparate" userId="S::knaparate.contractor@adb.org::deeb4398-7fac-4fa0-b711-20856dde2e54" providerId="AD" clId="Web-{644C9372-DA42-C83B-4863-DA73A20D00B8}" dt="2026-03-09T01:45:54.200" v="122" actId="20577"/>
          <ac:spMkLst>
            <pc:docMk/>
            <pc:sldMk cId="2332558993" sldId="346"/>
            <ac:spMk id="8" creationId="{B2D19932-5216-F961-D923-89130AEA9B4A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38:37.908" v="3" actId="14100"/>
          <ac:spMkLst>
            <pc:docMk/>
            <pc:sldMk cId="2332558993" sldId="346"/>
            <ac:spMk id="11" creationId="{C19E16D2-A159-C158-80C7-DB73F27E2128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3:15.915" v="97" actId="14100"/>
          <ac:spMkLst>
            <pc:docMk/>
            <pc:sldMk cId="2332558993" sldId="346"/>
            <ac:spMk id="12" creationId="{99ECEDCB-6857-8A8B-71B1-4CD0A175CCDF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0:33.803" v="29" actId="14100"/>
          <ac:spMkLst>
            <pc:docMk/>
            <pc:sldMk cId="2332558993" sldId="346"/>
            <ac:spMk id="16" creationId="{8D23E90A-D9A3-83BE-E3A0-D944D7904051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5:15.777" v="106" actId="20577"/>
          <ac:spMkLst>
            <pc:docMk/>
            <pc:sldMk cId="2332558993" sldId="346"/>
            <ac:spMk id="17" creationId="{3F0775E9-1FC4-E78B-CCA3-D11662C6461B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5:06.667" v="99" actId="20577"/>
          <ac:spMkLst>
            <pc:docMk/>
            <pc:sldMk cId="2332558993" sldId="346"/>
            <ac:spMk id="54" creationId="{B559F63F-949C-0EDC-3834-2877FCBBC702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5:09.511" v="101" actId="20577"/>
          <ac:spMkLst>
            <pc:docMk/>
            <pc:sldMk cId="2332558993" sldId="346"/>
            <ac:spMk id="55" creationId="{C87FFACE-4E39-84EE-5B3A-DB2F854BEAD6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5:12.886" v="104" actId="20577"/>
          <ac:spMkLst>
            <pc:docMk/>
            <pc:sldMk cId="2332558993" sldId="346"/>
            <ac:spMk id="56" creationId="{593599B6-9E29-D4AB-94AF-B51E4F7733DE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5:17.918" v="108" actId="20577"/>
          <ac:spMkLst>
            <pc:docMk/>
            <pc:sldMk cId="2332558993" sldId="346"/>
            <ac:spMk id="58" creationId="{8DB001D1-4280-2FA4-C8B8-7300DBAAEB7E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3:00.759" v="94" actId="20577"/>
          <ac:spMkLst>
            <pc:docMk/>
            <pc:sldMk cId="2332558993" sldId="346"/>
            <ac:spMk id="61" creationId="{05BD9741-F855-130C-05EB-1460340EE616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38:20.142" v="0" actId="20577"/>
          <ac:spMkLst>
            <pc:docMk/>
            <pc:sldMk cId="2332558993" sldId="346"/>
            <ac:spMk id="64" creationId="{ADB65C67-95C3-EB0B-6695-DF52E43FAD70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38:40.392" v="4" actId="14100"/>
          <ac:spMkLst>
            <pc:docMk/>
            <pc:sldMk cId="2332558993" sldId="346"/>
            <ac:spMk id="69" creationId="{089AAD59-3715-F9E3-2886-3EBE76683E8A}"/>
          </ac:spMkLst>
        </pc:spChg>
        <pc:spChg chg="mod">
          <ac:chgData name="Kiana Naparate" userId="S::knaparate.contractor@adb.org::deeb4398-7fac-4fa0-b711-20856dde2e54" providerId="AD" clId="Web-{644C9372-DA42-C83B-4863-DA73A20D00B8}" dt="2026-03-09T01:42:02.305" v="68" actId="20577"/>
          <ac:spMkLst>
            <pc:docMk/>
            <pc:sldMk cId="2332558993" sldId="346"/>
            <ac:spMk id="71" creationId="{C1FBEE5F-EE7F-6FBA-499E-595CD8FA7BB2}"/>
          </ac:spMkLst>
        </pc:spChg>
      </pc:sldChg>
    </pc:docChg>
  </pc:docChgLst>
  <pc:docChgLst>
    <pc:chgData name="Jimwyl Perez" userId="S::jperez2.contractor@adb.org::fc00229f-e87f-4a35-8b3e-498896f17f42" providerId="AD" clId="Web-{9C7AD1B0-98F0-043E-EE53-2F1A5F607FEA}"/>
    <pc:docChg chg="modSld">
      <pc:chgData name="Jimwyl Perez" userId="S::jperez2.contractor@adb.org::fc00229f-e87f-4a35-8b3e-498896f17f42" providerId="AD" clId="Web-{9C7AD1B0-98F0-043E-EE53-2F1A5F607FEA}" dt="2026-03-24T01:00:20.198" v="31"/>
      <pc:docMkLst>
        <pc:docMk/>
      </pc:docMkLst>
      <pc:sldChg chg="modSp">
        <pc:chgData name="Jimwyl Perez" userId="S::jperez2.contractor@adb.org::fc00229f-e87f-4a35-8b3e-498896f17f42" providerId="AD" clId="Web-{9C7AD1B0-98F0-043E-EE53-2F1A5F607FEA}" dt="2026-03-24T01:00:20.198" v="31"/>
        <pc:sldMkLst>
          <pc:docMk/>
          <pc:sldMk cId="897487403" sldId="305"/>
        </pc:sldMkLst>
        <pc:graphicFrameChg chg="mod modGraphic">
          <ac:chgData name="Jimwyl Perez" userId="S::jperez2.contractor@adb.org::fc00229f-e87f-4a35-8b3e-498896f17f42" providerId="AD" clId="Web-{9C7AD1B0-98F0-043E-EE53-2F1A5F607FEA}" dt="2026-03-24T01:00:20.198" v="31"/>
          <ac:graphicFrameMkLst>
            <pc:docMk/>
            <pc:sldMk cId="897487403" sldId="305"/>
            <ac:graphicFrameMk id="3" creationId="{BDD5CF00-1B82-F4E2-482F-A58FD7EB7461}"/>
          </ac:graphicFrameMkLst>
        </pc:graphicFrameChg>
      </pc:sldChg>
    </pc:docChg>
  </pc:docChgLst>
  <pc:docChgLst>
    <pc:chgData name="Kiana Naparate" userId="S::knaparate.contractor@adb.org::deeb4398-7fac-4fa0-b711-20856dde2e54" providerId="AD" clId="Web-{80AEB4D6-48C8-272A-D788-8799724D22A7}"/>
    <pc:docChg chg="modSld">
      <pc:chgData name="Kiana Naparate" userId="S::knaparate.contractor@adb.org::deeb4398-7fac-4fa0-b711-20856dde2e54" providerId="AD" clId="Web-{80AEB4D6-48C8-272A-D788-8799724D22A7}" dt="2026-03-24T03:14:26.158" v="5" actId="20577"/>
      <pc:docMkLst>
        <pc:docMk/>
      </pc:docMkLst>
      <pc:sldChg chg="modSp">
        <pc:chgData name="Kiana Naparate" userId="S::knaparate.contractor@adb.org::deeb4398-7fac-4fa0-b711-20856dde2e54" providerId="AD" clId="Web-{80AEB4D6-48C8-272A-D788-8799724D22A7}" dt="2026-03-24T03:14:26.158" v="5" actId="20577"/>
        <pc:sldMkLst>
          <pc:docMk/>
          <pc:sldMk cId="3697442336" sldId="331"/>
        </pc:sldMkLst>
        <pc:spChg chg="mod">
          <ac:chgData name="Kiana Naparate" userId="S::knaparate.contractor@adb.org::deeb4398-7fac-4fa0-b711-20856dde2e54" providerId="AD" clId="Web-{80AEB4D6-48C8-272A-D788-8799724D22A7}" dt="2026-03-24T03:14:26.158" v="5" actId="20577"/>
          <ac:spMkLst>
            <pc:docMk/>
            <pc:sldMk cId="3697442336" sldId="331"/>
            <ac:spMk id="15" creationId="{E9450688-BE77-75C7-8833-AE318EF3645C}"/>
          </ac:spMkLst>
        </pc:spChg>
      </pc:sldChg>
    </pc:docChg>
  </pc:docChgLst>
  <pc:docChgLst>
    <pc:chgData name="Kiana Naparate" userId="S::knaparate.contractor@adb.org::deeb4398-7fac-4fa0-b711-20856dde2e54" providerId="AD" clId="Web-{DEEFF9B6-0C31-18BB-4759-73691FDF3C9C}"/>
    <pc:docChg chg="modSld">
      <pc:chgData name="Kiana Naparate" userId="S::knaparate.contractor@adb.org::deeb4398-7fac-4fa0-b711-20856dde2e54" providerId="AD" clId="Web-{DEEFF9B6-0C31-18BB-4759-73691FDF3C9C}" dt="2026-03-27T07:46:13.153" v="43" actId="20577"/>
      <pc:docMkLst>
        <pc:docMk/>
      </pc:docMkLst>
      <pc:sldChg chg="addSp delSp modSp">
        <pc:chgData name="Kiana Naparate" userId="S::knaparate.contractor@adb.org::deeb4398-7fac-4fa0-b711-20856dde2e54" providerId="AD" clId="Web-{DEEFF9B6-0C31-18BB-4759-73691FDF3C9C}" dt="2026-03-27T07:46:13.153" v="43" actId="20577"/>
        <pc:sldMkLst>
          <pc:docMk/>
          <pc:sldMk cId="2332558993" sldId="346"/>
        </pc:sldMkLst>
        <pc:spChg chg="del mod">
          <ac:chgData name="Kiana Naparate" userId="S::knaparate.contractor@adb.org::deeb4398-7fac-4fa0-b711-20856dde2e54" providerId="AD" clId="Web-{DEEFF9B6-0C31-18BB-4759-73691FDF3C9C}" dt="2026-03-27T06:26:58.271" v="11"/>
          <ac:spMkLst>
            <pc:docMk/>
            <pc:sldMk cId="2332558993" sldId="346"/>
            <ac:spMk id="2" creationId="{A52ADEB1-E7F7-2AA6-ECF0-18056D250BF8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6:16:40.442" v="8" actId="1076"/>
          <ac:spMkLst>
            <pc:docMk/>
            <pc:sldMk cId="2332558993" sldId="346"/>
            <ac:spMk id="4" creationId="{D5E6FCAC-CF64-4EB5-EF1B-778964703EA4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7:34:13.481" v="36" actId="20577"/>
          <ac:spMkLst>
            <pc:docMk/>
            <pc:sldMk cId="2332558993" sldId="346"/>
            <ac:spMk id="6" creationId="{979B729B-8675-4D70-9466-D9D36BF3A310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7:46:13.153" v="43" actId="20577"/>
          <ac:spMkLst>
            <pc:docMk/>
            <pc:sldMk cId="2332558993" sldId="346"/>
            <ac:spMk id="12" creationId="{99ECEDCB-6857-8A8B-71B1-4CD0A175CCDF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6:15:08.798" v="1" actId="14100"/>
          <ac:spMkLst>
            <pc:docMk/>
            <pc:sldMk cId="2332558993" sldId="346"/>
            <ac:spMk id="13" creationId="{28B09917-3583-0CA1-6E7E-EB7791E8CD0F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6:16:12.363" v="3" actId="14100"/>
          <ac:spMkLst>
            <pc:docMk/>
            <pc:sldMk cId="2332558993" sldId="346"/>
            <ac:spMk id="15" creationId="{843E251D-76D5-B4B0-C5DF-32265008DCAC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6:28:03.277" v="19" actId="1076"/>
          <ac:spMkLst>
            <pc:docMk/>
            <pc:sldMk cId="2332558993" sldId="346"/>
            <ac:spMk id="19" creationId="{3C820139-5688-09DE-D15C-D06C647C3194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6:52:47.755" v="26" actId="20577"/>
          <ac:spMkLst>
            <pc:docMk/>
            <pc:sldMk cId="2332558993" sldId="346"/>
            <ac:spMk id="20" creationId="{2579DEB2-D0B8-8BF4-0187-B9F37FE0B672}"/>
          </ac:spMkLst>
        </pc:spChg>
        <pc:spChg chg="add mod">
          <ac:chgData name="Kiana Naparate" userId="S::knaparate.contractor@adb.org::deeb4398-7fac-4fa0-b711-20856dde2e54" providerId="AD" clId="Web-{DEEFF9B6-0C31-18BB-4759-73691FDF3C9C}" dt="2026-03-27T06:16:32.536" v="7" actId="1076"/>
          <ac:spMkLst>
            <pc:docMk/>
            <pc:sldMk cId="2332558993" sldId="346"/>
            <ac:spMk id="24" creationId="{6552AE97-80C8-726F-855E-2CADC32825FB}"/>
          </ac:spMkLst>
        </pc:spChg>
        <pc:spChg chg="add mod">
          <ac:chgData name="Kiana Naparate" userId="S::knaparate.contractor@adb.org::deeb4398-7fac-4fa0-b711-20856dde2e54" providerId="AD" clId="Web-{DEEFF9B6-0C31-18BB-4759-73691FDF3C9C}" dt="2026-03-27T06:27:22.944" v="18" actId="1076"/>
          <ac:spMkLst>
            <pc:docMk/>
            <pc:sldMk cId="2332558993" sldId="346"/>
            <ac:spMk id="25" creationId="{FCF8A7BC-3F32-623C-2CA7-48425807EFEB}"/>
          </ac:spMkLst>
        </pc:spChg>
        <pc:spChg chg="mod">
          <ac:chgData name="Kiana Naparate" userId="S::knaparate.contractor@adb.org::deeb4398-7fac-4fa0-b711-20856dde2e54" providerId="AD" clId="Web-{DEEFF9B6-0C31-18BB-4759-73691FDF3C9C}" dt="2026-03-27T06:27:17.913" v="16" actId="14100"/>
          <ac:spMkLst>
            <pc:docMk/>
            <pc:sldMk cId="2332558993" sldId="346"/>
            <ac:spMk id="64" creationId="{ADB65C67-95C3-EB0B-6695-DF52E43FAD70}"/>
          </ac:spMkLst>
        </pc:spChg>
        <pc:spChg chg="del">
          <ac:chgData name="Kiana Naparate" userId="S::knaparate.contractor@adb.org::deeb4398-7fac-4fa0-b711-20856dde2e54" providerId="AD" clId="Web-{DEEFF9B6-0C31-18BB-4759-73691FDF3C9C}" dt="2026-03-27T06:15:05.047" v="0"/>
          <ac:spMkLst>
            <pc:docMk/>
            <pc:sldMk cId="2332558993" sldId="346"/>
            <ac:spMk id="65" creationId="{192E6B95-14DE-879E-6B68-404263F066FE}"/>
          </ac:spMkLst>
        </pc:spChg>
      </pc:sldChg>
    </pc:docChg>
  </pc:docChgLst>
  <pc:docChgLst>
    <pc:chgData name="Jimwyl Perez" userId="S::jperez2.contractor@adb.org::fc00229f-e87f-4a35-8b3e-498896f17f42" providerId="AD" clId="Web-{DA2A802D-D72C-15FE-E921-62AE6A11FCC2}"/>
    <pc:docChg chg="modSld">
      <pc:chgData name="Jimwyl Perez" userId="S::jperez2.contractor@adb.org::fc00229f-e87f-4a35-8b3e-498896f17f42" providerId="AD" clId="Web-{DA2A802D-D72C-15FE-E921-62AE6A11FCC2}" dt="2026-03-04T01:56:31.768" v="70" actId="20577"/>
      <pc:docMkLst>
        <pc:docMk/>
      </pc:docMkLst>
      <pc:sldChg chg="modSp">
        <pc:chgData name="Jimwyl Perez" userId="S::jperez2.contractor@adb.org::fc00229f-e87f-4a35-8b3e-498896f17f42" providerId="AD" clId="Web-{DA2A802D-D72C-15FE-E921-62AE6A11FCC2}" dt="2026-03-04T01:54:26.314" v="12" actId="20577"/>
        <pc:sldMkLst>
          <pc:docMk/>
          <pc:sldMk cId="960469211" sldId="256"/>
        </pc:sldMkLst>
        <pc:spChg chg="mod">
          <ac:chgData name="Jimwyl Perez" userId="S::jperez2.contractor@adb.org::fc00229f-e87f-4a35-8b3e-498896f17f42" providerId="AD" clId="Web-{DA2A802D-D72C-15FE-E921-62AE6A11FCC2}" dt="2026-03-04T01:54:14.377" v="1" actId="20577"/>
          <ac:spMkLst>
            <pc:docMk/>
            <pc:sldMk cId="960469211" sldId="256"/>
            <ac:spMk id="2" creationId="{05251750-A03E-842F-E9C6-AE7B87880471}"/>
          </ac:spMkLst>
        </pc:spChg>
        <pc:spChg chg="mod">
          <ac:chgData name="Jimwyl Perez" userId="S::jperez2.contractor@adb.org::fc00229f-e87f-4a35-8b3e-498896f17f42" providerId="AD" clId="Web-{DA2A802D-D72C-15FE-E921-62AE6A11FCC2}" dt="2026-03-04T01:54:26.314" v="12" actId="20577"/>
          <ac:spMkLst>
            <pc:docMk/>
            <pc:sldMk cId="960469211" sldId="256"/>
            <ac:spMk id="3" creationId="{FA0FF230-BDAA-521C-33FC-57FE5F9254EE}"/>
          </ac:spMkLst>
        </pc:spChg>
      </pc:sldChg>
      <pc:sldChg chg="modSp">
        <pc:chgData name="Jimwyl Perez" userId="S::jperez2.contractor@adb.org::fc00229f-e87f-4a35-8b3e-498896f17f42" providerId="AD" clId="Web-{DA2A802D-D72C-15FE-E921-62AE6A11FCC2}" dt="2026-03-04T01:56:31.768" v="70" actId="20577"/>
        <pc:sldMkLst>
          <pc:docMk/>
          <pc:sldMk cId="1261990403" sldId="338"/>
        </pc:sldMkLst>
        <pc:spChg chg="mod">
          <ac:chgData name="Jimwyl Perez" userId="S::jperez2.contractor@adb.org::fc00229f-e87f-4a35-8b3e-498896f17f42" providerId="AD" clId="Web-{DA2A802D-D72C-15FE-E921-62AE6A11FCC2}" dt="2026-03-04T01:56:31.768" v="70" actId="20577"/>
          <ac:spMkLst>
            <pc:docMk/>
            <pc:sldMk cId="1261990403" sldId="338"/>
            <ac:spMk id="9" creationId="{E5D87D6C-FE82-B04A-029A-0505E2ED54C1}"/>
          </ac:spMkLst>
        </pc:spChg>
      </pc:sldChg>
      <pc:sldChg chg="modSp">
        <pc:chgData name="Jimwyl Perez" userId="S::jperez2.contractor@adb.org::fc00229f-e87f-4a35-8b3e-498896f17f42" providerId="AD" clId="Web-{DA2A802D-D72C-15FE-E921-62AE6A11FCC2}" dt="2026-03-04T01:55:42.674" v="31" actId="20577"/>
        <pc:sldMkLst>
          <pc:docMk/>
          <pc:sldMk cId="2735885195" sldId="342"/>
        </pc:sldMkLst>
        <pc:spChg chg="mod">
          <ac:chgData name="Jimwyl Perez" userId="S::jperez2.contractor@adb.org::fc00229f-e87f-4a35-8b3e-498896f17f42" providerId="AD" clId="Web-{DA2A802D-D72C-15FE-E921-62AE6A11FCC2}" dt="2026-03-04T01:55:06.705" v="24" actId="20577"/>
          <ac:spMkLst>
            <pc:docMk/>
            <pc:sldMk cId="2735885195" sldId="342"/>
            <ac:spMk id="20" creationId="{58347D3A-72B3-76F9-789D-C6B3E66F2308}"/>
          </ac:spMkLst>
        </pc:spChg>
        <pc:spChg chg="mod">
          <ac:chgData name="Jimwyl Perez" userId="S::jperez2.contractor@adb.org::fc00229f-e87f-4a35-8b3e-498896f17f42" providerId="AD" clId="Web-{DA2A802D-D72C-15FE-E921-62AE6A11FCC2}" dt="2026-03-04T01:55:36.908" v="29" actId="20577"/>
          <ac:spMkLst>
            <pc:docMk/>
            <pc:sldMk cId="2735885195" sldId="342"/>
            <ac:spMk id="25" creationId="{4E83DC87-7A32-BAA6-FAD2-588327C65E69}"/>
          </ac:spMkLst>
        </pc:spChg>
        <pc:spChg chg="mod">
          <ac:chgData name="Jimwyl Perez" userId="S::jperez2.contractor@adb.org::fc00229f-e87f-4a35-8b3e-498896f17f42" providerId="AD" clId="Web-{DA2A802D-D72C-15FE-E921-62AE6A11FCC2}" dt="2026-03-04T01:55:42.674" v="31" actId="20577"/>
          <ac:spMkLst>
            <pc:docMk/>
            <pc:sldMk cId="2735885195" sldId="342"/>
            <ac:spMk id="26" creationId="{3F48FC27-002C-A016-0BB0-62431F196BB7}"/>
          </ac:spMkLst>
        </pc:spChg>
      </pc:sldChg>
    </pc:docChg>
  </pc:docChgLst>
  <pc:docChgLst>
    <pc:chgData name="Jimwyl Perez" userId="S::jperez2.contractor@adb.org::fc00229f-e87f-4a35-8b3e-498896f17f42" providerId="AD" clId="Web-{3CF75431-91DD-1865-68A4-B47DAD2DC354}"/>
    <pc:docChg chg="modSld">
      <pc:chgData name="Jimwyl Perez" userId="S::jperez2.contractor@adb.org::fc00229f-e87f-4a35-8b3e-498896f17f42" providerId="AD" clId="Web-{3CF75431-91DD-1865-68A4-B47DAD2DC354}" dt="2026-03-24T01:00:03.636" v="25"/>
      <pc:docMkLst>
        <pc:docMk/>
      </pc:docMkLst>
      <pc:sldChg chg="modSp">
        <pc:chgData name="Jimwyl Perez" userId="S::jperez2.contractor@adb.org::fc00229f-e87f-4a35-8b3e-498896f17f42" providerId="AD" clId="Web-{3CF75431-91DD-1865-68A4-B47DAD2DC354}" dt="2026-03-24T01:00:03.636" v="25"/>
        <pc:sldMkLst>
          <pc:docMk/>
          <pc:sldMk cId="897487403" sldId="305"/>
        </pc:sldMkLst>
        <pc:graphicFrameChg chg="mod modGraphic">
          <ac:chgData name="Jimwyl Perez" userId="S::jperez2.contractor@adb.org::fc00229f-e87f-4a35-8b3e-498896f17f42" providerId="AD" clId="Web-{3CF75431-91DD-1865-68A4-B47DAD2DC354}" dt="2026-03-24T01:00:03.636" v="25"/>
          <ac:graphicFrameMkLst>
            <pc:docMk/>
            <pc:sldMk cId="897487403" sldId="305"/>
            <ac:graphicFrameMk id="3" creationId="{BDD5CF00-1B82-F4E2-482F-A58FD7EB7461}"/>
          </ac:graphicFrameMkLst>
        </pc:graphicFrameChg>
      </pc:sldChg>
    </pc:docChg>
  </pc:docChgLst>
  <pc:docChgLst>
    <pc:chgData name="Kiana Naparate" userId="S::knaparate.contractor@adb.org::deeb4398-7fac-4fa0-b711-20856dde2e54" providerId="AD" clId="Web-{F431EDD9-34FD-47A9-8B4A-563B1A84360D}"/>
    <pc:docChg chg="modSld">
      <pc:chgData name="Kiana Naparate" userId="S::knaparate.contractor@adb.org::deeb4398-7fac-4fa0-b711-20856dde2e54" providerId="AD" clId="Web-{F431EDD9-34FD-47A9-8B4A-563B1A84360D}" dt="2026-03-11T06:00:28.135" v="37"/>
      <pc:docMkLst>
        <pc:docMk/>
      </pc:docMkLst>
      <pc:sldChg chg="addSp delSp modSp">
        <pc:chgData name="Kiana Naparate" userId="S::knaparate.contractor@adb.org::deeb4398-7fac-4fa0-b711-20856dde2e54" providerId="AD" clId="Web-{F431EDD9-34FD-47A9-8B4A-563B1A84360D}" dt="2026-03-11T06:00:28.135" v="37"/>
        <pc:sldMkLst>
          <pc:docMk/>
          <pc:sldMk cId="2332558993" sldId="346"/>
        </pc:sldMkLst>
        <pc:spChg chg="add mod">
          <ac:chgData name="Kiana Naparate" userId="S::knaparate.contractor@adb.org::deeb4398-7fac-4fa0-b711-20856dde2e54" providerId="AD" clId="Web-{F431EDD9-34FD-47A9-8B4A-563B1A84360D}" dt="2026-03-11T05:57:14.853" v="19" actId="14100"/>
          <ac:spMkLst>
            <pc:docMk/>
            <pc:sldMk cId="2332558993" sldId="346"/>
            <ac:spMk id="6" creationId="{979B729B-8675-4D70-9466-D9D36BF3A310}"/>
          </ac:spMkLst>
        </pc:spChg>
        <pc:spChg chg="mod">
          <ac:chgData name="Kiana Naparate" userId="S::knaparate.contractor@adb.org::deeb4398-7fac-4fa0-b711-20856dde2e54" providerId="AD" clId="Web-{F431EDD9-34FD-47A9-8B4A-563B1A84360D}" dt="2026-03-11T05:56:58.134" v="15" actId="20577"/>
          <ac:spMkLst>
            <pc:docMk/>
            <pc:sldMk cId="2332558993" sldId="346"/>
            <ac:spMk id="7" creationId="{1F573114-6E72-4B82-074A-06472338773E}"/>
          </ac:spMkLst>
        </pc:spChg>
        <pc:spChg chg="mod">
          <ac:chgData name="Kiana Naparate" userId="S::knaparate.contractor@adb.org::deeb4398-7fac-4fa0-b711-20856dde2e54" providerId="AD" clId="Web-{F431EDD9-34FD-47A9-8B4A-563B1A84360D}" dt="2026-03-11T05:57:16.697" v="20" actId="14100"/>
          <ac:spMkLst>
            <pc:docMk/>
            <pc:sldMk cId="2332558993" sldId="346"/>
            <ac:spMk id="12" creationId="{99ECEDCB-6857-8A8B-71B1-4CD0A175CCDF}"/>
          </ac:spMkLst>
        </pc:spChg>
        <pc:spChg chg="mod">
          <ac:chgData name="Kiana Naparate" userId="S::knaparate.contractor@adb.org::deeb4398-7fac-4fa0-b711-20856dde2e54" providerId="AD" clId="Web-{F431EDD9-34FD-47A9-8B4A-563B1A84360D}" dt="2026-03-11T05:56:37.853" v="9" actId="14100"/>
          <ac:spMkLst>
            <pc:docMk/>
            <pc:sldMk cId="2332558993" sldId="346"/>
            <ac:spMk id="64" creationId="{ADB65C67-95C3-EB0B-6695-DF52E43FAD70}"/>
          </ac:spMkLst>
        </pc:spChg>
      </pc:sldChg>
    </pc:docChg>
  </pc:docChgLst>
  <pc:docChgLst>
    <pc:chgData name="Ryan Evangelista" userId="S::revangelista2.contractor@adb.org::597cd8d6-bf76-49e5-9472-fb8c9ed690ca" providerId="AD" clId="Web-{F124D8F1-E6D1-2225-D739-86BC15D7708E}"/>
    <pc:docChg chg="modSld">
      <pc:chgData name="Ryan Evangelista" userId="S::revangelista2.contractor@adb.org::597cd8d6-bf76-49e5-9472-fb8c9ed690ca" providerId="AD" clId="Web-{F124D8F1-E6D1-2225-D739-86BC15D7708E}" dt="2026-03-10T06:14:05.786" v="87" actId="14100"/>
      <pc:docMkLst>
        <pc:docMk/>
      </pc:docMkLst>
      <pc:sldChg chg="delSp modSp">
        <pc:chgData name="Ryan Evangelista" userId="S::revangelista2.contractor@adb.org::597cd8d6-bf76-49e5-9472-fb8c9ed690ca" providerId="AD" clId="Web-{F124D8F1-E6D1-2225-D739-86BC15D7708E}" dt="2026-03-10T06:14:05.786" v="87" actId="14100"/>
        <pc:sldMkLst>
          <pc:docMk/>
          <pc:sldMk cId="1261990403" sldId="338"/>
        </pc:sldMkLst>
        <pc:spChg chg="mod topLvl">
          <ac:chgData name="Ryan Evangelista" userId="S::revangelista2.contractor@adb.org::597cd8d6-bf76-49e5-9472-fb8c9ed690ca" providerId="AD" clId="Web-{F124D8F1-E6D1-2225-D739-86BC15D7708E}" dt="2026-03-10T06:14:05.786" v="87" actId="14100"/>
          <ac:spMkLst>
            <pc:docMk/>
            <pc:sldMk cId="1261990403" sldId="338"/>
            <ac:spMk id="8" creationId="{81DD154B-7DDC-E9AD-1A3B-8E93A1D4B401}"/>
          </ac:spMkLst>
        </pc:spChg>
        <pc:spChg chg="mod topLvl">
          <ac:chgData name="Ryan Evangelista" userId="S::revangelista2.contractor@adb.org::597cd8d6-bf76-49e5-9472-fb8c9ed690ca" providerId="AD" clId="Web-{F124D8F1-E6D1-2225-D739-86BC15D7708E}" dt="2026-03-10T06:13:52.504" v="86"/>
          <ac:spMkLst>
            <pc:docMk/>
            <pc:sldMk cId="1261990403" sldId="338"/>
            <ac:spMk id="9" creationId="{E5D87D6C-FE82-B04A-029A-0505E2ED54C1}"/>
          </ac:spMkLst>
        </pc:spChg>
      </pc:sldChg>
    </pc:docChg>
  </pc:docChgLst>
  <pc:docChgLst>
    <pc:chgData name="Kiana Naparate" userId="S::knaparate.contractor@adb.org::deeb4398-7fac-4fa0-b711-20856dde2e54" providerId="AD" clId="Web-{FBEEEB7A-FF78-4452-0618-DF862312DF14}"/>
    <pc:docChg chg="modSld">
      <pc:chgData name="Kiana Naparate" userId="S::knaparate.contractor@adb.org::deeb4398-7fac-4fa0-b711-20856dde2e54" providerId="AD" clId="Web-{FBEEEB7A-FF78-4452-0618-DF862312DF14}" dt="2026-03-11T03:28:59.130" v="3" actId="1076"/>
      <pc:docMkLst>
        <pc:docMk/>
      </pc:docMkLst>
      <pc:sldChg chg="modSp">
        <pc:chgData name="Kiana Naparate" userId="S::knaparate.contractor@adb.org::deeb4398-7fac-4fa0-b711-20856dde2e54" providerId="AD" clId="Web-{FBEEEB7A-FF78-4452-0618-DF862312DF14}" dt="2026-03-11T03:28:59.130" v="3" actId="1076"/>
        <pc:sldMkLst>
          <pc:docMk/>
          <pc:sldMk cId="2332558993" sldId="346"/>
        </pc:sldMkLst>
        <pc:spChg chg="mod">
          <ac:chgData name="Kiana Naparate" userId="S::knaparate.contractor@adb.org::deeb4398-7fac-4fa0-b711-20856dde2e54" providerId="AD" clId="Web-{FBEEEB7A-FF78-4452-0618-DF862312DF14}" dt="2026-03-11T03:28:59.130" v="3" actId="1076"/>
          <ac:spMkLst>
            <pc:docMk/>
            <pc:sldMk cId="2332558993" sldId="346"/>
            <ac:spMk id="8" creationId="{B2D19932-5216-F961-D923-89130AEA9B4A}"/>
          </ac:spMkLst>
        </pc:spChg>
        <pc:spChg chg="mod">
          <ac:chgData name="Kiana Naparate" userId="S::knaparate.contractor@adb.org::deeb4398-7fac-4fa0-b711-20856dde2e54" providerId="AD" clId="Web-{FBEEEB7A-FF78-4452-0618-DF862312DF14}" dt="2026-03-11T03:06:42.666" v="0" actId="1076"/>
          <ac:spMkLst>
            <pc:docMk/>
            <pc:sldMk cId="2332558993" sldId="346"/>
            <ac:spMk id="16" creationId="{8D23E90A-D9A3-83BE-E3A0-D944D7904051}"/>
          </ac:spMkLst>
        </pc:spChg>
      </pc:sldChg>
    </pc:docChg>
  </pc:docChgLst>
  <pc:docChgLst>
    <pc:chgData name="Kiana Naparate" userId="S::knaparate.contractor@adb.org::deeb4398-7fac-4fa0-b711-20856dde2e54" providerId="AD" clId="Web-{6F68B199-2B7D-33CF-B46A-0C51F3798067}"/>
    <pc:docChg chg="modSld">
      <pc:chgData name="Kiana Naparate" userId="S::knaparate.contractor@adb.org::deeb4398-7fac-4fa0-b711-20856dde2e54" providerId="AD" clId="Web-{6F68B199-2B7D-33CF-B46A-0C51F3798067}" dt="2026-03-10T06:46:01.908" v="147" actId="1076"/>
      <pc:docMkLst>
        <pc:docMk/>
      </pc:docMkLst>
      <pc:sldChg chg="addSp delSp modSp">
        <pc:chgData name="Kiana Naparate" userId="S::knaparate.contractor@adb.org::deeb4398-7fac-4fa0-b711-20856dde2e54" providerId="AD" clId="Web-{6F68B199-2B7D-33CF-B46A-0C51F3798067}" dt="2026-03-10T06:46:01.908" v="147" actId="1076"/>
        <pc:sldMkLst>
          <pc:docMk/>
          <pc:sldMk cId="2332558993" sldId="346"/>
        </pc:sldMkLst>
        <pc:spChg chg="mod">
          <ac:chgData name="Kiana Naparate" userId="S::knaparate.contractor@adb.org::deeb4398-7fac-4fa0-b711-20856dde2e54" providerId="AD" clId="Web-{6F68B199-2B7D-33CF-B46A-0C51F3798067}" dt="2026-03-10T06:45:18.922" v="142" actId="1076"/>
          <ac:spMkLst>
            <pc:docMk/>
            <pc:sldMk cId="2332558993" sldId="346"/>
            <ac:spMk id="8" creationId="{B2D19932-5216-F961-D923-89130AEA9B4A}"/>
          </ac:spMkLst>
        </pc:spChg>
        <pc:spChg chg="add mod">
          <ac:chgData name="Kiana Naparate" userId="S::knaparate.contractor@adb.org::deeb4398-7fac-4fa0-b711-20856dde2e54" providerId="AD" clId="Web-{6F68B199-2B7D-33CF-B46A-0C51F3798067}" dt="2026-03-10T06:01:08.635" v="135" actId="1076"/>
          <ac:spMkLst>
            <pc:docMk/>
            <pc:sldMk cId="2332558993" sldId="346"/>
            <ac:spMk id="9" creationId="{7D1E3476-F517-FFD8-DCC6-5C47E9A082F1}"/>
          </ac:spMkLst>
        </pc:spChg>
        <pc:spChg chg="mod">
          <ac:chgData name="Kiana Naparate" userId="S::knaparate.contractor@adb.org::deeb4398-7fac-4fa0-b711-20856dde2e54" providerId="AD" clId="Web-{6F68B199-2B7D-33CF-B46A-0C51F3798067}" dt="2026-03-10T06:46:01.361" v="146" actId="1076"/>
          <ac:spMkLst>
            <pc:docMk/>
            <pc:sldMk cId="2332558993" sldId="346"/>
            <ac:spMk id="16" creationId="{8D23E90A-D9A3-83BE-E3A0-D944D7904051}"/>
          </ac:spMkLst>
        </pc:spChg>
        <pc:spChg chg="mod">
          <ac:chgData name="Kiana Naparate" userId="S::knaparate.contractor@adb.org::deeb4398-7fac-4fa0-b711-20856dde2e54" providerId="AD" clId="Web-{6F68B199-2B7D-33CF-B46A-0C51F3798067}" dt="2026-03-10T06:38:47.899" v="140" actId="20577"/>
          <ac:spMkLst>
            <pc:docMk/>
            <pc:sldMk cId="2332558993" sldId="346"/>
            <ac:spMk id="55" creationId="{C87FFACE-4E39-84EE-5B3A-DB2F854BEAD6}"/>
          </ac:spMkLst>
        </pc:spChg>
        <pc:spChg chg="mod">
          <ac:chgData name="Kiana Naparate" userId="S::knaparate.contractor@adb.org::deeb4398-7fac-4fa0-b711-20856dde2e54" providerId="AD" clId="Web-{6F68B199-2B7D-33CF-B46A-0C51F3798067}" dt="2026-03-10T05:58:36.351" v="8" actId="20577"/>
          <ac:spMkLst>
            <pc:docMk/>
            <pc:sldMk cId="2332558993" sldId="346"/>
            <ac:spMk id="64" creationId="{ADB65C67-95C3-EB0B-6695-DF52E43FAD70}"/>
          </ac:spMkLst>
        </pc:spChg>
        <pc:spChg chg="mod">
          <ac:chgData name="Kiana Naparate" userId="S::knaparate.contractor@adb.org::deeb4398-7fac-4fa0-b711-20856dde2e54" providerId="AD" clId="Web-{6F68B199-2B7D-33CF-B46A-0C51F3798067}" dt="2026-03-10T06:46:01.908" v="147" actId="1076"/>
          <ac:spMkLst>
            <pc:docMk/>
            <pc:sldMk cId="2332558993" sldId="346"/>
            <ac:spMk id="68" creationId="{6FB35257-A2C2-68C4-D2D0-2FC345AB1702}"/>
          </ac:spMkLst>
        </pc:spChg>
      </pc:sldChg>
    </pc:docChg>
  </pc:docChgLst>
  <pc:docChgLst>
    <pc:chgData name="Jimwyl Perez" userId="S::jperez2.contractor@adb.org::fc00229f-e87f-4a35-8b3e-498896f17f42" providerId="AD" clId="Web-{6BE3F614-27BF-B5E6-90B4-1C585BBC0596}"/>
    <pc:docChg chg="modSld">
      <pc:chgData name="Jimwyl Perez" userId="S::jperez2.contractor@adb.org::fc00229f-e87f-4a35-8b3e-498896f17f42" providerId="AD" clId="Web-{6BE3F614-27BF-B5E6-90B4-1C585BBC0596}" dt="2026-03-04T04:48:28.697" v="196" actId="20577"/>
      <pc:docMkLst>
        <pc:docMk/>
      </pc:docMkLst>
      <pc:sldChg chg="modSp">
        <pc:chgData name="Jimwyl Perez" userId="S::jperez2.contractor@adb.org::fc00229f-e87f-4a35-8b3e-498896f17f42" providerId="AD" clId="Web-{6BE3F614-27BF-B5E6-90B4-1C585BBC0596}" dt="2026-03-04T04:48:28.697" v="196" actId="20577"/>
        <pc:sldMkLst>
          <pc:docMk/>
          <pc:sldMk cId="1261990403" sldId="338"/>
        </pc:sldMkLst>
        <pc:spChg chg="mod">
          <ac:chgData name="Jimwyl Perez" userId="S::jperez2.contractor@adb.org::fc00229f-e87f-4a35-8b3e-498896f17f42" providerId="AD" clId="Web-{6BE3F614-27BF-B5E6-90B4-1C585BBC0596}" dt="2026-03-04T04:48:28.697" v="196" actId="20577"/>
          <ac:spMkLst>
            <pc:docMk/>
            <pc:sldMk cId="1261990403" sldId="338"/>
            <ac:spMk id="9" creationId="{E5D87D6C-FE82-B04A-029A-0505E2ED54C1}"/>
          </ac:spMkLst>
        </pc:spChg>
      </pc:sldChg>
    </pc:docChg>
  </pc:docChgLst>
  <pc:docChgLst>
    <pc:chgData name="Jimwyl Perez" userId="S::jperez2.contractor@adb.org::fc00229f-e87f-4a35-8b3e-498896f17f42" providerId="AD" clId="Web-{688FD570-EC60-E73C-EF6A-DB0A3E57F246}"/>
    <pc:docChg chg="modSld">
      <pc:chgData name="Jimwyl Perez" userId="S::jperez2.contractor@adb.org::fc00229f-e87f-4a35-8b3e-498896f17f42" providerId="AD" clId="Web-{688FD570-EC60-E73C-EF6A-DB0A3E57F246}" dt="2026-03-24T05:55:59.280" v="76" actId="20577"/>
      <pc:docMkLst>
        <pc:docMk/>
      </pc:docMkLst>
      <pc:sldChg chg="modSp">
        <pc:chgData name="Jimwyl Perez" userId="S::jperez2.contractor@adb.org::fc00229f-e87f-4a35-8b3e-498896f17f42" providerId="AD" clId="Web-{688FD570-EC60-E73C-EF6A-DB0A3E57F246}" dt="2026-03-24T02:42:31.767" v="42" actId="20577"/>
        <pc:sldMkLst>
          <pc:docMk/>
          <pc:sldMk cId="960469211" sldId="256"/>
        </pc:sldMkLst>
        <pc:spChg chg="mod">
          <ac:chgData name="Jimwyl Perez" userId="S::jperez2.contractor@adb.org::fc00229f-e87f-4a35-8b3e-498896f17f42" providerId="AD" clId="Web-{688FD570-EC60-E73C-EF6A-DB0A3E57F246}" dt="2026-03-24T02:42:31.767" v="42" actId="20577"/>
          <ac:spMkLst>
            <pc:docMk/>
            <pc:sldMk cId="960469211" sldId="256"/>
            <ac:spMk id="3" creationId="{FA0FF230-BDAA-521C-33FC-57FE5F9254EE}"/>
          </ac:spMkLst>
        </pc:spChg>
      </pc:sldChg>
      <pc:sldChg chg="addSp modSp">
        <pc:chgData name="Jimwyl Perez" userId="S::jperez2.contractor@adb.org::fc00229f-e87f-4a35-8b3e-498896f17f42" providerId="AD" clId="Web-{688FD570-EC60-E73C-EF6A-DB0A3E57F246}" dt="2026-03-24T05:55:59.280" v="76" actId="20577"/>
        <pc:sldMkLst>
          <pc:docMk/>
          <pc:sldMk cId="3697442336" sldId="331"/>
        </pc:sldMkLst>
        <pc:spChg chg="mod">
          <ac:chgData name="Jimwyl Perez" userId="S::jperez2.contractor@adb.org::fc00229f-e87f-4a35-8b3e-498896f17f42" providerId="AD" clId="Web-{688FD570-EC60-E73C-EF6A-DB0A3E57F246}" dt="2026-03-24T05:55:48.139" v="72" actId="20577"/>
          <ac:spMkLst>
            <pc:docMk/>
            <pc:sldMk cId="3697442336" sldId="331"/>
            <ac:spMk id="10" creationId="{F26E729C-AB7A-6076-CF42-B4468392EF51}"/>
          </ac:spMkLst>
        </pc:spChg>
        <pc:spChg chg="add mod">
          <ac:chgData name="Jimwyl Perez" userId="S::jperez2.contractor@adb.org::fc00229f-e87f-4a35-8b3e-498896f17f42" providerId="AD" clId="Web-{688FD570-EC60-E73C-EF6A-DB0A3E57F246}" dt="2026-03-24T05:55:59.280" v="76" actId="20577"/>
          <ac:spMkLst>
            <pc:docMk/>
            <pc:sldMk cId="3697442336" sldId="331"/>
            <ac:spMk id="11" creationId="{349BBC2E-A650-7B22-3278-D5D6884BC6E0}"/>
          </ac:spMkLst>
        </pc:spChg>
      </pc:sldChg>
      <pc:sldChg chg="modSp">
        <pc:chgData name="Jimwyl Perez" userId="S::jperez2.contractor@adb.org::fc00229f-e87f-4a35-8b3e-498896f17f42" providerId="AD" clId="Web-{688FD570-EC60-E73C-EF6A-DB0A3E57F246}" dt="2026-03-24T01:32:40.615" v="0" actId="20577"/>
        <pc:sldMkLst>
          <pc:docMk/>
          <pc:sldMk cId="1261990403" sldId="338"/>
        </pc:sldMkLst>
        <pc:spChg chg="mod">
          <ac:chgData name="Jimwyl Perez" userId="S::jperez2.contractor@adb.org::fc00229f-e87f-4a35-8b3e-498896f17f42" providerId="AD" clId="Web-{688FD570-EC60-E73C-EF6A-DB0A3E57F246}" dt="2026-03-24T01:32:40.615" v="0" actId="20577"/>
          <ac:spMkLst>
            <pc:docMk/>
            <pc:sldMk cId="1261990403" sldId="338"/>
            <ac:spMk id="9" creationId="{E5D87D6C-FE82-B04A-029A-0505E2ED54C1}"/>
          </ac:spMkLst>
        </pc:spChg>
      </pc:sldChg>
      <pc:sldChg chg="modSp">
        <pc:chgData name="Jimwyl Perez" userId="S::jperez2.contractor@adb.org::fc00229f-e87f-4a35-8b3e-498896f17f42" providerId="AD" clId="Web-{688FD570-EC60-E73C-EF6A-DB0A3E57F246}" dt="2026-03-24T01:40:29.133" v="39" actId="20577"/>
        <pc:sldMkLst>
          <pc:docMk/>
          <pc:sldMk cId="1323615536" sldId="340"/>
        </pc:sldMkLst>
        <pc:spChg chg="mod">
          <ac:chgData name="Jimwyl Perez" userId="S::jperez2.contractor@adb.org::fc00229f-e87f-4a35-8b3e-498896f17f42" providerId="AD" clId="Web-{688FD570-EC60-E73C-EF6A-DB0A3E57F246}" dt="2026-03-24T01:40:29.133" v="39" actId="20577"/>
          <ac:spMkLst>
            <pc:docMk/>
            <pc:sldMk cId="1323615536" sldId="340"/>
            <ac:spMk id="3" creationId="{5ACDBBA2-8FE9-D552-49E0-2B2BD03A49A6}"/>
          </ac:spMkLst>
        </pc:spChg>
      </pc:sldChg>
      <pc:sldChg chg="modSp">
        <pc:chgData name="Jimwyl Perez" userId="S::jperez2.contractor@adb.org::fc00229f-e87f-4a35-8b3e-498896f17f42" providerId="AD" clId="Web-{688FD570-EC60-E73C-EF6A-DB0A3E57F246}" dt="2026-03-24T01:36:39.507" v="4" actId="1076"/>
        <pc:sldMkLst>
          <pc:docMk/>
          <pc:sldMk cId="2332558993" sldId="346"/>
        </pc:sldMkLst>
        <pc:spChg chg="mod">
          <ac:chgData name="Jimwyl Perez" userId="S::jperez2.contractor@adb.org::fc00229f-e87f-4a35-8b3e-498896f17f42" providerId="AD" clId="Web-{688FD570-EC60-E73C-EF6A-DB0A3E57F246}" dt="2026-03-24T01:36:39.507" v="4" actId="1076"/>
          <ac:spMkLst>
            <pc:docMk/>
            <pc:sldMk cId="2332558993" sldId="346"/>
            <ac:spMk id="64" creationId="{ADB65C67-95C3-EB0B-6695-DF52E43FAD70}"/>
          </ac:spMkLst>
        </pc:spChg>
      </pc:sldChg>
    </pc:docChg>
  </pc:docChgLst>
  <pc:docChgLst>
    <pc:chgData name="Jimwyl Perez" userId="S::jperez2.contractor@adb.org::fc00229f-e87f-4a35-8b3e-498896f17f42" providerId="AD" clId="Web-{53531A0C-0EA1-EAD9-0914-28ACCA7BE36B}"/>
    <pc:docChg chg="modSld">
      <pc:chgData name="Jimwyl Perez" userId="S::jperez2.contractor@adb.org::fc00229f-e87f-4a35-8b3e-498896f17f42" providerId="AD" clId="Web-{53531A0C-0EA1-EAD9-0914-28ACCA7BE36B}" dt="2026-03-04T04:51:09.402" v="34" actId="20577"/>
      <pc:docMkLst>
        <pc:docMk/>
      </pc:docMkLst>
      <pc:sldChg chg="modSp">
        <pc:chgData name="Jimwyl Perez" userId="S::jperez2.contractor@adb.org::fc00229f-e87f-4a35-8b3e-498896f17f42" providerId="AD" clId="Web-{53531A0C-0EA1-EAD9-0914-28ACCA7BE36B}" dt="2026-03-04T04:51:09.402" v="34" actId="20577"/>
        <pc:sldMkLst>
          <pc:docMk/>
          <pc:sldMk cId="1261990403" sldId="338"/>
        </pc:sldMkLst>
        <pc:spChg chg="mod">
          <ac:chgData name="Jimwyl Perez" userId="S::jperez2.contractor@adb.org::fc00229f-e87f-4a35-8b3e-498896f17f42" providerId="AD" clId="Web-{53531A0C-0EA1-EAD9-0914-28ACCA7BE36B}" dt="2026-03-04T04:51:09.402" v="34" actId="20577"/>
          <ac:spMkLst>
            <pc:docMk/>
            <pc:sldMk cId="1261990403" sldId="338"/>
            <ac:spMk id="9" creationId="{E5D87D6C-FE82-B04A-029A-0505E2ED54C1}"/>
          </ac:spMkLst>
        </pc:spChg>
      </pc:sldChg>
    </pc:docChg>
  </pc:docChgLst>
  <pc:docChgLst>
    <pc:chgData name="Kiana Naparate" userId="S::knaparate.contractor@adb.org::deeb4398-7fac-4fa0-b711-20856dde2e54" providerId="AD" clId="Web-{BC36A1FE-CF25-E576-05BE-C496470C2ADF}"/>
    <pc:docChg chg="modSld">
      <pc:chgData name="Kiana Naparate" userId="S::knaparate.contractor@adb.org::deeb4398-7fac-4fa0-b711-20856dde2e54" providerId="AD" clId="Web-{BC36A1FE-CF25-E576-05BE-C496470C2ADF}" dt="2026-03-27T01:30:16.779" v="8" actId="20577"/>
      <pc:docMkLst>
        <pc:docMk/>
      </pc:docMkLst>
      <pc:sldChg chg="addSp modSp">
        <pc:chgData name="Kiana Naparate" userId="S::knaparate.contractor@adb.org::deeb4398-7fac-4fa0-b711-20856dde2e54" providerId="AD" clId="Web-{BC36A1FE-CF25-E576-05BE-C496470C2ADF}" dt="2026-03-27T01:30:16.779" v="8" actId="20577"/>
        <pc:sldMkLst>
          <pc:docMk/>
          <pc:sldMk cId="2332558993" sldId="346"/>
        </pc:sldMkLst>
        <pc:spChg chg="add mod">
          <ac:chgData name="Kiana Naparate" userId="S::knaparate.contractor@adb.org::deeb4398-7fac-4fa0-b711-20856dde2e54" providerId="AD" clId="Web-{BC36A1FE-CF25-E576-05BE-C496470C2ADF}" dt="2026-03-27T01:30:01.091" v="5" actId="14100"/>
          <ac:spMkLst>
            <pc:docMk/>
            <pc:sldMk cId="2332558993" sldId="346"/>
            <ac:spMk id="4" creationId="{D5E6FCAC-CF64-4EB5-EF1B-778964703EA4}"/>
          </ac:spMkLst>
        </pc:spChg>
        <pc:spChg chg="mod">
          <ac:chgData name="Kiana Naparate" userId="S::knaparate.contractor@adb.org::deeb4398-7fac-4fa0-b711-20856dde2e54" providerId="AD" clId="Web-{BC36A1FE-CF25-E576-05BE-C496470C2ADF}" dt="2026-03-27T01:29:45.480" v="0" actId="14100"/>
          <ac:spMkLst>
            <pc:docMk/>
            <pc:sldMk cId="2332558993" sldId="346"/>
            <ac:spMk id="16" creationId="{8D23E90A-D9A3-83BE-E3A0-D944D7904051}"/>
          </ac:spMkLst>
        </pc:spChg>
        <pc:spChg chg="mod">
          <ac:chgData name="Kiana Naparate" userId="S::knaparate.contractor@adb.org::deeb4398-7fac-4fa0-b711-20856dde2e54" providerId="AD" clId="Web-{BC36A1FE-CF25-E576-05BE-C496470C2ADF}" dt="2026-03-27T01:30:16.779" v="8" actId="20577"/>
          <ac:spMkLst>
            <pc:docMk/>
            <pc:sldMk cId="2332558993" sldId="346"/>
            <ac:spMk id="68" creationId="{6FB35257-A2C2-68C4-D2D0-2FC345AB1702}"/>
          </ac:spMkLst>
        </pc:spChg>
      </pc:sldChg>
    </pc:docChg>
  </pc:docChgLst>
  <pc:docChgLst>
    <pc:chgData name="Kiana Naparate" userId="S::knaparate.contractor@adb.org::deeb4398-7fac-4fa0-b711-20856dde2e54" providerId="AD" clId="Web-{8CEB6BD6-31A1-C0D7-DA90-34E72420FCF3}"/>
    <pc:docChg chg="modSld">
      <pc:chgData name="Kiana Naparate" userId="S::knaparate.contractor@adb.org::deeb4398-7fac-4fa0-b711-20856dde2e54" providerId="AD" clId="Web-{8CEB6BD6-31A1-C0D7-DA90-34E72420FCF3}" dt="2026-03-27T04:28:57.856" v="50" actId="20577"/>
      <pc:docMkLst>
        <pc:docMk/>
      </pc:docMkLst>
      <pc:sldChg chg="addSp modSp">
        <pc:chgData name="Kiana Naparate" userId="S::knaparate.contractor@adb.org::deeb4398-7fac-4fa0-b711-20856dde2e54" providerId="AD" clId="Web-{8CEB6BD6-31A1-C0D7-DA90-34E72420FCF3}" dt="2026-03-27T04:28:57.856" v="50" actId="20577"/>
        <pc:sldMkLst>
          <pc:docMk/>
          <pc:sldMk cId="2332558993" sldId="346"/>
        </pc:sldMkLst>
        <pc:spChg chg="add mod">
          <ac:chgData name="Kiana Naparate" userId="S::knaparate.contractor@adb.org::deeb4398-7fac-4fa0-b711-20856dde2e54" providerId="AD" clId="Web-{8CEB6BD6-31A1-C0D7-DA90-34E72420FCF3}" dt="2026-03-27T04:24:24.829" v="11" actId="1076"/>
          <ac:spMkLst>
            <pc:docMk/>
            <pc:sldMk cId="2332558993" sldId="346"/>
            <ac:spMk id="5" creationId="{F9FE1857-D417-18CE-9603-562743F135AB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4:26:56.930" v="30" actId="20577"/>
          <ac:spMkLst>
            <pc:docMk/>
            <pc:sldMk cId="2332558993" sldId="346"/>
            <ac:spMk id="7" creationId="{1F573114-6E72-4B82-074A-06472338773E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3:58:41.363" v="9" actId="1076"/>
          <ac:spMkLst>
            <pc:docMk/>
            <pc:sldMk cId="2332558993" sldId="346"/>
            <ac:spMk id="8" creationId="{B2D19932-5216-F961-D923-89130AEA9B4A}"/>
          </ac:spMkLst>
        </pc:spChg>
        <pc:spChg chg="add mod">
          <ac:chgData name="Kiana Naparate" userId="S::knaparate.contractor@adb.org::deeb4398-7fac-4fa0-b711-20856dde2e54" providerId="AD" clId="Web-{8CEB6BD6-31A1-C0D7-DA90-34E72420FCF3}" dt="2026-03-27T04:24:29.939" v="13" actId="1076"/>
          <ac:spMkLst>
            <pc:docMk/>
            <pc:sldMk cId="2332558993" sldId="346"/>
            <ac:spMk id="18" creationId="{A32A7ADF-75C4-36BC-2547-25FA33BAA917}"/>
          </ac:spMkLst>
        </pc:spChg>
        <pc:spChg chg="add mod">
          <ac:chgData name="Kiana Naparate" userId="S::knaparate.contractor@adb.org::deeb4398-7fac-4fa0-b711-20856dde2e54" providerId="AD" clId="Web-{8CEB6BD6-31A1-C0D7-DA90-34E72420FCF3}" dt="2026-03-27T04:24:33.127" v="15" actId="1076"/>
          <ac:spMkLst>
            <pc:docMk/>
            <pc:sldMk cId="2332558993" sldId="346"/>
            <ac:spMk id="19" creationId="{3C820139-5688-09DE-D15C-D06C647C3194}"/>
          </ac:spMkLst>
        </pc:spChg>
        <pc:spChg chg="add mod">
          <ac:chgData name="Kiana Naparate" userId="S::knaparate.contractor@adb.org::deeb4398-7fac-4fa0-b711-20856dde2e54" providerId="AD" clId="Web-{8CEB6BD6-31A1-C0D7-DA90-34E72420FCF3}" dt="2026-03-27T04:27:41.541" v="45" actId="20577"/>
          <ac:spMkLst>
            <pc:docMk/>
            <pc:sldMk cId="2332558993" sldId="346"/>
            <ac:spMk id="20" creationId="{2579DEB2-D0B8-8BF4-0187-B9F37FE0B672}"/>
          </ac:spMkLst>
        </pc:spChg>
        <pc:spChg chg="add mod">
          <ac:chgData name="Kiana Naparate" userId="S::knaparate.contractor@adb.org::deeb4398-7fac-4fa0-b711-20856dde2e54" providerId="AD" clId="Web-{8CEB6BD6-31A1-C0D7-DA90-34E72420FCF3}" dt="2026-03-27T04:25:30.052" v="28" actId="1076"/>
          <ac:spMkLst>
            <pc:docMk/>
            <pc:sldMk cId="2332558993" sldId="346"/>
            <ac:spMk id="21" creationId="{9EB3AA0A-A063-477F-F12C-111A770E07CD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3:57:45.201" v="0" actId="20577"/>
          <ac:spMkLst>
            <pc:docMk/>
            <pc:sldMk cId="2332558993" sldId="346"/>
            <ac:spMk id="49" creationId="{DC0C540D-1587-76D3-9944-EB09D0C55914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3:57:47.514" v="1" actId="20577"/>
          <ac:spMkLst>
            <pc:docMk/>
            <pc:sldMk cId="2332558993" sldId="346"/>
            <ac:spMk id="50" creationId="{CB936B68-129F-E39A-0618-CACDCD906611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3:57:51.217" v="2" actId="20577"/>
          <ac:spMkLst>
            <pc:docMk/>
            <pc:sldMk cId="2332558993" sldId="346"/>
            <ac:spMk id="51" creationId="{CEEE427E-9D30-CCF4-DB44-7EA9CC363274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3:57:55.296" v="3" actId="20577"/>
          <ac:spMkLst>
            <pc:docMk/>
            <pc:sldMk cId="2332558993" sldId="346"/>
            <ac:spMk id="52" creationId="{EC7ABBEC-C6EA-16F7-FFBA-913BCAA50EFD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3:57:58.484" v="4" actId="20577"/>
          <ac:spMkLst>
            <pc:docMk/>
            <pc:sldMk cId="2332558993" sldId="346"/>
            <ac:spMk id="53" creationId="{7CBA063E-EAEF-EC10-9EA9-AC8B6E5BB74F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3:58:25.486" v="7" actId="14100"/>
          <ac:spMkLst>
            <pc:docMk/>
            <pc:sldMk cId="2332558993" sldId="346"/>
            <ac:spMk id="68" creationId="{6FB35257-A2C2-68C4-D2D0-2FC345AB1702}"/>
          </ac:spMkLst>
        </pc:spChg>
        <pc:spChg chg="mod">
          <ac:chgData name="Kiana Naparate" userId="S::knaparate.contractor@adb.org::deeb4398-7fac-4fa0-b711-20856dde2e54" providerId="AD" clId="Web-{8CEB6BD6-31A1-C0D7-DA90-34E72420FCF3}" dt="2026-03-27T04:28:57.856" v="50" actId="20577"/>
          <ac:spMkLst>
            <pc:docMk/>
            <pc:sldMk cId="2332558993" sldId="346"/>
            <ac:spMk id="71" creationId="{C1FBEE5F-EE7F-6FBA-499E-595CD8FA7BB2}"/>
          </ac:spMkLst>
        </pc:spChg>
      </pc:sldChg>
    </pc:docChg>
  </pc:docChgLst>
  <pc:docChgLst>
    <pc:chgData name="Kiana Naparate" userId="S::knaparate.contractor@adb.org::deeb4398-7fac-4fa0-b711-20856dde2e54" providerId="AD" clId="Web-{915BC571-5149-E27E-E493-DAAFD71C6457}"/>
    <pc:docChg chg="addSld modSld">
      <pc:chgData name="Kiana Naparate" userId="S::knaparate.contractor@adb.org::deeb4398-7fac-4fa0-b711-20856dde2e54" providerId="AD" clId="Web-{915BC571-5149-E27E-E493-DAAFD71C6457}" dt="2026-03-27T08:56:23.910" v="107" actId="14100"/>
      <pc:docMkLst>
        <pc:docMk/>
      </pc:docMkLst>
      <pc:sldChg chg="addSp delSp modSp add replId">
        <pc:chgData name="Kiana Naparate" userId="S::knaparate.contractor@adb.org::deeb4398-7fac-4fa0-b711-20856dde2e54" providerId="AD" clId="Web-{915BC571-5149-E27E-E493-DAAFD71C6457}" dt="2026-03-27T08:56:23.910" v="107" actId="14100"/>
        <pc:sldMkLst>
          <pc:docMk/>
          <pc:sldMk cId="699006280" sldId="347"/>
        </pc:sldMkLst>
        <pc:spChg chg="mod">
          <ac:chgData name="Kiana Naparate" userId="S::knaparate.contractor@adb.org::deeb4398-7fac-4fa0-b711-20856dde2e54" providerId="AD" clId="Web-{915BC571-5149-E27E-E493-DAAFD71C6457}" dt="2026-03-27T08:48:30.196" v="55" actId="1076"/>
          <ac:spMkLst>
            <pc:docMk/>
            <pc:sldMk cId="699006280" sldId="347"/>
            <ac:spMk id="4" creationId="{64B6C596-C72C-C07A-E505-60075E310674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211" v="56" actId="1076"/>
          <ac:spMkLst>
            <pc:docMk/>
            <pc:sldMk cId="699006280" sldId="347"/>
            <ac:spMk id="5" creationId="{FAEA53C2-2508-5E4C-D91F-ABBFAAD4B998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102" v="51" actId="1076"/>
          <ac:spMkLst>
            <pc:docMk/>
            <pc:sldMk cId="699006280" sldId="347"/>
            <ac:spMk id="6" creationId="{898505E1-B586-989A-51E4-BDAFBD480481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039" v="49" actId="1076"/>
          <ac:spMkLst>
            <pc:docMk/>
            <pc:sldMk cId="699006280" sldId="347"/>
            <ac:spMk id="7" creationId="{299C3CFA-8497-DAA4-DEB6-EEE5066FA304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118" v="52" actId="1076"/>
          <ac:spMkLst>
            <pc:docMk/>
            <pc:sldMk cId="699006280" sldId="347"/>
            <ac:spMk id="8" creationId="{A6AA7044-A2C7-0685-2188-60959EB19768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13.430" v="38" actId="1076"/>
          <ac:spMkLst>
            <pc:docMk/>
            <pc:sldMk cId="699006280" sldId="347"/>
            <ac:spMk id="9" creationId="{E2E1DB75-C145-53C2-318A-E8BDA257B96C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29.946" v="45" actId="1076"/>
          <ac:spMkLst>
            <pc:docMk/>
            <pc:sldMk cId="699006280" sldId="347"/>
            <ac:spMk id="10" creationId="{59443842-1455-7CDC-B7AB-0C639D780049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50:20.930" v="93" actId="1076"/>
          <ac:spMkLst>
            <pc:docMk/>
            <pc:sldMk cId="699006280" sldId="347"/>
            <ac:spMk id="11" creationId="{B1F9FDEE-57C4-4C4A-0236-943097566232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29.993" v="47" actId="1076"/>
          <ac:spMkLst>
            <pc:docMk/>
            <pc:sldMk cId="699006280" sldId="347"/>
            <ac:spMk id="12" creationId="{FC110947-3C93-F081-307F-DB46C8887109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149" v="53" actId="1076"/>
          <ac:spMkLst>
            <pc:docMk/>
            <pc:sldMk cId="699006280" sldId="347"/>
            <ac:spMk id="13" creationId="{DD1E7771-23CD-073C-4FEB-3CE11E0EADE0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164" v="54" actId="1076"/>
          <ac:spMkLst>
            <pc:docMk/>
            <pc:sldMk cId="699006280" sldId="347"/>
            <ac:spMk id="15" creationId="{8F65B9B4-3463-CA97-0417-27B0BF07138D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024" v="48" actId="1076"/>
          <ac:spMkLst>
            <pc:docMk/>
            <pc:sldMk cId="699006280" sldId="347"/>
            <ac:spMk id="16" creationId="{EE95D816-8EEB-598E-1CA2-B36482F2BCF9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071" v="50" actId="1076"/>
          <ac:spMkLst>
            <pc:docMk/>
            <pc:sldMk cId="699006280" sldId="347"/>
            <ac:spMk id="17" creationId="{EA8ED16B-6412-AB9C-CE78-877EF98FBFDA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243" v="57" actId="1076"/>
          <ac:spMkLst>
            <pc:docMk/>
            <pc:sldMk cId="699006280" sldId="347"/>
            <ac:spMk id="18" creationId="{DC7AEB42-5A77-3DC1-B417-62910DD1777F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258" v="58" actId="1076"/>
          <ac:spMkLst>
            <pc:docMk/>
            <pc:sldMk cId="699006280" sldId="347"/>
            <ac:spMk id="19" creationId="{1C965940-C61A-E20A-DD57-3AC7E2BE7F8D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289" v="59" actId="1076"/>
          <ac:spMkLst>
            <pc:docMk/>
            <pc:sldMk cId="699006280" sldId="347"/>
            <ac:spMk id="20" creationId="{A3F992DB-17D0-9009-4B56-BBD326D6C8B9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305" v="60" actId="1076"/>
          <ac:spMkLst>
            <pc:docMk/>
            <pc:sldMk cId="699006280" sldId="347"/>
            <ac:spMk id="21" creationId="{C155D2C7-A570-9572-573E-3A302F49ECD5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336" v="61" actId="1076"/>
          <ac:spMkLst>
            <pc:docMk/>
            <pc:sldMk cId="699006280" sldId="347"/>
            <ac:spMk id="24" creationId="{68C5A99E-A361-3761-378A-55E9AFA137C8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30.352" v="62" actId="1076"/>
          <ac:spMkLst>
            <pc:docMk/>
            <pc:sldMk cId="699006280" sldId="347"/>
            <ac:spMk id="25" creationId="{F12B11EC-A74D-8C4D-EE2F-60A4F722A80F}"/>
          </ac:spMkLst>
        </pc:spChg>
        <pc:spChg chg="mod topLvl">
          <ac:chgData name="Kiana Naparate" userId="S::knaparate.contractor@adb.org::deeb4398-7fac-4fa0-b711-20856dde2e54" providerId="AD" clId="Web-{915BC571-5149-E27E-E493-DAAFD71C6457}" dt="2026-03-27T08:56:23.910" v="107" actId="14100"/>
          <ac:spMkLst>
            <pc:docMk/>
            <pc:sldMk cId="699006280" sldId="347"/>
            <ac:spMk id="61" creationId="{3D084B17-BE9C-7E9E-7723-3DF2764A1E45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29.868" v="42" actId="1076"/>
          <ac:spMkLst>
            <pc:docMk/>
            <pc:sldMk cId="699006280" sldId="347"/>
            <ac:spMk id="64" creationId="{53EDD041-29D2-2870-5BDF-94B9F93F60AC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29.899" v="43" actId="1076"/>
          <ac:spMkLst>
            <pc:docMk/>
            <pc:sldMk cId="699006280" sldId="347"/>
            <ac:spMk id="68" creationId="{6E5CA70D-F68D-45E9-9B91-F1BE4C3DDF00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8:29.915" v="44" actId="1076"/>
          <ac:spMkLst>
            <pc:docMk/>
            <pc:sldMk cId="699006280" sldId="347"/>
            <ac:spMk id="69" creationId="{05B00A9D-CC2C-E881-C22C-A16E0FE5A14B}"/>
          </ac:spMkLst>
        </pc:spChg>
        <pc:spChg chg="add del">
          <ac:chgData name="Kiana Naparate" userId="S::knaparate.contractor@adb.org::deeb4398-7fac-4fa0-b711-20856dde2e54" providerId="AD" clId="Web-{915BC571-5149-E27E-E493-DAAFD71C6457}" dt="2026-03-27T08:47:52.680" v="11"/>
          <ac:spMkLst>
            <pc:docMk/>
            <pc:sldMk cId="699006280" sldId="347"/>
            <ac:spMk id="70" creationId="{D688913F-BA5F-FD12-F561-9FAF4A4457AC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56:22.051" v="106" actId="1076"/>
          <ac:spMkLst>
            <pc:docMk/>
            <pc:sldMk cId="699006280" sldId="347"/>
            <ac:spMk id="71" creationId="{9FF1F4EE-97C5-147F-B068-F88BBC0AEC5C}"/>
          </ac:spMkLst>
        </pc:spChg>
        <pc:spChg chg="add del">
          <ac:chgData name="Kiana Naparate" userId="S::knaparate.contractor@adb.org::deeb4398-7fac-4fa0-b711-20856dde2e54" providerId="AD" clId="Web-{915BC571-5149-E27E-E493-DAAFD71C6457}" dt="2026-03-27T08:47:52.680" v="10"/>
          <ac:spMkLst>
            <pc:docMk/>
            <pc:sldMk cId="699006280" sldId="347"/>
            <ac:spMk id="72" creationId="{629BA06F-CB00-F3D1-44ED-4F45CBCC76D8}"/>
          </ac:spMkLst>
        </pc:spChg>
        <pc:spChg chg="add del">
          <ac:chgData name="Kiana Naparate" userId="S::knaparate.contractor@adb.org::deeb4398-7fac-4fa0-b711-20856dde2e54" providerId="AD" clId="Web-{915BC571-5149-E27E-E493-DAAFD71C6457}" dt="2026-03-27T08:47:52.680" v="9"/>
          <ac:spMkLst>
            <pc:docMk/>
            <pc:sldMk cId="699006280" sldId="347"/>
            <ac:spMk id="73" creationId="{71C75959-12BB-CB19-6A06-DEC29A2B0A2E}"/>
          </ac:spMkLst>
        </pc:spChg>
        <pc:spChg chg="add del">
          <ac:chgData name="Kiana Naparate" userId="S::knaparate.contractor@adb.org::deeb4398-7fac-4fa0-b711-20856dde2e54" providerId="AD" clId="Web-{915BC571-5149-E27E-E493-DAAFD71C6457}" dt="2026-03-27T08:47:52.680" v="8"/>
          <ac:spMkLst>
            <pc:docMk/>
            <pc:sldMk cId="699006280" sldId="347"/>
            <ac:spMk id="74" creationId="{A0B21489-F5AB-D851-EDA0-EEA83F5E9386}"/>
          </ac:spMkLst>
        </pc:spChg>
        <pc:spChg chg="add del">
          <ac:chgData name="Kiana Naparate" userId="S::knaparate.contractor@adb.org::deeb4398-7fac-4fa0-b711-20856dde2e54" providerId="AD" clId="Web-{915BC571-5149-E27E-E493-DAAFD71C6457}" dt="2026-03-27T08:47:52.680" v="7"/>
          <ac:spMkLst>
            <pc:docMk/>
            <pc:sldMk cId="699006280" sldId="347"/>
            <ac:spMk id="75" creationId="{63ADB958-DB40-04A1-5E49-C3AA673B175C}"/>
          </ac:spMkLst>
        </pc:spChg>
        <pc:spChg chg="add del mod">
          <ac:chgData name="Kiana Naparate" userId="S::knaparate.contractor@adb.org::deeb4398-7fac-4fa0-b711-20856dde2e54" providerId="AD" clId="Web-{915BC571-5149-E27E-E493-DAAFD71C6457}" dt="2026-03-27T08:49:28.805" v="74" actId="20577"/>
          <ac:spMkLst>
            <pc:docMk/>
            <pc:sldMk cId="699006280" sldId="347"/>
            <ac:spMk id="77" creationId="{A84CA059-92FF-32B1-AE8C-99DEA02DE4D6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9:08.352" v="67"/>
          <ac:spMkLst>
            <pc:docMk/>
            <pc:sldMk cId="699006280" sldId="347"/>
            <ac:spMk id="78" creationId="{59A2F348-F031-1C3B-C273-D5F8FBAC05AA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9:08.352" v="68"/>
          <ac:spMkLst>
            <pc:docMk/>
            <pc:sldMk cId="699006280" sldId="347"/>
            <ac:spMk id="79" creationId="{D206E89F-3AB1-B1B9-ECC3-8B97CCBD131F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9:08.352" v="69"/>
          <ac:spMkLst>
            <pc:docMk/>
            <pc:sldMk cId="699006280" sldId="347"/>
            <ac:spMk id="80" creationId="{D46E0384-41A3-7B67-30BA-8331FAFDCB3E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49:08.383" v="70"/>
          <ac:spMkLst>
            <pc:docMk/>
            <pc:sldMk cId="699006280" sldId="347"/>
            <ac:spMk id="81" creationId="{04230F62-B6AC-86B6-31BF-9EBF6C88B9FF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50:38.383" v="99" actId="20577"/>
          <ac:spMkLst>
            <pc:docMk/>
            <pc:sldMk cId="699006280" sldId="347"/>
            <ac:spMk id="89" creationId="{EB588C3B-619C-0AE4-35C0-1B68CDCF715E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50:40.555" v="100" actId="20577"/>
          <ac:spMkLst>
            <pc:docMk/>
            <pc:sldMk cId="699006280" sldId="347"/>
            <ac:spMk id="90" creationId="{F56CDB6D-86C9-F791-4450-7CBDBC4D36AF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50:43.071" v="101" actId="20577"/>
          <ac:spMkLst>
            <pc:docMk/>
            <pc:sldMk cId="699006280" sldId="347"/>
            <ac:spMk id="91" creationId="{70B8D793-13DB-7A78-7EDA-C91FE8516FF6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50:45.321" v="102" actId="20577"/>
          <ac:spMkLst>
            <pc:docMk/>
            <pc:sldMk cId="699006280" sldId="347"/>
            <ac:spMk id="92" creationId="{15D917C9-AD1B-66BF-3FCE-00F80C6655CA}"/>
          </ac:spMkLst>
        </pc:spChg>
        <pc:spChg chg="mod">
          <ac:chgData name="Kiana Naparate" userId="S::knaparate.contractor@adb.org::deeb4398-7fac-4fa0-b711-20856dde2e54" providerId="AD" clId="Web-{915BC571-5149-E27E-E493-DAAFD71C6457}" dt="2026-03-27T08:50:47.586" v="103" actId="20577"/>
          <ac:spMkLst>
            <pc:docMk/>
            <pc:sldMk cId="699006280" sldId="347"/>
            <ac:spMk id="93" creationId="{C5CBDE4D-3ACE-8977-7B69-E20ED9B229E2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07.711" v="85"/>
          <ac:spMkLst>
            <pc:docMk/>
            <pc:sldMk cId="699006280" sldId="347"/>
            <ac:spMk id="94" creationId="{F67127EC-4C4F-68D5-D1D9-108D88834C95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08.852" v="86"/>
          <ac:spMkLst>
            <pc:docMk/>
            <pc:sldMk cId="699006280" sldId="347"/>
            <ac:spMk id="95" creationId="{7F293849-245F-0C13-E273-266F7AA17CE6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05.649" v="84"/>
          <ac:spMkLst>
            <pc:docMk/>
            <pc:sldMk cId="699006280" sldId="347"/>
            <ac:spMk id="96" creationId="{C9C5E7EF-F145-9C1D-F826-DE605B20EAE2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10.086" v="87"/>
          <ac:spMkLst>
            <pc:docMk/>
            <pc:sldMk cId="699006280" sldId="347"/>
            <ac:spMk id="97" creationId="{9DA4B73A-C7FB-8744-BE80-BFEFD5AAE5A6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11.289" v="88"/>
          <ac:spMkLst>
            <pc:docMk/>
            <pc:sldMk cId="699006280" sldId="347"/>
            <ac:spMk id="98" creationId="{2096C004-44E5-454F-0367-76F280E71C8B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16.930" v="92"/>
          <ac:spMkLst>
            <pc:docMk/>
            <pc:sldMk cId="699006280" sldId="347"/>
            <ac:spMk id="99" creationId="{21C4FD23-E277-6836-747A-F196266977BE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15.805" v="91"/>
          <ac:spMkLst>
            <pc:docMk/>
            <pc:sldMk cId="699006280" sldId="347"/>
            <ac:spMk id="100" creationId="{EA161C1C-989F-67E8-39FD-7D9A43872730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14.711" v="90"/>
          <ac:spMkLst>
            <pc:docMk/>
            <pc:sldMk cId="699006280" sldId="347"/>
            <ac:spMk id="101" creationId="{17BAF33C-5ACD-A05C-143E-0A4B67EA30D2}"/>
          </ac:spMkLst>
        </pc:spChg>
        <pc:spChg chg="del">
          <ac:chgData name="Kiana Naparate" userId="S::knaparate.contractor@adb.org::deeb4398-7fac-4fa0-b711-20856dde2e54" providerId="AD" clId="Web-{915BC571-5149-E27E-E493-DAAFD71C6457}" dt="2026-03-27T08:50:12.352" v="89"/>
          <ac:spMkLst>
            <pc:docMk/>
            <pc:sldMk cId="699006280" sldId="347"/>
            <ac:spMk id="102" creationId="{F4FAEC7D-CF11-8C57-5A7A-19C1D8B3E411}"/>
          </ac:spMkLst>
        </pc:spChg>
        <pc:grpChg chg="add del">
          <ac:chgData name="Kiana Naparate" userId="S::knaparate.contractor@adb.org::deeb4398-7fac-4fa0-b711-20856dde2e54" providerId="AD" clId="Web-{915BC571-5149-E27E-E493-DAAFD71C6457}" dt="2026-03-27T08:47:52.680" v="12"/>
          <ac:grpSpMkLst>
            <pc:docMk/>
            <pc:sldMk cId="699006280" sldId="347"/>
            <ac:grpSpMk id="2" creationId="{5BC61589-6EE1-D2C2-6D5B-AFEE78CCCBC2}"/>
          </ac:grpSpMkLst>
        </pc:grpChg>
        <pc:grpChg chg="mod topLvl">
          <ac:chgData name="Kiana Naparate" userId="S::knaparate.contractor@adb.org::deeb4398-7fac-4fa0-b711-20856dde2e54" providerId="AD" clId="Web-{915BC571-5149-E27E-E493-DAAFD71C6457}" dt="2026-03-27T08:48:29.836" v="41" actId="1076"/>
          <ac:grpSpMkLst>
            <pc:docMk/>
            <pc:sldMk cId="699006280" sldId="347"/>
            <ac:grpSpMk id="59" creationId="{DD5E0ECD-C8A5-F136-64A1-A5EB80BF5F5A}"/>
          </ac:grpSpMkLst>
        </pc:grpChg>
        <pc:grpChg chg="topLvl">
          <ac:chgData name="Kiana Naparate" userId="S::knaparate.contractor@adb.org::deeb4398-7fac-4fa0-b711-20856dde2e54" providerId="AD" clId="Web-{915BC571-5149-E27E-E493-DAAFD71C6457}" dt="2026-03-27T08:47:58.102" v="13"/>
          <ac:grpSpMkLst>
            <pc:docMk/>
            <pc:sldMk cId="699006280" sldId="347"/>
            <ac:grpSpMk id="60" creationId="{6CC21CBA-2329-8917-F9C7-19EDBA55C566}"/>
          </ac:grpSpMkLst>
        </pc:grpChg>
        <pc:grpChg chg="del">
          <ac:chgData name="Kiana Naparate" userId="S::knaparate.contractor@adb.org::deeb4398-7fac-4fa0-b711-20856dde2e54" providerId="AD" clId="Web-{915BC571-5149-E27E-E493-DAAFD71C6457}" dt="2026-03-27T08:47:58.102" v="13"/>
          <ac:grpSpMkLst>
            <pc:docMk/>
            <pc:sldMk cId="699006280" sldId="347"/>
            <ac:grpSpMk id="62" creationId="{11EBCB93-2EBB-3A99-16D1-7383D594DAA7}"/>
          </ac:grpSpMkLst>
        </pc:grpChg>
        <pc:grpChg chg="add del mod">
          <ac:chgData name="Kiana Naparate" userId="S::knaparate.contractor@adb.org::deeb4398-7fac-4fa0-b711-20856dde2e54" providerId="AD" clId="Web-{915BC571-5149-E27E-E493-DAAFD71C6457}" dt="2026-03-27T08:49:36.618" v="76"/>
          <ac:grpSpMkLst>
            <pc:docMk/>
            <pc:sldMk cId="699006280" sldId="347"/>
            <ac:grpSpMk id="76" creationId="{E65F4811-FBA4-6E44-FF04-DDAB40C02493}"/>
          </ac:grpSpMkLst>
        </pc:grpChg>
        <pc:grpChg chg="add del">
          <ac:chgData name="Kiana Naparate" userId="S::knaparate.contractor@adb.org::deeb4398-7fac-4fa0-b711-20856dde2e54" providerId="AD" clId="Web-{915BC571-5149-E27E-E493-DAAFD71C6457}" dt="2026-03-27T08:49:40.258" v="78"/>
          <ac:grpSpMkLst>
            <pc:docMk/>
            <pc:sldMk cId="699006280" sldId="347"/>
            <ac:grpSpMk id="82" creationId="{B3DA995D-B647-1E2D-AA8C-ED421F8F8D13}"/>
          </ac:grpSpMkLst>
        </pc:grpChg>
        <pc:grpChg chg="add mod">
          <ac:chgData name="Kiana Naparate" userId="S::knaparate.contractor@adb.org::deeb4398-7fac-4fa0-b711-20856dde2e54" providerId="AD" clId="Web-{915BC571-5149-E27E-E493-DAAFD71C6457}" dt="2026-03-27T08:50:29.321" v="95" actId="1076"/>
          <ac:grpSpMkLst>
            <pc:docMk/>
            <pc:sldMk cId="699006280" sldId="347"/>
            <ac:grpSpMk id="88" creationId="{CC92DFF9-8BFF-24D3-CA10-C1DC9C2F91D7}"/>
          </ac:grpSpMkLst>
        </pc:grpChg>
      </pc:sldChg>
    </pc:docChg>
  </pc:docChgLst>
  <pc:docChgLst>
    <pc:chgData name="Kiana Naparate" userId="S::knaparate.contractor@adb.org::deeb4398-7fac-4fa0-b711-20856dde2e54" providerId="AD" clId="Web-{58E428FD-3FEF-468B-E50C-5359D3146D99}"/>
    <pc:docChg chg="modSld">
      <pc:chgData name="Kiana Naparate" userId="S::knaparate.contractor@adb.org::deeb4398-7fac-4fa0-b711-20856dde2e54" providerId="AD" clId="Web-{58E428FD-3FEF-468B-E50C-5359D3146D99}" dt="2026-03-24T02:09:31.691" v="280" actId="20577"/>
      <pc:docMkLst>
        <pc:docMk/>
      </pc:docMkLst>
      <pc:sldChg chg="addSp modSp">
        <pc:chgData name="Kiana Naparate" userId="S::knaparate.contractor@adb.org::deeb4398-7fac-4fa0-b711-20856dde2e54" providerId="AD" clId="Web-{58E428FD-3FEF-468B-E50C-5359D3146D99}" dt="2026-03-24T02:09:31.691" v="280" actId="20577"/>
        <pc:sldMkLst>
          <pc:docMk/>
          <pc:sldMk cId="3697442336" sldId="331"/>
        </pc:sldMkLst>
        <pc:spChg chg="mod">
          <ac:chgData name="Kiana Naparate" userId="S::knaparate.contractor@adb.org::deeb4398-7fac-4fa0-b711-20856dde2e54" providerId="AD" clId="Web-{58E428FD-3FEF-468B-E50C-5359D3146D99}" dt="2026-03-24T01:51:50.081" v="62" actId="20577"/>
          <ac:spMkLst>
            <pc:docMk/>
            <pc:sldMk cId="3697442336" sldId="331"/>
            <ac:spMk id="3" creationId="{14B1CA45-7AC3-CE67-FEF6-90D264AB19DE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51:53.269" v="64" actId="20577"/>
          <ac:spMkLst>
            <pc:docMk/>
            <pc:sldMk cId="3697442336" sldId="331"/>
            <ac:spMk id="7" creationId="{CFD18BEA-47E1-CCF9-97AA-0DDEC5D4AF82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2:02:06.631" v="259" actId="20577"/>
          <ac:spMkLst>
            <pc:docMk/>
            <pc:sldMk cId="3697442336" sldId="331"/>
            <ac:spMk id="8" creationId="{3883791A-FC8C-FE48-931B-8124A538F6E2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2:09:13.816" v="270" actId="20577"/>
          <ac:spMkLst>
            <pc:docMk/>
            <pc:sldMk cId="3697442336" sldId="331"/>
            <ac:spMk id="9" creationId="{3346C379-946B-F0E6-52C2-3C01EF1A5E54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2:02:11.069" v="261" actId="20577"/>
          <ac:spMkLst>
            <pc:docMk/>
            <pc:sldMk cId="3697442336" sldId="331"/>
            <ac:spMk id="10" creationId="{F26E729C-AB7A-6076-CF42-B4468392EF51}"/>
          </ac:spMkLst>
        </pc:spChg>
        <pc:spChg chg="add mod">
          <ac:chgData name="Kiana Naparate" userId="S::knaparate.contractor@adb.org::deeb4398-7fac-4fa0-b711-20856dde2e54" providerId="AD" clId="Web-{58E428FD-3FEF-468B-E50C-5359D3146D99}" dt="2026-03-24T02:01:51.927" v="255" actId="20577"/>
          <ac:spMkLst>
            <pc:docMk/>
            <pc:sldMk cId="3697442336" sldId="331"/>
            <ac:spMk id="12" creationId="{BF78AF5E-2213-82F8-E28D-5D20BA02B073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2:09:06.441" v="266" actId="20577"/>
          <ac:spMkLst>
            <pc:docMk/>
            <pc:sldMk cId="3697442336" sldId="331"/>
            <ac:spMk id="14" creationId="{2AFC8C5D-D967-3943-24C6-610BC63B250E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57:40.437" v="246" actId="20577"/>
          <ac:spMkLst>
            <pc:docMk/>
            <pc:sldMk cId="3697442336" sldId="331"/>
            <ac:spMk id="15" creationId="{E9450688-BE77-75C7-8833-AE318EF3645C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2:09:17.597" v="274" actId="20577"/>
          <ac:spMkLst>
            <pc:docMk/>
            <pc:sldMk cId="3697442336" sldId="331"/>
            <ac:spMk id="22" creationId="{95752B05-B185-9996-23EF-54F7DCDC0F32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55:15.429" v="159" actId="20577"/>
          <ac:spMkLst>
            <pc:docMk/>
            <pc:sldMk cId="3697442336" sldId="331"/>
            <ac:spMk id="23" creationId="{5E5BA16F-BE7A-4EE2-E260-8BFDA526C2AE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2:09:31.691" v="280" actId="20577"/>
          <ac:spMkLst>
            <pc:docMk/>
            <pc:sldMk cId="3697442336" sldId="331"/>
            <ac:spMk id="25" creationId="{50F30F86-4B26-B9F1-81AD-B4BF06D86F90}"/>
          </ac:spMkLst>
        </pc:spChg>
        <pc:spChg chg="add mod">
          <ac:chgData name="Kiana Naparate" userId="S::knaparate.contractor@adb.org::deeb4398-7fac-4fa0-b711-20856dde2e54" providerId="AD" clId="Web-{58E428FD-3FEF-468B-E50C-5359D3146D99}" dt="2026-03-24T02:02:15.866" v="263" actId="20577"/>
          <ac:spMkLst>
            <pc:docMk/>
            <pc:sldMk cId="3697442336" sldId="331"/>
            <ac:spMk id="26" creationId="{25850C90-D365-6B6C-1748-C4D1F6B0EA6F}"/>
          </ac:spMkLst>
        </pc:spChg>
        <pc:grpChg chg="mod">
          <ac:chgData name="Kiana Naparate" userId="S::knaparate.contractor@adb.org::deeb4398-7fac-4fa0-b711-20856dde2e54" providerId="AD" clId="Web-{58E428FD-3FEF-468B-E50C-5359D3146D99}" dt="2026-03-24T01:54:55.427" v="146" actId="14100"/>
          <ac:grpSpMkLst>
            <pc:docMk/>
            <pc:sldMk cId="3697442336" sldId="331"/>
            <ac:grpSpMk id="4" creationId="{6E795B49-F436-AC54-0D38-5BC55BBDD3BE}"/>
          </ac:grpSpMkLst>
        </pc:grpChg>
        <pc:grpChg chg="mod">
          <ac:chgData name="Kiana Naparate" userId="S::knaparate.contractor@adb.org::deeb4398-7fac-4fa0-b711-20856dde2e54" providerId="AD" clId="Web-{58E428FD-3FEF-468B-E50C-5359D3146D99}" dt="2026-03-24T01:55:00.380" v="147" actId="1076"/>
          <ac:grpSpMkLst>
            <pc:docMk/>
            <pc:sldMk cId="3697442336" sldId="331"/>
            <ac:grpSpMk id="5" creationId="{B643A7BB-78F5-7F57-1B66-956EC510400A}"/>
          </ac:grpSpMkLst>
        </pc:grpChg>
        <pc:grpChg chg="add mod">
          <ac:chgData name="Kiana Naparate" userId="S::knaparate.contractor@adb.org::deeb4398-7fac-4fa0-b711-20856dde2e54" providerId="AD" clId="Web-{58E428FD-3FEF-468B-E50C-5359D3146D99}" dt="2026-03-24T01:55:26.211" v="160" actId="1076"/>
          <ac:grpSpMkLst>
            <pc:docMk/>
            <pc:sldMk cId="3697442336" sldId="331"/>
            <ac:grpSpMk id="13" creationId="{CFEFEB04-52A1-E7C7-8DAE-C16E6FBC0A65}"/>
          </ac:grpSpMkLst>
        </pc:grpChg>
        <pc:grpChg chg="mod">
          <ac:chgData name="Kiana Naparate" userId="S::knaparate.contractor@adb.org::deeb4398-7fac-4fa0-b711-20856dde2e54" providerId="AD" clId="Web-{58E428FD-3FEF-468B-E50C-5359D3146D99}" dt="2026-03-24T01:55:11.241" v="155" actId="1076"/>
          <ac:grpSpMkLst>
            <pc:docMk/>
            <pc:sldMk cId="3697442336" sldId="331"/>
            <ac:grpSpMk id="18" creationId="{0D33DD7C-9D41-589D-0803-9F61ACCDF356}"/>
          </ac:grpSpMkLst>
        </pc:grpChg>
      </pc:sldChg>
      <pc:sldChg chg="addSp delSp modSp">
        <pc:chgData name="Kiana Naparate" userId="S::knaparate.contractor@adb.org::deeb4398-7fac-4fa0-b711-20856dde2e54" providerId="AD" clId="Web-{58E428FD-3FEF-468B-E50C-5359D3146D99}" dt="2026-03-24T01:51:27.190" v="53" actId="14100"/>
        <pc:sldMkLst>
          <pc:docMk/>
          <pc:sldMk cId="2332558993" sldId="346"/>
        </pc:sldMkLst>
        <pc:spChg chg="mod">
          <ac:chgData name="Kiana Naparate" userId="S::knaparate.contractor@adb.org::deeb4398-7fac-4fa0-b711-20856dde2e54" providerId="AD" clId="Web-{58E428FD-3FEF-468B-E50C-5359D3146D99}" dt="2026-03-24T01:51:27.190" v="53" actId="14100"/>
          <ac:spMkLst>
            <pc:docMk/>
            <pc:sldMk cId="2332558993" sldId="346"/>
            <ac:spMk id="6" creationId="{979B729B-8675-4D70-9466-D9D36BF3A310}"/>
          </ac:spMkLst>
        </pc:spChg>
        <pc:spChg chg="mod ord">
          <ac:chgData name="Kiana Naparate" userId="S::knaparate.contractor@adb.org::deeb4398-7fac-4fa0-b711-20856dde2e54" providerId="AD" clId="Web-{58E428FD-3FEF-468B-E50C-5359D3146D99}" dt="2026-03-24T01:50:19.346" v="48" actId="14100"/>
          <ac:spMkLst>
            <pc:docMk/>
            <pc:sldMk cId="2332558993" sldId="346"/>
            <ac:spMk id="8" creationId="{B2D19932-5216-F961-D923-89130AEA9B4A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49:51.236" v="42" actId="20577"/>
          <ac:spMkLst>
            <pc:docMk/>
            <pc:sldMk cId="2332558993" sldId="346"/>
            <ac:spMk id="9" creationId="{7D1E3476-F517-FFD8-DCC6-5C47E9A082F1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48:30.280" v="20" actId="14100"/>
          <ac:spMkLst>
            <pc:docMk/>
            <pc:sldMk cId="2332558993" sldId="346"/>
            <ac:spMk id="12" creationId="{99ECEDCB-6857-8A8B-71B1-4CD0A175CCDF}"/>
          </ac:spMkLst>
        </pc:spChg>
        <pc:spChg chg="add mod">
          <ac:chgData name="Kiana Naparate" userId="S::knaparate.contractor@adb.org::deeb4398-7fac-4fa0-b711-20856dde2e54" providerId="AD" clId="Web-{58E428FD-3FEF-468B-E50C-5359D3146D99}" dt="2026-03-24T01:49:25.048" v="35" actId="14100"/>
          <ac:spMkLst>
            <pc:docMk/>
            <pc:sldMk cId="2332558993" sldId="346"/>
            <ac:spMk id="13" creationId="{28B09917-3583-0CA1-6E7E-EB7791E8CD0F}"/>
          </ac:spMkLst>
        </pc:spChg>
        <pc:spChg chg="add mod">
          <ac:chgData name="Kiana Naparate" userId="S::knaparate.contractor@adb.org::deeb4398-7fac-4fa0-b711-20856dde2e54" providerId="AD" clId="Web-{58E428FD-3FEF-468B-E50C-5359D3146D99}" dt="2026-03-24T01:50:08.877" v="46" actId="1076"/>
          <ac:spMkLst>
            <pc:docMk/>
            <pc:sldMk cId="2332558993" sldId="346"/>
            <ac:spMk id="15" creationId="{843E251D-76D5-B4B0-C5DF-32265008DCAC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50:38.096" v="51" actId="1076"/>
          <ac:spMkLst>
            <pc:docMk/>
            <pc:sldMk cId="2332558993" sldId="346"/>
            <ac:spMk id="16" creationId="{8D23E90A-D9A3-83BE-E3A0-D944D7904051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47:39.888" v="0" actId="1076"/>
          <ac:spMkLst>
            <pc:docMk/>
            <pc:sldMk cId="2332558993" sldId="346"/>
            <ac:spMk id="64" creationId="{ADB65C67-95C3-EB0B-6695-DF52E43FAD70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50:38.533" v="52" actId="1076"/>
          <ac:spMkLst>
            <pc:docMk/>
            <pc:sldMk cId="2332558993" sldId="346"/>
            <ac:spMk id="68" creationId="{6FB35257-A2C2-68C4-D2D0-2FC345AB1702}"/>
          </ac:spMkLst>
        </pc:spChg>
        <pc:spChg chg="mod">
          <ac:chgData name="Kiana Naparate" userId="S::knaparate.contractor@adb.org::deeb4398-7fac-4fa0-b711-20856dde2e54" providerId="AD" clId="Web-{58E428FD-3FEF-468B-E50C-5359D3146D99}" dt="2026-03-24T01:48:36.374" v="26" actId="20577"/>
          <ac:spMkLst>
            <pc:docMk/>
            <pc:sldMk cId="2332558993" sldId="346"/>
            <ac:spMk id="71" creationId="{C1FBEE5F-EE7F-6FBA-499E-595CD8FA7BB2}"/>
          </ac:spMkLst>
        </pc:spChg>
      </pc:sldChg>
    </pc:docChg>
  </pc:docChgLst>
  <pc:docChgLst>
    <pc:chgData name="Jimwyl Perez" userId="S::jperez2.contractor@adb.org::fc00229f-e87f-4a35-8b3e-498896f17f42" providerId="AD" clId="Web-{1E56D24A-0700-40E5-8CD8-B365EA1FA10E}"/>
    <pc:docChg chg="addSld delSld modSld">
      <pc:chgData name="Jimwyl Perez" userId="S::jperez2.contractor@adb.org::fc00229f-e87f-4a35-8b3e-498896f17f42" providerId="AD" clId="Web-{1E56D24A-0700-40E5-8CD8-B365EA1FA10E}" dt="2026-03-13T00:58:36.120" v="29"/>
      <pc:docMkLst>
        <pc:docMk/>
      </pc:docMkLst>
      <pc:sldChg chg="modSp">
        <pc:chgData name="Jimwyl Perez" userId="S::jperez2.contractor@adb.org::fc00229f-e87f-4a35-8b3e-498896f17f42" providerId="AD" clId="Web-{1E56D24A-0700-40E5-8CD8-B365EA1FA10E}" dt="2026-03-13T00:58:33.338" v="28" actId="20577"/>
        <pc:sldMkLst>
          <pc:docMk/>
          <pc:sldMk cId="3697442336" sldId="331"/>
        </pc:sldMkLst>
        <pc:spChg chg="mod">
          <ac:chgData name="Jimwyl Perez" userId="S::jperez2.contractor@adb.org::fc00229f-e87f-4a35-8b3e-498896f17f42" providerId="AD" clId="Web-{1E56D24A-0700-40E5-8CD8-B365EA1FA10E}" dt="2026-03-13T00:58:28.557" v="27" actId="20577"/>
          <ac:spMkLst>
            <pc:docMk/>
            <pc:sldMk cId="3697442336" sldId="331"/>
            <ac:spMk id="9" creationId="{3346C379-946B-F0E6-52C2-3C01EF1A5E54}"/>
          </ac:spMkLst>
        </pc:spChg>
        <pc:spChg chg="mod">
          <ac:chgData name="Jimwyl Perez" userId="S::jperez2.contractor@adb.org::fc00229f-e87f-4a35-8b3e-498896f17f42" providerId="AD" clId="Web-{1E56D24A-0700-40E5-8CD8-B365EA1FA10E}" dt="2026-03-13T00:58:03.025" v="13" actId="20577"/>
          <ac:spMkLst>
            <pc:docMk/>
            <pc:sldMk cId="3697442336" sldId="331"/>
            <ac:spMk id="14" creationId="{2AFC8C5D-D967-3943-24C6-610BC63B250E}"/>
          </ac:spMkLst>
        </pc:spChg>
        <pc:spChg chg="mod">
          <ac:chgData name="Jimwyl Perez" userId="S::jperez2.contractor@adb.org::fc00229f-e87f-4a35-8b3e-498896f17f42" providerId="AD" clId="Web-{1E56D24A-0700-40E5-8CD8-B365EA1FA10E}" dt="2026-03-13T00:58:33.338" v="28" actId="20577"/>
          <ac:spMkLst>
            <pc:docMk/>
            <pc:sldMk cId="3697442336" sldId="331"/>
            <ac:spMk id="22" creationId="{95752B05-B185-9996-23EF-54F7DCDC0F32}"/>
          </ac:spMkLst>
        </pc:spChg>
      </pc:sldChg>
    </pc:docChg>
  </pc:docChgLst>
  <pc:docChgLst>
    <pc:chgData name="Jimwyl Perez" userId="S::jperez2.contractor@adb.org::fc00229f-e87f-4a35-8b3e-498896f17f42" providerId="AD" clId="Web-{154A9D28-1309-8487-E112-11AF9804ECE3}"/>
    <pc:docChg chg="modSld">
      <pc:chgData name="Jimwyl Perez" userId="S::jperez2.contractor@adb.org::fc00229f-e87f-4a35-8b3e-498896f17f42" providerId="AD" clId="Web-{154A9D28-1309-8487-E112-11AF9804ECE3}" dt="2026-03-13T06:16:13.530" v="145"/>
      <pc:docMkLst>
        <pc:docMk/>
      </pc:docMkLst>
      <pc:sldChg chg="modSp">
        <pc:chgData name="Jimwyl Perez" userId="S::jperez2.contractor@adb.org::fc00229f-e87f-4a35-8b3e-498896f17f42" providerId="AD" clId="Web-{154A9D28-1309-8487-E112-11AF9804ECE3}" dt="2026-03-13T06:16:13.530" v="145"/>
        <pc:sldMkLst>
          <pc:docMk/>
          <pc:sldMk cId="897487403" sldId="305"/>
        </pc:sldMkLst>
        <pc:graphicFrameChg chg="mod modGraphic">
          <ac:chgData name="Jimwyl Perez" userId="S::jperez2.contractor@adb.org::fc00229f-e87f-4a35-8b3e-498896f17f42" providerId="AD" clId="Web-{154A9D28-1309-8487-E112-11AF9804ECE3}" dt="2026-03-13T06:16:07.139" v="141"/>
          <ac:graphicFrameMkLst>
            <pc:docMk/>
            <pc:sldMk cId="897487403" sldId="305"/>
            <ac:graphicFrameMk id="3" creationId="{BDD5CF00-1B82-F4E2-482F-A58FD7EB7461}"/>
          </ac:graphicFrameMkLst>
        </pc:graphicFrameChg>
        <pc:graphicFrameChg chg="mod modGraphic">
          <ac:chgData name="Jimwyl Perez" userId="S::jperez2.contractor@adb.org::fc00229f-e87f-4a35-8b3e-498896f17f42" providerId="AD" clId="Web-{154A9D28-1309-8487-E112-11AF9804ECE3}" dt="2026-03-13T06:16:13.530" v="145"/>
          <ac:graphicFrameMkLst>
            <pc:docMk/>
            <pc:sldMk cId="897487403" sldId="305"/>
            <ac:graphicFrameMk id="4" creationId="{FCB6749B-6BA2-C1FB-02C4-6592E4181682}"/>
          </ac:graphicFrameMkLst>
        </pc:graphicFrameChg>
        <pc:graphicFrameChg chg="mod modGraphic">
          <ac:chgData name="Jimwyl Perez" userId="S::jperez2.contractor@adb.org::fc00229f-e87f-4a35-8b3e-498896f17f42" providerId="AD" clId="Web-{154A9D28-1309-8487-E112-11AF9804ECE3}" dt="2026-03-13T06:15:49.388" v="85"/>
          <ac:graphicFrameMkLst>
            <pc:docMk/>
            <pc:sldMk cId="897487403" sldId="305"/>
            <ac:graphicFrameMk id="6" creationId="{BA006823-50AB-4B40-E7E7-BA404D84D87A}"/>
          </ac:graphicFrameMkLst>
        </pc:graphicFrameChg>
      </pc:sldChg>
    </pc:docChg>
  </pc:docChgLst>
  <pc:docChgLst>
    <pc:chgData name="Jimwyl Perez" userId="S::jperez2.contractor@adb.org::fc00229f-e87f-4a35-8b3e-498896f17f42" providerId="AD" clId="Web-{8DA0ACB0-D884-6AF6-CCB9-232EBDB5B0BC}"/>
    <pc:docChg chg="modSld">
      <pc:chgData name="Jimwyl Perez" userId="S::jperez2.contractor@adb.org::fc00229f-e87f-4a35-8b3e-498896f17f42" providerId="AD" clId="Web-{8DA0ACB0-D884-6AF6-CCB9-232EBDB5B0BC}" dt="2026-03-13T04:58:15.197" v="87" actId="20577"/>
      <pc:docMkLst>
        <pc:docMk/>
      </pc:docMkLst>
      <pc:sldChg chg="addSp delSp modSp">
        <pc:chgData name="Jimwyl Perez" userId="S::jperez2.contractor@adb.org::fc00229f-e87f-4a35-8b3e-498896f17f42" providerId="AD" clId="Web-{8DA0ACB0-D884-6AF6-CCB9-232EBDB5B0BC}" dt="2026-03-13T04:58:15.197" v="87" actId="20577"/>
        <pc:sldMkLst>
          <pc:docMk/>
          <pc:sldMk cId="3697442336" sldId="331"/>
        </pc:sldMkLst>
        <pc:spChg chg="mod">
          <ac:chgData name="Jimwyl Perez" userId="S::jperez2.contractor@adb.org::fc00229f-e87f-4a35-8b3e-498896f17f42" providerId="AD" clId="Web-{8DA0ACB0-D884-6AF6-CCB9-232EBDB5B0BC}" dt="2026-03-13T01:47:59.793" v="7" actId="20577"/>
          <ac:spMkLst>
            <pc:docMk/>
            <pc:sldMk cId="3697442336" sldId="331"/>
            <ac:spMk id="3" creationId="{14B1CA45-7AC3-CE67-FEF6-90D264AB19DE}"/>
          </ac:spMkLst>
        </pc:spChg>
        <pc:spChg chg="mod">
          <ac:chgData name="Jimwyl Perez" userId="S::jperez2.contractor@adb.org::fc00229f-e87f-4a35-8b3e-498896f17f42" providerId="AD" clId="Web-{8DA0ACB0-D884-6AF6-CCB9-232EBDB5B0BC}" dt="2026-03-13T04:58:03.149" v="79" actId="20577"/>
          <ac:spMkLst>
            <pc:docMk/>
            <pc:sldMk cId="3697442336" sldId="331"/>
            <ac:spMk id="7" creationId="{CFD18BEA-47E1-CCF9-97AA-0DDEC5D4AF82}"/>
          </ac:spMkLst>
        </pc:spChg>
        <pc:spChg chg="mod">
          <ac:chgData name="Jimwyl Perez" userId="S::jperez2.contractor@adb.org::fc00229f-e87f-4a35-8b3e-498896f17f42" providerId="AD" clId="Web-{8DA0ACB0-D884-6AF6-CCB9-232EBDB5B0BC}" dt="2026-03-13T01:49:13.643" v="50" actId="20577"/>
          <ac:spMkLst>
            <pc:docMk/>
            <pc:sldMk cId="3697442336" sldId="331"/>
            <ac:spMk id="8" creationId="{3883791A-FC8C-FE48-931B-8124A538F6E2}"/>
          </ac:spMkLst>
        </pc:spChg>
        <pc:spChg chg="mod">
          <ac:chgData name="Jimwyl Perez" userId="S::jperez2.contractor@adb.org::fc00229f-e87f-4a35-8b3e-498896f17f42" providerId="AD" clId="Web-{8DA0ACB0-D884-6AF6-CCB9-232EBDB5B0BC}" dt="2026-03-13T01:48:22.264" v="25" actId="20577"/>
          <ac:spMkLst>
            <pc:docMk/>
            <pc:sldMk cId="3697442336" sldId="331"/>
            <ac:spMk id="10" creationId="{F26E729C-AB7A-6076-CF42-B4468392EF51}"/>
          </ac:spMkLst>
        </pc:spChg>
        <pc:spChg chg="add mod">
          <ac:chgData name="Jimwyl Perez" userId="S::jperez2.contractor@adb.org::fc00229f-e87f-4a35-8b3e-498896f17f42" providerId="AD" clId="Web-{8DA0ACB0-D884-6AF6-CCB9-232EBDB5B0BC}" dt="2026-03-13T01:50:34.320" v="71" actId="20577"/>
          <ac:spMkLst>
            <pc:docMk/>
            <pc:sldMk cId="3697442336" sldId="331"/>
            <ac:spMk id="15" creationId="{E9450688-BE77-75C7-8833-AE318EF3645C}"/>
          </ac:spMkLst>
        </pc:spChg>
        <pc:spChg chg="mod">
          <ac:chgData name="Jimwyl Perez" userId="S::jperez2.contractor@adb.org::fc00229f-e87f-4a35-8b3e-498896f17f42" providerId="AD" clId="Web-{8DA0ACB0-D884-6AF6-CCB9-232EBDB5B0BC}" dt="2026-03-13T01:49:25.863" v="51" actId="20577"/>
          <ac:spMkLst>
            <pc:docMk/>
            <pc:sldMk cId="3697442336" sldId="331"/>
            <ac:spMk id="19" creationId="{86DDF182-8A52-27BB-27CB-5C12A939EFEE}"/>
          </ac:spMkLst>
        </pc:spChg>
        <pc:spChg chg="mod">
          <ac:chgData name="Jimwyl Perez" userId="S::jperez2.contractor@adb.org::fc00229f-e87f-4a35-8b3e-498896f17f42" providerId="AD" clId="Web-{8DA0ACB0-D884-6AF6-CCB9-232EBDB5B0BC}" dt="2026-03-13T04:58:15.197" v="87" actId="20577"/>
          <ac:spMkLst>
            <pc:docMk/>
            <pc:sldMk cId="3697442336" sldId="331"/>
            <ac:spMk id="20" creationId="{0621087D-4C41-435B-7F94-823E0D49D07C}"/>
          </ac:spMkLst>
        </pc:spChg>
      </pc:sldChg>
    </pc:docChg>
  </pc:docChgLst>
  <pc:docChgLst>
    <pc:chgData name="Jimwyl Perez" userId="S::jperez2.contractor@adb.org::fc00229f-e87f-4a35-8b3e-498896f17f42" providerId="AD" clId="Web-{9B114E67-9D18-898D-E62F-A2F0BBB83E84}"/>
    <pc:docChg chg="modSld">
      <pc:chgData name="Jimwyl Perez" userId="S::jperez2.contractor@adb.org::fc00229f-e87f-4a35-8b3e-498896f17f42" providerId="AD" clId="Web-{9B114E67-9D18-898D-E62F-A2F0BBB83E84}" dt="2026-03-24T00:59:50.085" v="65"/>
      <pc:docMkLst>
        <pc:docMk/>
      </pc:docMkLst>
      <pc:sldChg chg="modSp">
        <pc:chgData name="Jimwyl Perez" userId="S::jperez2.contractor@adb.org::fc00229f-e87f-4a35-8b3e-498896f17f42" providerId="AD" clId="Web-{9B114E67-9D18-898D-E62F-A2F0BBB83E84}" dt="2026-03-24T00:58:22.627" v="1" actId="20577"/>
        <pc:sldMkLst>
          <pc:docMk/>
          <pc:sldMk cId="3659208437" sldId="303"/>
        </pc:sldMkLst>
        <pc:spChg chg="mod">
          <ac:chgData name="Jimwyl Perez" userId="S::jperez2.contractor@adb.org::fc00229f-e87f-4a35-8b3e-498896f17f42" providerId="AD" clId="Web-{9B114E67-9D18-898D-E62F-A2F0BBB83E84}" dt="2026-03-24T00:58:22.627" v="1" actId="20577"/>
          <ac:spMkLst>
            <pc:docMk/>
            <pc:sldMk cId="3659208437" sldId="303"/>
            <ac:spMk id="20" creationId="{0305DE78-0388-E52E-5F5A-98C21448948A}"/>
          </ac:spMkLst>
        </pc:spChg>
      </pc:sldChg>
      <pc:sldChg chg="addSp delSp modSp">
        <pc:chgData name="Jimwyl Perez" userId="S::jperez2.contractor@adb.org::fc00229f-e87f-4a35-8b3e-498896f17f42" providerId="AD" clId="Web-{9B114E67-9D18-898D-E62F-A2F0BBB83E84}" dt="2026-03-24T00:59:50.085" v="65"/>
        <pc:sldMkLst>
          <pc:docMk/>
          <pc:sldMk cId="897487403" sldId="305"/>
        </pc:sldMkLst>
        <pc:spChg chg="mod">
          <ac:chgData name="Jimwyl Perez" userId="S::jperez2.contractor@adb.org::fc00229f-e87f-4a35-8b3e-498896f17f42" providerId="AD" clId="Web-{9B114E67-9D18-898D-E62F-A2F0BBB83E84}" dt="2026-03-24T00:59:38.288" v="55" actId="1076"/>
          <ac:spMkLst>
            <pc:docMk/>
            <pc:sldMk cId="897487403" sldId="305"/>
            <ac:spMk id="7" creationId="{CE43EB7B-0640-AAE5-954E-FB5A1B851C22}"/>
          </ac:spMkLst>
        </pc:spChg>
        <pc:spChg chg="mod">
          <ac:chgData name="Jimwyl Perez" userId="S::jperez2.contractor@adb.org::fc00229f-e87f-4a35-8b3e-498896f17f42" providerId="AD" clId="Web-{9B114E67-9D18-898D-E62F-A2F0BBB83E84}" dt="2026-03-24T00:59:38.334" v="56" actId="1076"/>
          <ac:spMkLst>
            <pc:docMk/>
            <pc:sldMk cId="897487403" sldId="305"/>
            <ac:spMk id="10" creationId="{AFF6E6BA-D555-DDCB-6F59-76821D4F4079}"/>
          </ac:spMkLst>
        </pc:spChg>
        <pc:spChg chg="mod">
          <ac:chgData name="Jimwyl Perez" userId="S::jperez2.contractor@adb.org::fc00229f-e87f-4a35-8b3e-498896f17f42" providerId="AD" clId="Web-{9B114E67-9D18-898D-E62F-A2F0BBB83E84}" dt="2026-03-24T00:59:38.381" v="57" actId="1076"/>
          <ac:spMkLst>
            <pc:docMk/>
            <pc:sldMk cId="897487403" sldId="305"/>
            <ac:spMk id="12" creationId="{9B0B968C-637A-AAC8-0D50-BF5EF7B15455}"/>
          </ac:spMkLst>
        </pc:spChg>
        <pc:graphicFrameChg chg="add del mod modGraphic">
          <ac:chgData name="Jimwyl Perez" userId="S::jperez2.contractor@adb.org::fc00229f-e87f-4a35-8b3e-498896f17f42" providerId="AD" clId="Web-{9B114E67-9D18-898D-E62F-A2F0BBB83E84}" dt="2026-03-24T00:59:50.085" v="65"/>
          <ac:graphicFrameMkLst>
            <pc:docMk/>
            <pc:sldMk cId="897487403" sldId="305"/>
            <ac:graphicFrameMk id="3" creationId="{BDD5CF00-1B82-F4E2-482F-A58FD7EB7461}"/>
          </ac:graphicFrameMkLst>
        </pc:graphicFrameChg>
        <pc:graphicFrameChg chg="mod">
          <ac:chgData name="Jimwyl Perez" userId="S::jperez2.contractor@adb.org::fc00229f-e87f-4a35-8b3e-498896f17f42" providerId="AD" clId="Web-{9B114E67-9D18-898D-E62F-A2F0BBB83E84}" dt="2026-03-24T00:59:04.926" v="46" actId="1076"/>
          <ac:graphicFrameMkLst>
            <pc:docMk/>
            <pc:sldMk cId="897487403" sldId="305"/>
            <ac:graphicFrameMk id="6" creationId="{BA006823-50AB-4B40-E7E7-BA404D84D87A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028BE7-D89A-55FE-2211-4844C7364F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35B46-59C9-AE45-EB4D-10203FCEAD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C978A-796C-F843-84E6-714013A20B67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9FA62-3023-D878-7925-3C21451A71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917AA-05E6-BDF5-2C93-84FB5535C9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1C596-06EB-D947-81DF-6B0662C79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40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A0D8A-ED10-4A71-8450-9625DE84EE69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16E09-8B40-4ED1-86B7-C94735C5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3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3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4.wdp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microsoft.com/office/2007/relationships/hdphoto" Target="../media/hdphoto5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6.wdp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microsoft.com/office/2007/relationships/hdphoto" Target="../media/hdphoto7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8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9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10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microsoft.com/office/2007/relationships/hdphoto" Target="../media/hdphoto11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blue wavy lines&#10;&#10;Description automatically generated">
            <a:extLst>
              <a:ext uri="{FF2B5EF4-FFF2-40B4-BE49-F238E27FC236}">
                <a16:creationId xmlns:a16="http://schemas.microsoft.com/office/drawing/2014/main" id="{C0B37FD3-2E43-3CB4-83E1-EEC2F7D0E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18875C-F4E2-FA32-A18E-102993D4E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594" y="2573631"/>
            <a:ext cx="11047206" cy="2387600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2FBC6-9031-44CB-301F-04016C7A1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593" y="5014685"/>
            <a:ext cx="11047206" cy="98001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23F22-202B-22C5-B9EA-75BED886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A9BAB-EB88-2DD9-82D9-904B108017BF}"/>
              </a:ext>
            </a:extLst>
          </p:cNvPr>
          <p:cNvSpPr/>
          <p:nvPr userDrawn="1"/>
        </p:nvSpPr>
        <p:spPr>
          <a:xfrm>
            <a:off x="164055" y="3374478"/>
            <a:ext cx="45719" cy="1586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DF671D-3EF5-6E85-6EB3-0D04558FB4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9" y="5793840"/>
            <a:ext cx="4253757" cy="1040152"/>
          </a:xfrm>
          <a:prstGeom prst="rect">
            <a:avLst/>
          </a:prstGeom>
        </p:spPr>
      </p:pic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852FBE8F-B070-8109-B023-E060794B8B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8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wavy lines">
            <a:extLst>
              <a:ext uri="{FF2B5EF4-FFF2-40B4-BE49-F238E27FC236}">
                <a16:creationId xmlns:a16="http://schemas.microsoft.com/office/drawing/2014/main" id="{7B9009FE-A9BF-C878-9F49-E933349164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383553-B2F4-A7DA-7659-3504D95E4EEA}"/>
              </a:ext>
            </a:extLst>
          </p:cNvPr>
          <p:cNvSpPr/>
          <p:nvPr userDrawn="1"/>
        </p:nvSpPr>
        <p:spPr>
          <a:xfrm>
            <a:off x="-43031" y="2560320"/>
            <a:ext cx="12235031" cy="3410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3CA6B-81FA-92D2-8D0A-B13CA73C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87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5ED3D-0DC5-3A28-B7A4-26448284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144" y="4589464"/>
            <a:ext cx="10515600" cy="93996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15AD-84E1-33F7-BE3C-DC0253DD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6318B4-0B07-E63B-1B33-556C18F774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9" y="5793840"/>
            <a:ext cx="4253757" cy="104015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C8732180-6185-6F47-417A-B406EA4EA59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3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wavy lines">
            <a:extLst>
              <a:ext uri="{FF2B5EF4-FFF2-40B4-BE49-F238E27FC236}">
                <a16:creationId xmlns:a16="http://schemas.microsoft.com/office/drawing/2014/main" id="{7B9009FE-A9BF-C878-9F49-E933349164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383553-B2F4-A7DA-7659-3504D95E4EEA}"/>
              </a:ext>
            </a:extLst>
          </p:cNvPr>
          <p:cNvSpPr/>
          <p:nvPr userDrawn="1"/>
        </p:nvSpPr>
        <p:spPr>
          <a:xfrm>
            <a:off x="17029" y="2560320"/>
            <a:ext cx="12174971" cy="34101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3CA6B-81FA-92D2-8D0A-B13CA73C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87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5ED3D-0DC5-3A28-B7A4-26448284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144" y="4589464"/>
            <a:ext cx="10515600" cy="939968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15AD-84E1-33F7-BE3C-DC0253DD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6318B4-0B07-E63B-1B33-556C18F774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9" y="5793840"/>
            <a:ext cx="4253757" cy="104015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C8732180-6185-6F47-417A-B406EA4EA59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6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black background&#10;&#10;Description automatically generated">
            <a:extLst>
              <a:ext uri="{FF2B5EF4-FFF2-40B4-BE49-F238E27FC236}">
                <a16:creationId xmlns:a16="http://schemas.microsoft.com/office/drawing/2014/main" id="{D98C54E4-BBD9-B9A8-144E-B0B8FB8E9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34111"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0BD2A-E58A-12B7-BFDE-DEFA7054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365125"/>
            <a:ext cx="11041743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558B-5F9B-1B2A-F0DE-2EFB049E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085" y="1825625"/>
            <a:ext cx="11041743" cy="4139746"/>
          </a:xfrm>
        </p:spPr>
        <p:txBody>
          <a:bodyPr/>
          <a:lstStyle>
            <a:lvl1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ED74-28F0-4005-7C6F-12FACC50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40F2E-1D1D-55B1-29BF-87CFD40B6A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A0CD0736-EB50-330A-55B9-C8741580A36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  <p:pic>
        <p:nvPicPr>
          <p:cNvPr id="5" name="Picture 4" descr="A green and blue gradient&#10;&#10;Description automatically generated">
            <a:extLst>
              <a:ext uri="{FF2B5EF4-FFF2-40B4-BE49-F238E27FC236}">
                <a16:creationId xmlns:a16="http://schemas.microsoft.com/office/drawing/2014/main" id="{2C7E166D-ECFA-286E-2CE6-033F5000AE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8166" y="-7925"/>
            <a:ext cx="5403834" cy="169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3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Dar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black background&#10;&#10;Description automatically generated">
            <a:extLst>
              <a:ext uri="{FF2B5EF4-FFF2-40B4-BE49-F238E27FC236}">
                <a16:creationId xmlns:a16="http://schemas.microsoft.com/office/drawing/2014/main" id="{D98C54E4-BBD9-B9A8-144E-B0B8FB8E9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0BD2A-E58A-12B7-BFDE-DEFA7054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365125"/>
            <a:ext cx="11041743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558B-5F9B-1B2A-F0DE-2EFB049E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085" y="1825625"/>
            <a:ext cx="11041743" cy="4139746"/>
          </a:xfrm>
        </p:spPr>
        <p:txBody>
          <a:bodyPr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ED74-28F0-4005-7C6F-12FACC50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40F2E-1D1D-55B1-29BF-87CFD40B6A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A0CD0736-EB50-330A-55B9-C8741580A36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  <p:pic>
        <p:nvPicPr>
          <p:cNvPr id="5" name="Picture 4" descr="A green and blue gradient&#10;&#10;Description automatically generated">
            <a:extLst>
              <a:ext uri="{FF2B5EF4-FFF2-40B4-BE49-F238E27FC236}">
                <a16:creationId xmlns:a16="http://schemas.microsoft.com/office/drawing/2014/main" id="{2C7E166D-ECFA-286E-2CE6-033F5000AE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8166" y="-7925"/>
            <a:ext cx="5403834" cy="169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5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black background&#10;&#10;Description automatically generated">
            <a:extLst>
              <a:ext uri="{FF2B5EF4-FFF2-40B4-BE49-F238E27FC236}">
                <a16:creationId xmlns:a16="http://schemas.microsoft.com/office/drawing/2014/main" id="{45FF00F1-57A4-6BB7-3C36-9249E2A8D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34111"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57940A-D954-B4E7-52A0-8E206093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6" y="365125"/>
            <a:ext cx="11015661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C31C3-5528-9AE4-B3B0-776370FB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C1517-D2A0-3390-60D6-B2BB45446C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9A9974-0C06-EC11-9C7A-3C237DD371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6067" y="1822225"/>
            <a:ext cx="11015662" cy="4121376"/>
          </a:xfrm>
        </p:spPr>
        <p:txBody>
          <a:bodyPr/>
          <a:lstStyle>
            <a:lvl1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D48AC4AB-80D7-1771-129E-3D31ABB82F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8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_Dar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black background&#10;&#10;Description automatically generated">
            <a:extLst>
              <a:ext uri="{FF2B5EF4-FFF2-40B4-BE49-F238E27FC236}">
                <a16:creationId xmlns:a16="http://schemas.microsoft.com/office/drawing/2014/main" id="{45FF00F1-57A4-6BB7-3C36-9249E2A8D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57940A-D954-B4E7-52A0-8E206093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6" y="365125"/>
            <a:ext cx="11015661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C31C3-5528-9AE4-B3B0-776370FB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C1517-D2A0-3390-60D6-B2BB45446C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9A9974-0C06-EC11-9C7A-3C237DD371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6067" y="1822225"/>
            <a:ext cx="11015662" cy="4121376"/>
          </a:xfrm>
        </p:spPr>
        <p:txBody>
          <a:bodyPr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D48AC4AB-80D7-1771-129E-3D31ABB82F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yellow and blue wave&#10;&#10;Description automatically generated">
            <a:extLst>
              <a:ext uri="{FF2B5EF4-FFF2-40B4-BE49-F238E27FC236}">
                <a16:creationId xmlns:a16="http://schemas.microsoft.com/office/drawing/2014/main" id="{30583331-3C67-687B-8EE8-00406B0D78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9000" y="0"/>
            <a:ext cx="6223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6E238-E8CB-3DA3-45BF-7E7375A7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2" y="457200"/>
            <a:ext cx="6954158" cy="1465943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38F64-D73D-78C8-2A94-DE14BFC5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E667EA-B10C-50D3-8874-70F471D988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742A6E-BA2C-158D-2A8A-EC4BE22938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663" y="2008188"/>
            <a:ext cx="6370637" cy="387508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496834A2-A802-D293-933D-4E416437E9E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6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Dar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yellow and blue wave&#10;&#10;Description automatically generated">
            <a:extLst>
              <a:ext uri="{FF2B5EF4-FFF2-40B4-BE49-F238E27FC236}">
                <a16:creationId xmlns:a16="http://schemas.microsoft.com/office/drawing/2014/main" id="{30583331-3C67-687B-8EE8-00406B0D78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9000" y="0"/>
            <a:ext cx="6223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6E238-E8CB-3DA3-45BF-7E7375A7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2" y="457200"/>
            <a:ext cx="6954158" cy="1465943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38F64-D73D-78C8-2A94-DE14BFC5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E667EA-B10C-50D3-8874-70F471D988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742A6E-BA2C-158D-2A8A-EC4BE22938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663" y="2008188"/>
            <a:ext cx="6370637" cy="387508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496834A2-A802-D293-933D-4E416437E9E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9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65D6C1-0F40-4D04-A07F-E2775247D0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4AC9FA-2D11-4107-A5AB-591F8862B9F2}"/>
              </a:ext>
            </a:extLst>
          </p:cNvPr>
          <p:cNvGrpSpPr/>
          <p:nvPr userDrawn="1"/>
        </p:nvGrpSpPr>
        <p:grpSpPr>
          <a:xfrm>
            <a:off x="11601450" y="6279445"/>
            <a:ext cx="401560" cy="397212"/>
            <a:chOff x="7823763" y="5316316"/>
            <a:chExt cx="569847" cy="563678"/>
          </a:xfrm>
        </p:grpSpPr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8BF08742-E169-4B88-B961-9B5E5210E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763" y="5316316"/>
              <a:ext cx="569847" cy="563678"/>
            </a:xfrm>
            <a:custGeom>
              <a:avLst/>
              <a:gdLst>
                <a:gd name="T0" fmla="*/ 78 w 271"/>
                <a:gd name="T1" fmla="*/ 214 h 265"/>
                <a:gd name="T2" fmla="*/ 135 w 271"/>
                <a:gd name="T3" fmla="*/ 157 h 265"/>
                <a:gd name="T4" fmla="*/ 191 w 271"/>
                <a:gd name="T5" fmla="*/ 214 h 265"/>
                <a:gd name="T6" fmla="*/ 159 w 271"/>
                <a:gd name="T7" fmla="*/ 265 h 265"/>
                <a:gd name="T8" fmla="*/ 271 w 271"/>
                <a:gd name="T9" fmla="*/ 265 h 265"/>
                <a:gd name="T10" fmla="*/ 135 w 271"/>
                <a:gd name="T11" fmla="*/ 0 h 265"/>
                <a:gd name="T12" fmla="*/ 0 w 271"/>
                <a:gd name="T13" fmla="*/ 265 h 265"/>
                <a:gd name="T14" fmla="*/ 111 w 271"/>
                <a:gd name="T15" fmla="*/ 265 h 265"/>
                <a:gd name="T16" fmla="*/ 78 w 271"/>
                <a:gd name="T17" fmla="*/ 21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1" h="265">
                  <a:moveTo>
                    <a:pt x="78" y="214"/>
                  </a:moveTo>
                  <a:cubicBezTo>
                    <a:pt x="78" y="183"/>
                    <a:pt x="104" y="157"/>
                    <a:pt x="135" y="157"/>
                  </a:cubicBezTo>
                  <a:cubicBezTo>
                    <a:pt x="166" y="157"/>
                    <a:pt x="191" y="183"/>
                    <a:pt x="191" y="214"/>
                  </a:cubicBezTo>
                  <a:cubicBezTo>
                    <a:pt x="191" y="237"/>
                    <a:pt x="178" y="256"/>
                    <a:pt x="159" y="265"/>
                  </a:cubicBezTo>
                  <a:cubicBezTo>
                    <a:pt x="271" y="265"/>
                    <a:pt x="271" y="265"/>
                    <a:pt x="271" y="26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111" y="265"/>
                    <a:pt x="111" y="265"/>
                    <a:pt x="111" y="265"/>
                  </a:cubicBezTo>
                  <a:cubicBezTo>
                    <a:pt x="92" y="256"/>
                    <a:pt x="78" y="237"/>
                    <a:pt x="78" y="214"/>
                  </a:cubicBezTo>
                </a:path>
              </a:pathLst>
            </a:cu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093820-8D78-418C-A7AA-3FB1C7FE1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306" y="5330711"/>
              <a:ext cx="167662" cy="168692"/>
            </a:xfrm>
            <a:prstGeom prst="ellipse">
              <a:avLst/>
            </a:pr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A6C70B1-DC46-4D42-BA88-BCE4E3455121}"/>
              </a:ext>
            </a:extLst>
          </p:cNvPr>
          <p:cNvSpPr txBox="1">
            <a:spLocks/>
          </p:cNvSpPr>
          <p:nvPr userDrawn="1"/>
        </p:nvSpPr>
        <p:spPr>
          <a:xfrm>
            <a:off x="3611345" y="6445886"/>
            <a:ext cx="4969310" cy="1355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00"/>
              </a:lnSpc>
            </a:pPr>
            <a:r>
              <a:rPr lang="en-US" sz="900">
                <a:solidFill>
                  <a:srgbClr val="808080"/>
                </a:solidFill>
                <a:latin typeface="+mn-lt"/>
                <a:cs typeface="Segoe UI Semilight" panose="020B0402040204020203" pitchFamily="34" charset="0"/>
              </a:rPr>
              <a:t>©AvePoint, Inc. All rights reserved. Confidential and proprietary information of AvePoint, Inc. </a:t>
            </a:r>
          </a:p>
        </p:txBody>
      </p:sp>
    </p:spTree>
    <p:extLst>
      <p:ext uri="{BB962C8B-B14F-4D97-AF65-F5344CB8AC3E}">
        <p14:creationId xmlns:p14="http://schemas.microsoft.com/office/powerpoint/2010/main" val="180991759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ayout 14_C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B519FFC-D729-4625-B37F-F9D4BD2BBDC0}"/>
              </a:ext>
            </a:extLst>
          </p:cNvPr>
          <p:cNvGrpSpPr/>
          <p:nvPr userDrawn="1"/>
        </p:nvGrpSpPr>
        <p:grpSpPr>
          <a:xfrm>
            <a:off x="11476672" y="6129314"/>
            <a:ext cx="405689" cy="401296"/>
            <a:chOff x="7823779" y="5316311"/>
            <a:chExt cx="569848" cy="563677"/>
          </a:xfrm>
        </p:grpSpPr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F3C1F00E-DD2F-4175-A6E9-78D1FE724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779" y="5316311"/>
              <a:ext cx="569848" cy="563677"/>
            </a:xfrm>
            <a:custGeom>
              <a:avLst/>
              <a:gdLst>
                <a:gd name="T0" fmla="*/ 78 w 271"/>
                <a:gd name="T1" fmla="*/ 214 h 265"/>
                <a:gd name="T2" fmla="*/ 135 w 271"/>
                <a:gd name="T3" fmla="*/ 157 h 265"/>
                <a:gd name="T4" fmla="*/ 191 w 271"/>
                <a:gd name="T5" fmla="*/ 214 h 265"/>
                <a:gd name="T6" fmla="*/ 159 w 271"/>
                <a:gd name="T7" fmla="*/ 265 h 265"/>
                <a:gd name="T8" fmla="*/ 271 w 271"/>
                <a:gd name="T9" fmla="*/ 265 h 265"/>
                <a:gd name="T10" fmla="*/ 135 w 271"/>
                <a:gd name="T11" fmla="*/ 0 h 265"/>
                <a:gd name="T12" fmla="*/ 0 w 271"/>
                <a:gd name="T13" fmla="*/ 265 h 265"/>
                <a:gd name="T14" fmla="*/ 111 w 271"/>
                <a:gd name="T15" fmla="*/ 265 h 265"/>
                <a:gd name="T16" fmla="*/ 78 w 271"/>
                <a:gd name="T17" fmla="*/ 21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1" h="265">
                  <a:moveTo>
                    <a:pt x="78" y="214"/>
                  </a:moveTo>
                  <a:cubicBezTo>
                    <a:pt x="78" y="183"/>
                    <a:pt x="104" y="157"/>
                    <a:pt x="135" y="157"/>
                  </a:cubicBezTo>
                  <a:cubicBezTo>
                    <a:pt x="166" y="157"/>
                    <a:pt x="191" y="183"/>
                    <a:pt x="191" y="214"/>
                  </a:cubicBezTo>
                  <a:cubicBezTo>
                    <a:pt x="191" y="237"/>
                    <a:pt x="178" y="256"/>
                    <a:pt x="159" y="265"/>
                  </a:cubicBezTo>
                  <a:cubicBezTo>
                    <a:pt x="271" y="265"/>
                    <a:pt x="271" y="265"/>
                    <a:pt x="271" y="26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111" y="265"/>
                    <a:pt x="111" y="265"/>
                    <a:pt x="111" y="265"/>
                  </a:cubicBezTo>
                  <a:cubicBezTo>
                    <a:pt x="92" y="256"/>
                    <a:pt x="78" y="237"/>
                    <a:pt x="78" y="214"/>
                  </a:cubicBezTo>
                </a:path>
              </a:pathLst>
            </a:cu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Oval 15">
              <a:extLst>
                <a:ext uri="{FF2B5EF4-FFF2-40B4-BE49-F238E27FC236}">
                  <a16:creationId xmlns:a16="http://schemas.microsoft.com/office/drawing/2014/main" id="{3FBDFF7C-0BB9-4B41-AD9E-F5A8AED8E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306" y="5330712"/>
              <a:ext cx="167663" cy="168692"/>
            </a:xfrm>
            <a:prstGeom prst="ellipse">
              <a:avLst/>
            </a:pr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3ED76FF-F7E1-4D87-8652-FC81CBBF3222}"/>
              </a:ext>
            </a:extLst>
          </p:cNvPr>
          <p:cNvSpPr txBox="1">
            <a:spLocks/>
          </p:cNvSpPr>
          <p:nvPr userDrawn="1"/>
        </p:nvSpPr>
        <p:spPr>
          <a:xfrm>
            <a:off x="1483242" y="6254303"/>
            <a:ext cx="9214428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00"/>
              </a:lnSpc>
            </a:pPr>
            <a:r>
              <a:rPr lang="en-US" sz="900">
                <a:solidFill>
                  <a:srgbClr val="4C5966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©AvePoint, Inc. All rights reserved. Confidential and proprietary information of AvePoint, Inc.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B5052-B459-420A-B7F1-7867BFE2930D}"/>
              </a:ext>
            </a:extLst>
          </p:cNvPr>
          <p:cNvSpPr/>
          <p:nvPr userDrawn="1"/>
        </p:nvSpPr>
        <p:spPr bwMode="auto">
          <a:xfrm>
            <a:off x="0" y="0"/>
            <a:ext cx="35887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BCD62-9D85-4DA1-9775-7FC6B175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971400"/>
            <a:ext cx="2828003" cy="166199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E23338-C00A-4D99-B699-2834CD3D2C7C}"/>
              </a:ext>
            </a:extLst>
          </p:cNvPr>
          <p:cNvSpPr/>
          <p:nvPr userDrawn="1"/>
        </p:nvSpPr>
        <p:spPr bwMode="auto">
          <a:xfrm>
            <a:off x="511277" y="698090"/>
            <a:ext cx="924233" cy="9832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C45A02-F071-49FF-B89A-F2FD4498C54C}"/>
              </a:ext>
            </a:extLst>
          </p:cNvPr>
          <p:cNvGrpSpPr/>
          <p:nvPr userDrawn="1"/>
        </p:nvGrpSpPr>
        <p:grpSpPr>
          <a:xfrm>
            <a:off x="-1423" y="6697846"/>
            <a:ext cx="12193257" cy="160154"/>
            <a:chOff x="331" y="-1404"/>
            <a:chExt cx="12193257" cy="947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D5311D-D145-4EC3-8131-0D3D60687BFA}"/>
                </a:ext>
              </a:extLst>
            </p:cNvPr>
            <p:cNvSpPr/>
            <p:nvPr/>
          </p:nvSpPr>
          <p:spPr bwMode="auto">
            <a:xfrm>
              <a:off x="331" y="-1404"/>
              <a:ext cx="3108960" cy="94710"/>
            </a:xfrm>
            <a:prstGeom prst="rect">
              <a:avLst/>
            </a:prstGeom>
            <a:solidFill>
              <a:srgbClr val="F68D3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D5F174D-7B24-4B10-AE3F-51E24DF849B8}"/>
                </a:ext>
              </a:extLst>
            </p:cNvPr>
            <p:cNvSpPr/>
            <p:nvPr/>
          </p:nvSpPr>
          <p:spPr bwMode="auto">
            <a:xfrm>
              <a:off x="3109368" y="-1404"/>
              <a:ext cx="3108960" cy="94710"/>
            </a:xfrm>
            <a:prstGeom prst="rect">
              <a:avLst/>
            </a:prstGeom>
            <a:solidFill>
              <a:srgbClr val="F0532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4A5506-FA92-4E2C-81DB-D1288E43057F}"/>
                </a:ext>
              </a:extLst>
            </p:cNvPr>
            <p:cNvSpPr/>
            <p:nvPr/>
          </p:nvSpPr>
          <p:spPr bwMode="auto">
            <a:xfrm>
              <a:off x="6092210" y="-1404"/>
              <a:ext cx="3108960" cy="94710"/>
            </a:xfrm>
            <a:prstGeom prst="rect">
              <a:avLst/>
            </a:prstGeom>
            <a:solidFill>
              <a:srgbClr val="319DA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8456BD-5C1B-466C-813B-BDE1CD0193C4}"/>
                </a:ext>
              </a:extLst>
            </p:cNvPr>
            <p:cNvSpPr/>
            <p:nvPr/>
          </p:nvSpPr>
          <p:spPr bwMode="auto">
            <a:xfrm>
              <a:off x="9084628" y="-1404"/>
              <a:ext cx="3108960" cy="94710"/>
            </a:xfrm>
            <a:prstGeom prst="rect">
              <a:avLst/>
            </a:prstGeom>
            <a:solidFill>
              <a:srgbClr val="4C5966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782DEE-42B1-48C0-9183-018EBE506622}"/>
              </a:ext>
            </a:extLst>
          </p:cNvPr>
          <p:cNvGrpSpPr/>
          <p:nvPr userDrawn="1"/>
        </p:nvGrpSpPr>
        <p:grpSpPr>
          <a:xfrm>
            <a:off x="12543692" y="0"/>
            <a:ext cx="1598750" cy="4724401"/>
            <a:chOff x="12543692" y="1430216"/>
            <a:chExt cx="1598750" cy="47244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748976B-3409-4C72-A06E-8F90AC8D9E26}"/>
                </a:ext>
              </a:extLst>
            </p:cNvPr>
            <p:cNvGrpSpPr/>
            <p:nvPr userDrawn="1"/>
          </p:nvGrpSpPr>
          <p:grpSpPr>
            <a:xfrm>
              <a:off x="12543692" y="1430216"/>
              <a:ext cx="1575304" cy="2180492"/>
              <a:chOff x="12543692" y="1430216"/>
              <a:chExt cx="1575304" cy="218049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5A6992F-DA16-429F-A2D8-91DC97AC40E0}"/>
                  </a:ext>
                </a:extLst>
              </p:cNvPr>
              <p:cNvGrpSpPr/>
              <p:nvPr userDrawn="1"/>
            </p:nvGrpSpPr>
            <p:grpSpPr>
              <a:xfrm>
                <a:off x="12543692" y="1430216"/>
                <a:ext cx="1324708" cy="2180492"/>
                <a:chOff x="12543692" y="1512278"/>
                <a:chExt cx="1324708" cy="2180492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8ED1111E-D779-4530-B418-AE14F57AFE49}"/>
                    </a:ext>
                  </a:extLst>
                </p:cNvPr>
                <p:cNvGrpSpPr/>
                <p:nvPr userDrawn="1"/>
              </p:nvGrpSpPr>
              <p:grpSpPr>
                <a:xfrm>
                  <a:off x="12656612" y="1600201"/>
                  <a:ext cx="1110189" cy="1997672"/>
                  <a:chOff x="12656612" y="1600201"/>
                  <a:chExt cx="1110189" cy="1997672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22CA2EB4-8E31-44B3-AFC1-0B7780F773B9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2656612" y="1608582"/>
                    <a:ext cx="487926" cy="93141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76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89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102</a:t>
                    </a:r>
                    <a:endParaRPr lang="en-US" sz="1000" spc="-50" baseline="-250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352A0DE7-9D81-488C-A89F-7FB66C331B8F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3255096" y="1600201"/>
                    <a:ext cx="510623" cy="939942"/>
                  </a:xfrm>
                  <a:prstGeom prst="rect">
                    <a:avLst/>
                  </a:prstGeom>
                  <a:solidFill>
                    <a:schemeClr val="tx2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239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62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45</a:t>
                    </a: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17A91756-A847-433D-B065-8F47D3341458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2657951" y="2657931"/>
                    <a:ext cx="485249" cy="939942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49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157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160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0B779625-363B-4627-9E56-0BC68D3F7C74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3253915" y="2657317"/>
                    <a:ext cx="512886" cy="939942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246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141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61</a:t>
                    </a:r>
                  </a:p>
                </p:txBody>
              </p:sp>
            </p:grp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9A3ECAB-4F77-4010-81F2-A9F55C26B0FE}"/>
                    </a:ext>
                  </a:extLst>
                </p:cNvPr>
                <p:cNvSpPr/>
                <p:nvPr userDrawn="1"/>
              </p:nvSpPr>
              <p:spPr bwMode="auto">
                <a:xfrm>
                  <a:off x="12543692" y="1512278"/>
                  <a:ext cx="1324708" cy="218049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409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pc="-50" err="1">
                    <a:ln>
                      <a:solidFill>
                        <a:schemeClr val="tx1"/>
                      </a:solidFill>
                    </a:ln>
                    <a:noFill/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0CF94E-34F4-449D-922C-6F982CE625B6}"/>
                  </a:ext>
                </a:extLst>
              </p:cNvPr>
              <p:cNvSpPr txBox="1"/>
              <p:nvPr userDrawn="1"/>
            </p:nvSpPr>
            <p:spPr>
              <a:xfrm rot="5400000">
                <a:off x="13364309" y="2004645"/>
                <a:ext cx="13247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Primary Colors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A2D8A50-D8F7-48B3-ABF8-F5EADDBA67FE}"/>
                </a:ext>
              </a:extLst>
            </p:cNvPr>
            <p:cNvGrpSpPr/>
            <p:nvPr userDrawn="1"/>
          </p:nvGrpSpPr>
          <p:grpSpPr>
            <a:xfrm>
              <a:off x="12543692" y="3974125"/>
              <a:ext cx="1598750" cy="2180492"/>
              <a:chOff x="12543692" y="3974125"/>
              <a:chExt cx="1598750" cy="2180492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CB5C0CE-86F2-457A-BA24-83C7B151AF98}"/>
                  </a:ext>
                </a:extLst>
              </p:cNvPr>
              <p:cNvGrpSpPr/>
              <p:nvPr userDrawn="1"/>
            </p:nvGrpSpPr>
            <p:grpSpPr>
              <a:xfrm>
                <a:off x="12543692" y="3974125"/>
                <a:ext cx="1324708" cy="2180492"/>
                <a:chOff x="12543692" y="3880340"/>
                <a:chExt cx="1324708" cy="2180492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5FF397D-FEAE-434B-8540-0B40971C8D91}"/>
                    </a:ext>
                  </a:extLst>
                </p:cNvPr>
                <p:cNvGrpSpPr/>
                <p:nvPr userDrawn="1"/>
              </p:nvGrpSpPr>
              <p:grpSpPr>
                <a:xfrm>
                  <a:off x="12654270" y="3972341"/>
                  <a:ext cx="1116910" cy="1999185"/>
                  <a:chOff x="12654270" y="3972341"/>
                  <a:chExt cx="1116910" cy="199918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B86EEC33-B9C1-435E-AF78-10E09103E3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657074" y="3973712"/>
                    <a:ext cx="487002" cy="93994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240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83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45</a:t>
                    </a:r>
                    <a:endParaRPr lang="en-US" sz="1000" spc="-50" baseline="-250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5F8C24C-8BD7-4E5C-A38A-A3282467F3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3251930" y="3972341"/>
                    <a:ext cx="516685" cy="939940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142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184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201</a:t>
                    </a:r>
                    <a:endParaRPr lang="en-US" sz="1000" spc="-50" baseline="-25000">
                      <a:solidFill>
                        <a:schemeClr val="tx1"/>
                      </a:soli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53ED53B-CF7B-45E5-B218-E316F9E942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654270" y="5031584"/>
                    <a:ext cx="492611" cy="939942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219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217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214</a:t>
                    </a:r>
                    <a:endParaRPr lang="en-US" sz="1000" spc="-50" baseline="-250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E5AB06C2-E230-4DB5-9BD8-56AD4E6E04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3249124" y="5029455"/>
                    <a:ext cx="522056" cy="93994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202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232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228</a:t>
                    </a:r>
                    <a:endParaRPr lang="en-US" sz="1000" spc="-50" baseline="-25000">
                      <a:solidFill>
                        <a:schemeClr val="tx1"/>
                      </a:soli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</p:grp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96AB078-A744-4F11-A921-09083DCE932D}"/>
                    </a:ext>
                  </a:extLst>
                </p:cNvPr>
                <p:cNvSpPr/>
                <p:nvPr userDrawn="1"/>
              </p:nvSpPr>
              <p:spPr bwMode="auto">
                <a:xfrm>
                  <a:off x="12543692" y="3880340"/>
                  <a:ext cx="1324708" cy="218049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409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pc="-50" err="1">
                    <a:ln>
                      <a:solidFill>
                        <a:schemeClr val="tx1"/>
                      </a:solidFill>
                    </a:ln>
                    <a:noFill/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B65617-DE3C-457D-95B2-B08769B069B3}"/>
                  </a:ext>
                </a:extLst>
              </p:cNvPr>
              <p:cNvSpPr txBox="1"/>
              <p:nvPr userDrawn="1"/>
            </p:nvSpPr>
            <p:spPr>
              <a:xfrm rot="5400000">
                <a:off x="13387755" y="4548553"/>
                <a:ext cx="13247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Secondary Colors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595036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8B4B3-7BED-714D-BD5F-C9B4B6C6CF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40972"/>
            <a:ext cx="12192000" cy="193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C3985-3369-4CCE-BBC7-72A216966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B0F835-D73C-4D88-9515-22E1AFEE24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95300" y="1838324"/>
            <a:ext cx="11201400" cy="39909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2DC319-3378-42D6-BB6E-01CDE0ABED36}"/>
              </a:ext>
            </a:extLst>
          </p:cNvPr>
          <p:cNvGrpSpPr/>
          <p:nvPr userDrawn="1"/>
        </p:nvGrpSpPr>
        <p:grpSpPr>
          <a:xfrm>
            <a:off x="11601450" y="6279445"/>
            <a:ext cx="401560" cy="397212"/>
            <a:chOff x="7823763" y="5316316"/>
            <a:chExt cx="569847" cy="563678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6C46203-87C6-477A-B25F-6A6E8F9E4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763" y="5316316"/>
              <a:ext cx="569847" cy="563678"/>
            </a:xfrm>
            <a:custGeom>
              <a:avLst/>
              <a:gdLst>
                <a:gd name="T0" fmla="*/ 78 w 271"/>
                <a:gd name="T1" fmla="*/ 214 h 265"/>
                <a:gd name="T2" fmla="*/ 135 w 271"/>
                <a:gd name="T3" fmla="*/ 157 h 265"/>
                <a:gd name="T4" fmla="*/ 191 w 271"/>
                <a:gd name="T5" fmla="*/ 214 h 265"/>
                <a:gd name="T6" fmla="*/ 159 w 271"/>
                <a:gd name="T7" fmla="*/ 265 h 265"/>
                <a:gd name="T8" fmla="*/ 271 w 271"/>
                <a:gd name="T9" fmla="*/ 265 h 265"/>
                <a:gd name="T10" fmla="*/ 135 w 271"/>
                <a:gd name="T11" fmla="*/ 0 h 265"/>
                <a:gd name="T12" fmla="*/ 0 w 271"/>
                <a:gd name="T13" fmla="*/ 265 h 265"/>
                <a:gd name="T14" fmla="*/ 111 w 271"/>
                <a:gd name="T15" fmla="*/ 265 h 265"/>
                <a:gd name="T16" fmla="*/ 78 w 271"/>
                <a:gd name="T17" fmla="*/ 21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1" h="265">
                  <a:moveTo>
                    <a:pt x="78" y="214"/>
                  </a:moveTo>
                  <a:cubicBezTo>
                    <a:pt x="78" y="183"/>
                    <a:pt x="104" y="157"/>
                    <a:pt x="135" y="157"/>
                  </a:cubicBezTo>
                  <a:cubicBezTo>
                    <a:pt x="166" y="157"/>
                    <a:pt x="191" y="183"/>
                    <a:pt x="191" y="214"/>
                  </a:cubicBezTo>
                  <a:cubicBezTo>
                    <a:pt x="191" y="237"/>
                    <a:pt x="178" y="256"/>
                    <a:pt x="159" y="265"/>
                  </a:cubicBezTo>
                  <a:cubicBezTo>
                    <a:pt x="271" y="265"/>
                    <a:pt x="271" y="265"/>
                    <a:pt x="271" y="26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111" y="265"/>
                    <a:pt x="111" y="265"/>
                    <a:pt x="111" y="265"/>
                  </a:cubicBezTo>
                  <a:cubicBezTo>
                    <a:pt x="92" y="256"/>
                    <a:pt x="78" y="237"/>
                    <a:pt x="78" y="214"/>
                  </a:cubicBezTo>
                </a:path>
              </a:pathLst>
            </a:cu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C44F6F-395A-476C-89E9-A474DFBFB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306" y="5330711"/>
              <a:ext cx="167662" cy="168692"/>
            </a:xfrm>
            <a:prstGeom prst="ellipse">
              <a:avLst/>
            </a:pr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325D87A-BC2E-4212-A3B1-512A6CAB1274}"/>
              </a:ext>
            </a:extLst>
          </p:cNvPr>
          <p:cNvSpPr txBox="1">
            <a:spLocks/>
          </p:cNvSpPr>
          <p:nvPr userDrawn="1"/>
        </p:nvSpPr>
        <p:spPr>
          <a:xfrm>
            <a:off x="3611345" y="6445886"/>
            <a:ext cx="4969310" cy="1355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00"/>
              </a:lnSpc>
            </a:pPr>
            <a:r>
              <a:rPr lang="en-US" sz="900">
                <a:solidFill>
                  <a:srgbClr val="808080"/>
                </a:solidFill>
                <a:latin typeface="+mn-lt"/>
                <a:cs typeface="Segoe UI Semilight" panose="020B0402040204020203" pitchFamily="34" charset="0"/>
              </a:rPr>
              <a:t>©AvePoint, Inc. All rights reserved. Confidential and proprietary information of AvePoint, Inc. </a:t>
            </a:r>
          </a:p>
        </p:txBody>
      </p:sp>
    </p:spTree>
    <p:extLst>
      <p:ext uri="{BB962C8B-B14F-4D97-AF65-F5344CB8AC3E}">
        <p14:creationId xmlns:p14="http://schemas.microsoft.com/office/powerpoint/2010/main" val="421359696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F30BF-EFA8-B21B-4C5C-73DB6282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93D36-BF80-157F-4A4F-A9EA8DFE5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A747F-F91E-FDDA-C777-5E7B74C96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B610E-0849-4B54-8D7A-341BFF9E8172}" type="datetimeFigureOut">
              <a:rPr lang="en-PH" smtClean="0"/>
              <a:t>27/03/2026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0235F-1354-3260-FE70-425C653B6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7CFF-4513-7DC8-5BA9-1CB3B36F3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62103-952B-40C5-BACA-0A1B9F9E1991}" type="slidenum">
              <a:rPr lang="en-PH" smtClean="0"/>
              <a:t>‹#›</a:t>
            </a:fld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BB336-2FC9-486F-B15C-3C19A7CD2EC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379788" y="6672580"/>
            <a:ext cx="54546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</p:spTree>
    <p:extLst>
      <p:ext uri="{BB962C8B-B14F-4D97-AF65-F5344CB8AC3E}">
        <p14:creationId xmlns:p14="http://schemas.microsoft.com/office/powerpoint/2010/main" val="297648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8" r:id="rId3"/>
    <p:sldLayoutId id="2147483650" r:id="rId4"/>
    <p:sldLayoutId id="2147483660" r:id="rId5"/>
    <p:sldLayoutId id="2147483654" r:id="rId6"/>
    <p:sldLayoutId id="2147483661" r:id="rId7"/>
    <p:sldLayoutId id="2147483657" r:id="rId8"/>
    <p:sldLayoutId id="2147483662" r:id="rId9"/>
    <p:sldLayoutId id="2147483666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hyperlink" Target="https://perezfiles01-droid.github.io/Jim/EDRMS_Utilization_Report_Release1_Prototype_2026-10-07.pdf" TargetMode="External"/><Relationship Id="rId4" Type="http://schemas.openxmlformats.org/officeDocument/2006/relationships/hyperlink" Target="https://perezfiles01-droid.github.io/Jim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hyperlink" Target="https://perezfiles01-droid.github.io/Jim/EDRMS_Utilization_Report_Release1_Prototype_2026-10-07.pdf" TargetMode="External"/><Relationship Id="rId3" Type="http://schemas.openxmlformats.org/officeDocument/2006/relationships/hyperlink" Target="https://perezfiles01-droid.github.io/Ji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EDRMS Utilization Report</a:t>
            </a:r>
          </a:p>
          <a:p>
            <a:r>
              <a:rPr sz="4400"/>
              <a:t>Release 2026.4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Reconfirmation of Requirements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398" y="1093242"/>
            <a:ext cx="5136905" cy="715666"/>
          </a:xfrm>
        </p:spPr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783080" y="1783080"/>
            <a:ext cx="4754880" cy="3840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002569"/>
                </a:solidFill>
              </a:rPr>
              <a:t>1.  Session Objective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2569"/>
                </a:solidFill>
              </a:rPr>
              <a:t>2.  Full Mockup Walkthrough (PDF)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2569"/>
                </a:solidFill>
              </a:rPr>
              <a:t>3.  Release 2026.4 Scope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2569"/>
                </a:solidFill>
              </a:rPr>
              <a:t>4.  Bank-wide Oversight: Items to Confirm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2569"/>
                </a:solidFill>
              </a:rPr>
              <a:t>5.  Department Insights: Items to Confirm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2569"/>
                </a:solidFill>
              </a:rPr>
              <a:t>6.  Summary of Inputs Needed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002569"/>
                </a:solidFill>
              </a:rPr>
              <a:t>7. 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SESSION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Reconfirm the requirements for Release 2026.4 before build is finalised</a:t>
            </a:r>
          </a:p>
        </p:txBody>
      </p:sp>
      <p:sp>
        <p:nvSpPr>
          <p:cNvPr id="5" name="Pentagon 4"/>
          <p:cNvSpPr/>
          <p:nvPr/>
        </p:nvSpPr>
        <p:spPr>
          <a:xfrm>
            <a:off x="548640" y="1508760"/>
            <a:ext cx="3520440" cy="502920"/>
          </a:xfrm>
          <a:prstGeom prst="homePlate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40280"/>
            <a:ext cx="3246120" cy="146304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06324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2569"/>
                </a:solidFill>
              </a:rPr>
              <a:t>1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002569"/>
                </a:solidFill>
              </a:rPr>
              <a:t>Walk through the full mockup of Bank-wide Oversight and Department Insights.</a:t>
            </a:r>
          </a:p>
        </p:txBody>
      </p:sp>
      <p:sp>
        <p:nvSpPr>
          <p:cNvPr id="8" name="Chevron 7"/>
          <p:cNvSpPr/>
          <p:nvPr/>
        </p:nvSpPr>
        <p:spPr>
          <a:xfrm>
            <a:off x="4343400" y="1508760"/>
            <a:ext cx="3520440" cy="502920"/>
          </a:xfrm>
          <a:prstGeom prst="chevron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40280"/>
            <a:ext cx="3246120" cy="146304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306324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2569"/>
                </a:solidFill>
              </a:rPr>
              <a:t>2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002569"/>
                </a:solidFill>
              </a:rPr>
              <a:t>Go item by item: confirm what is agreed and settle the open questions.</a:t>
            </a:r>
          </a:p>
        </p:txBody>
      </p:sp>
      <p:sp>
        <p:nvSpPr>
          <p:cNvPr id="11" name="Chevron 10"/>
          <p:cNvSpPr/>
          <p:nvPr/>
        </p:nvSpPr>
        <p:spPr>
          <a:xfrm>
            <a:off x="8138160" y="1508760"/>
            <a:ext cx="3520440" cy="502920"/>
          </a:xfrm>
          <a:prstGeom prst="chevron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PROVIDE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240280"/>
            <a:ext cx="3246120" cy="146304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331720"/>
            <a:ext cx="3063240" cy="12801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2569"/>
                </a:solidFill>
              </a:rPr>
              <a:t>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002569"/>
                </a:solidFill>
              </a:rPr>
              <a:t>Agree who provides the remaining lists and links, and by when.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2569"/>
                </a:solidFill>
              </a:rPr>
              <a:t>How each item is marked in this deck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1280160" cy="329184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75623"/>
                </a:solidFill>
              </a:rPr>
              <a:t>Agreed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480560"/>
            <a:ext cx="23774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</a:rPr>
              <a:t>Settled earlier. Confirm it still stands.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526280"/>
            <a:ext cx="1280160" cy="329184"/>
          </a:xfrm>
          <a:prstGeom prst="round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F6000"/>
                </a:solidFill>
              </a:rPr>
              <a:t>To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480560"/>
            <a:ext cx="23774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</a:rPr>
              <a:t>A decision is needed in this 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526280"/>
            <a:ext cx="1280160" cy="329184"/>
          </a:xfrm>
          <a:prstGeom prst="round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00000"/>
                </a:solidFill>
              </a:rPr>
              <a:t>Input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480560"/>
            <a:ext cx="2377440" cy="5486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</a:rPr>
              <a:t>A list, link or figure is needed from RAC.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FULL MOCKUP WALKTHROUGH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Bank-wide Oversight and Department Insights, as currently designed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565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492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60920" y="1463040"/>
            <a:ext cx="4434840" cy="22860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600200"/>
            <a:ext cx="4206240" cy="21031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02569"/>
                </a:solidFill>
              </a:rPr>
              <a:t>Open the full mockup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002569"/>
                </a:solidFill>
                <a:hlinkClick r:id="rId3"/>
              </a:rPr>
              <a:t>Release 2026.4 mockup (PDF)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002569"/>
                </a:solidFill>
                <a:hlinkClick r:id="rId4"/>
              </a:rPr>
              <a:t>Interactive prototype (web)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002569"/>
                </a:solidFill>
              </a:rPr>
              <a:t>Every page of both dashboards. The slides that follow focus only on the items that need your confirmation or input.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60920" y="1325880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4023360"/>
            <a:ext cx="4434840" cy="16459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595959"/>
                </a:solidFill>
              </a:rPr>
              <a:t>Figures in the mockup are sample data. They show layout and behaviour, not actual EDRMS usage.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RELEASE 2026.4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Two dashboards are the MVP for this release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4828032" cy="402178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nav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4754880" cy="39486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32120" y="1280160"/>
            <a:ext cx="621792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002569"/>
                </a:solidFill>
              </a:rPr>
              <a:t>In this release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300" b="0">
                <a:solidFill>
                  <a:srgbClr val="262626"/>
                </a:solidFill>
              </a:rPr>
              <a:t>Bank-wide Oversight</a:t>
            </a:r>
          </a:p>
          <a:p>
            <a:pPr marL="228600" indent="-228600">
              <a:spcAft>
                <a:spcPts val="1000"/>
              </a:spcAft>
              <a:buFont typeface="Arial"/>
              <a:buChar char="▸"/>
            </a:pPr>
            <a:r>
              <a:rPr sz="1300" b="0">
                <a:solidFill>
                  <a:srgbClr val="262626"/>
                </a:solidFill>
              </a:rPr>
              <a:t>Department Insights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02569"/>
                </a:solidFill>
              </a:rPr>
              <a:t>Future release</a:t>
            </a:r>
          </a:p>
          <a:p>
            <a:pPr marL="228600" indent="-228600">
              <a:spcAft>
                <a:spcPts val="400"/>
              </a:spcAft>
              <a:buFont typeface="Arial"/>
              <a:buChar char="▸"/>
            </a:pPr>
            <a:r>
              <a:rPr sz="1300" b="0">
                <a:solidFill>
                  <a:srgbClr val="262626"/>
                </a:solidFill>
              </a:rPr>
              <a:t>Project Insights, Institutional File Plan, Retention &amp; Disposal, Records &amp; Archive Holdings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3977639"/>
            <a:ext cx="6263640" cy="16002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2120" y="3840479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4206240"/>
            <a:ext cx="6080759" cy="13258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For the four future dashboards: keep them visible but disabled (as in the mockup), or hide them completely from the Utilization Report site?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095" y="3071167"/>
            <a:ext cx="6000000" cy="715666"/>
          </a:xfrm>
        </p:spPr>
        <p:txBody>
          <a:bodyPr/>
          <a:lstStyle/>
          <a:p>
            <a:pPr algn="l"/>
            <a:r>
              <a:rPr sz="3000"/>
              <a:t>BANK-WIDE OVERSIGHT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6112" y="3657600"/>
            <a:ext cx="530352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</a:rPr>
              <a:t>Four headline cards and three panels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ACTIVE EDRMS 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1 of 4: compliant, active sites with the Top 10 chart and the sites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565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49236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Active EDRMS sites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Sites marked EDRMS in Cloud Governance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Top 10 by number of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Ranked bars, units with the most EDRMS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Sites by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Searchable, paged table from the Cloud Governance Department field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7F6000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374136"/>
            <a:ext cx="4492447" cy="13258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236976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602736"/>
            <a:ext cx="4309567" cy="1051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Is the Department / Office / RM / RO list the one Sir Rotsen provided earlier?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Or are Offices, RMs and ROs on a separate list? We currently have the department list only.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EDRMS USERS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2 of 4: approximate workforce headcount, users active, no access and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69513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c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62198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EDRMS users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Approximate (rounded) headcount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Active in last 180 days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People who opened an EDRMS site (SharePoint activity report; 180 days is the longest window)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No access in 180 days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Headcount minus active users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Completed training and Training %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Training completion from RAC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4123944"/>
            <a:ext cx="4492447" cy="13258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986783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PLEASE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352544"/>
            <a:ext cx="4309567" cy="10515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Approximate workforce headcount per Department / Office / RM / RO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Completed training list per department (manual, as agreed, until a source is identified)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DOCUMENTS IN EDRMS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3 of 4: documents and storage, with the history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5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bw_c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536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Files on EDRMS sites (File Count, SharePoint site usage report)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and storage by unit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Documents and storage used (GB) per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Storage used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Storage Used, also in Cloud Governance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538728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401568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767328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card is complete as shown.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RECORDS DECLARED IN EDRMS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4 of 4: records declared, declaration rate and the people declaring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5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c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48696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declared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Rows in the EDRMS Records table (drm-npr). Declared records only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Declaration rate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declared divided by documents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Unique users declaring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Distinct people who declared a record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per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follow their site to a department via the site URL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959352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822191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187952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card is complete as shown.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PHYSICAL COUNTERPARTS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declared records that also exist on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48813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pane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41498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Physical counterparts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Declared records flagged as also existing on paper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Share with a counterpart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Counterparts divided by records declared, with donut chart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Counterparts by unit table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Counterparts, records and share per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703320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566160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931920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panel is complete as shown.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approximate headcount against documents or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8014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72829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Headcount against documents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Paired bars per unit, each measure on its own scale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Headcount against records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Same view, with records declared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Headcount values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The green bars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374136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236976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PLEASE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602736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Approximate workforce headcount per Department / Office / RM / RO (the same list as EDRMS Users)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RECORDS DECLARATION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records declared per month and the running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391717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w_pane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1856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Presets and custom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Last 3, 6, 12 months, year to date, all time, or a date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Per month bars and running total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By declaration date, Manila time, from the Records table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declared in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Total for the chosen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538728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401568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767328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panel is complete as shown.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095" y="3071167"/>
            <a:ext cx="6000000" cy="715666"/>
          </a:xfrm>
        </p:spPr>
        <p:txBody>
          <a:bodyPr/>
          <a:lstStyle/>
          <a:p>
            <a:pPr algn="l"/>
            <a:r>
              <a:rPr sz="3000"/>
              <a:t>DEPARTMENT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96112" y="3657600"/>
            <a:ext cx="5303520" cy="73152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</a:rPr>
              <a:t>Department profile, five cards and library usage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DEPARTMENT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Department picker, Go-Live date and site convention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1922947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_d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184979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Department picker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Filters the whole dashboard by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Go-Live date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When the department started using EDRMS. Entered by RAC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convention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Link to each department’s approved site guide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538728"/>
            <a:ext cx="4492447" cy="96012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401568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PLEASE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767328"/>
            <a:ext cx="4309567" cy="685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Go-Live date for each department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Site convention link for each department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1 of 5: EDRMS sites, owners and creation 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76954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p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69639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EDRMS sites for the chosen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Site, owner, created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Cloud Governance: Primary Business Owner and Created Time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Sites created over time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Sites per year; click a year for its months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Year and custom range filter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Narrows the table and chart by creation date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794760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657600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023360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card is complete as shown.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SITE VISITORS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2 of 5: unique people who opened each site in the last 180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880381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p_c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80722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visitors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Unique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Internal and external split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ADB accounts against guests. Shown with sample figures; no source proven yet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7F6000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FFF2C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type column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Project or Traditional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7F6000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FFF2C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Most visited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Top 10 by unique visitors: all, internal or external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4123944"/>
            <a:ext cx="4492447" cy="11430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986783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352544"/>
            <a:ext cx="4309567" cy="8686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Internal / external split: may the Microsoft 365 audit logs be used as the source?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Site type: confirm it is taken from Cloud Governance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DOCUMENTS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3 of 5: files and storage per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11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p_c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496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82295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Files stored in EDRMS for the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and storage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File Count and storage for each EDRMS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2788920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2651760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017520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card is complete as shown.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RECORDS DECLARED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4 of 5: records and the people who declared them, per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11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p_c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496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82295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declared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table, for the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and people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declared and distinct people declaring,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2953512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2816352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182112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card is complete as shown.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PHYSICAL COUNTERPARTS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5 of 5: records that also have a paper version, per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11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p_car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496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82295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1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19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Physical counterparts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with a paper or physical version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1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Counterparts, records and share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Per-site table with share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2953512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2816352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182112"/>
            <a:ext cx="4309567" cy="594359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No open questions. Please confirm the card is complete as shown.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LIBRARY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document libraries by Department / Office / RM / RO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15835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p_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08520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9728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17320"/>
                <a:gridCol w="2023567"/>
                <a:gridCol w="10515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Libraries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Document libraries in EDRMS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Documents, records, counterparts per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Per-library table and Largest libraries chart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Active users per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People who opened or edited files in the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7F6000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374136"/>
            <a:ext cx="4492447" cy="105156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33488" y="3236976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602736"/>
            <a:ext cx="4309567" cy="7772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Microsoft 365 reports activity per site, never per library. Drop Active users per library, or show it as "Not captured"?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SUMMARY OF INPUTS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What we are asking RAC to provide or decide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4048" y="1280160"/>
          <a:ext cx="10972799" cy="329183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411480"/>
                <a:gridCol w="5394960"/>
                <a:gridCol w="2286000"/>
                <a:gridCol w="1005840"/>
                <a:gridCol w="1874519"/>
              </a:tblGrid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anchor="ctr" marT="27432" marB="27432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anchor="ctr" marT="27432" marB="27432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Used in</a:t>
                      </a:r>
                    </a:p>
                  </a:txBody>
                  <a:tcPr anchor="ctr" marT="27432" marB="27432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anchor="ctr" marT="27432" marB="27432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Owner / target date</a:t>
                      </a:r>
                    </a:p>
                  </a:txBody>
                  <a:tcPr anchor="ctr" marT="27432" marB="27432">
                    <a:solidFill>
                      <a:srgbClr val="002569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Approximate workforce headcount per Department / Office / RM / RO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EDRMS Users, Comparison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</a:rPr>
                        <a:t>Provide</a:t>
                      </a:r>
                    </a:p>
                  </a:txBody>
                  <a:tcPr anchor="ctr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Completed training list per department (manual for now)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EDRMS Users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</a:rPr>
                        <a:t>Provide</a:t>
                      </a:r>
                    </a:p>
                  </a:txBody>
                  <a:tcPr anchor="ctr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Go-Live date per department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Department Profile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</a:rPr>
                        <a:t>Provide</a:t>
                      </a:r>
                    </a:p>
                  </a:txBody>
                  <a:tcPr anchor="ctr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Site convention link per department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Department Profile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C00000"/>
                          </a:solidFill>
                        </a:rPr>
                        <a:t>Provide</a:t>
                      </a:r>
                    </a:p>
                  </a:txBody>
                  <a:tcPr anchor="ctr" marT="27432" marB="27432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Department / Office / RM / RO list: Sir Rotsen’s list or separate lists?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Active EDRMS Sites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F6000"/>
                          </a:solidFill>
                        </a:rPr>
                        <a:t>Decide</a:t>
                      </a:r>
                    </a:p>
                  </a:txBody>
                  <a:tcPr anchor="ctr" marT="27432" marB="27432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Future dashboards: disabled or hidden?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Release scope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F6000"/>
                          </a:solidFill>
                        </a:rPr>
                        <a:t>Decide</a:t>
                      </a:r>
                    </a:p>
                  </a:txBody>
                  <a:tcPr anchor="ctr" marT="27432" marB="27432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Internal / external visitors: may audit logs be used?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Site Visitors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F6000"/>
                          </a:solidFill>
                        </a:rPr>
                        <a:t>Decide</a:t>
                      </a:r>
                    </a:p>
                  </a:txBody>
                  <a:tcPr anchor="ctr" marT="27432" marB="27432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Site type: confirm Cloud Governance as the source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Site Visitors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F6000"/>
                          </a:solidFill>
                        </a:rPr>
                        <a:t>Decide</a:t>
                      </a:r>
                    </a:p>
                  </a:txBody>
                  <a:tcPr anchor="ctr" marT="27432" marB="27432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2919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Active users per library: drop or mark "Not captured"?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Library Usage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7F6000"/>
                          </a:solidFill>
                        </a:rPr>
                        <a:t>Decide</a:t>
                      </a:r>
                    </a:p>
                  </a:txBody>
                  <a:tcPr anchor="ctr" marT="27432" marB="27432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62626"/>
                          </a:solidFill>
                        </a:rPr>
                        <a:t>RAC / ____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095" y="3071167"/>
            <a:ext cx="6000000" cy="715666"/>
          </a:xfrm>
        </p:spPr>
        <p:txBody>
          <a:bodyPr/>
          <a:lstStyle/>
          <a:p>
            <a:pPr algn="l"/>
            <a:r>
              <a:rPr sz="3000"/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398" y="1093242"/>
            <a:ext cx="5136905" cy="715666"/>
          </a:xfrm>
        </p:spPr>
        <p:txBody>
          <a:bodyPr/>
          <a:lstStyle/>
          <a:p>
            <a:r>
              <a:t>REFERENCE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5029200" cy="22860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002569"/>
                </a:solidFill>
                <a:hlinkClick r:id="rId2"/>
              </a:rPr>
              <a:t>1.  Release 2026.4 mockup (PDF)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002569"/>
                </a:solidFill>
                <a:hlinkClick r:id="rId3"/>
              </a:rPr>
              <a:t>2.  Interactive prototype (web)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TD Template">
      <a:dk1>
        <a:srgbClr val="000000"/>
      </a:dk1>
      <a:lt1>
        <a:srgbClr val="FFFFFF"/>
      </a:lt1>
      <a:dk2>
        <a:srgbClr val="164074"/>
      </a:dk2>
      <a:lt2>
        <a:srgbClr val="E3E3E3"/>
      </a:lt2>
      <a:accent1>
        <a:srgbClr val="0088C7"/>
      </a:accent1>
      <a:accent2>
        <a:srgbClr val="00B6C9"/>
      </a:accent2>
      <a:accent3>
        <a:srgbClr val="8DC63F"/>
      </a:accent3>
      <a:accent4>
        <a:srgbClr val="C8DA2B"/>
      </a:accent4>
      <a:accent5>
        <a:srgbClr val="FFDA09"/>
      </a:accent5>
      <a:accent6>
        <a:srgbClr val="F57F29"/>
      </a:accent6>
      <a:hlink>
        <a:srgbClr val="0563C1"/>
      </a:hlink>
      <a:folHlink>
        <a:srgbClr val="954F72"/>
      </a:folHlink>
    </a:clrScheme>
    <a:fontScheme name="Segoe">
      <a:majorFont>
        <a:latin typeface="Segoe UI 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996128d-704d-4a9a-b273-f1b0c0083f8c">
      <Value>1</Value>
      <Value>3</Value>
    </TaxCatchAll>
    <ADBCirculatedLink xmlns="5996128d-704d-4a9a-b273-f1b0c0083f8c">
      <Url xsi:nil="true"/>
      <Description xsi:nil="true"/>
    </ADBCirculatedLink>
    <h00e4aaaf4624e24a7df7f06faa038c6 xmlns="5996128d-704d-4a9a-b273-f1b0c0083f8c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16ac8743-31bb-43f8-9a73-533a041667d6</TermId>
        </TermInfo>
      </Terms>
    </h00e4aaaf4624e24a7df7f06faa038c6>
    <ia017ac09b1942648b563fe0b2b14d52 xmlns="5996128d-704d-4a9a-b273-f1b0c0083f8c">
      <Terms xmlns="http://schemas.microsoft.com/office/infopath/2007/PartnerControls"/>
    </ia017ac09b1942648b563fe0b2b14d52>
    <d61536b25a8a4fedb48bb564279be82a xmlns="5996128d-704d-4a9a-b273-f1b0c0083f8c">
      <Terms xmlns="http://schemas.microsoft.com/office/infopath/2007/PartnerControls"/>
    </d61536b25a8a4fedb48bb564279be82a>
    <ADBSourceLink xmlns="5996128d-704d-4a9a-b273-f1b0c0083f8c">
      <Url xsi:nil="true"/>
      <Description xsi:nil="true"/>
    </ADBSourceLink>
    <ADBDocumentDate xmlns="5996128d-704d-4a9a-b273-f1b0c0083f8c" xsi:nil="true"/>
    <ADBAuthors xmlns="5996128d-704d-4a9a-b273-f1b0c0083f8c">
      <UserInfo>
        <DisplayName/>
        <AccountId xsi:nil="true"/>
        <AccountType/>
      </UserInfo>
    </ADBAuthors>
    <a37ff23a602146d4934a49238d370ca5 xmlns="5996128d-704d-4a9a-b273-f1b0c0083f8c">
      <Terms xmlns="http://schemas.microsoft.com/office/infopath/2007/PartnerControls"/>
    </a37ff23a602146d4934a49238d370ca5>
    <d01a0ce1b141461dbfb235a3ab729a2c xmlns="5996128d-704d-4a9a-b273-f1b0c0083f8c">
      <Terms xmlns="http://schemas.microsoft.com/office/infopath/2007/PartnerControls"/>
    </d01a0ce1b141461dbfb235a3ab729a2c>
    <ADBDocumentTypeValue xmlns="5996128d-704d-4a9a-b273-f1b0c0083f8c" xsi:nil="true"/>
    <p030e467f78f45b4ae8f7e2c17ea4d82 xmlns="5996128d-704d-4a9a-b273-f1b0c0083f8c">
      <Terms xmlns="http://schemas.microsoft.com/office/infopath/2007/PartnerControls"/>
    </p030e467f78f45b4ae8f7e2c17ea4d82>
    <k985dbdc596c44d7acaf8184f33920f0 xmlns="5996128d-704d-4a9a-b273-f1b0c0083f8c">
      <Terms xmlns="http://schemas.microsoft.com/office/infopath/2007/PartnerControls"/>
    </k985dbdc596c44d7acaf8184f33920f0>
    <j78542b1fffc4a1c84659474212e3133 xmlns="5996128d-704d-4a9a-b273-f1b0c0083f8c">
      <Terms xmlns="http://schemas.microsoft.com/office/infopath/2007/PartnerControls">
        <TermInfo xmlns="http://schemas.microsoft.com/office/infopath/2007/PartnerControls">
          <TermName xmlns="http://schemas.microsoft.com/office/infopath/2007/PartnerControls">OIST</TermName>
          <TermId xmlns="http://schemas.microsoft.com/office/infopath/2007/PartnerControls">4621b76d-230c-4b6a-bc66-73d65c026a27</TermId>
        </TermInfo>
      </Terms>
    </j78542b1fffc4a1c84659474212e3133>
    <ADBMonth xmlns="5996128d-704d-4a9a-b273-f1b0c0083f8c" xsi:nil="true"/>
    <ADBYear xmlns="5996128d-704d-4a9a-b273-f1b0c0083f8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DB Document" ma:contentTypeID="0x010100BB987C5E842407458A00E5F1E23BC833000D55B2048826264A885F6B4B33DCCFFE" ma:contentTypeVersion="17" ma:contentTypeDescription="" ma:contentTypeScope="" ma:versionID="6c0a0a6d57e58ed5692ed74a7e1cfb59">
  <xsd:schema xmlns:xsd="http://www.w3.org/2001/XMLSchema" xmlns:xs="http://www.w3.org/2001/XMLSchema" xmlns:p="http://schemas.microsoft.com/office/2006/metadata/properties" xmlns:ns2="5996128d-704d-4a9a-b273-f1b0c0083f8c" targetNamespace="http://schemas.microsoft.com/office/2006/metadata/properties" ma:root="true" ma:fieldsID="920b8ad6e3c27757cfdaf468cc48fc51" ns2:_="">
    <xsd:import namespace="5996128d-704d-4a9a-b273-f1b0c0083f8c"/>
    <xsd:element name="properties">
      <xsd:complexType>
        <xsd:sequence>
          <xsd:element name="documentManagement">
            <xsd:complexType>
              <xsd:all>
                <xsd:element ref="ns2:ADBDocumentDate" minOccurs="0"/>
                <xsd:element ref="ns2:ADBMonth" minOccurs="0"/>
                <xsd:element ref="ns2:ADBYear" minOccurs="0"/>
                <xsd:element ref="ns2:ADBAuthors" minOccurs="0"/>
                <xsd:element ref="ns2:ADBSourceLink" minOccurs="0"/>
                <xsd:element ref="ns2:ADBCirculatedLink" minOccurs="0"/>
                <xsd:element ref="ns2:TaxCatchAll" minOccurs="0"/>
                <xsd:element ref="ns2:ADBDocumentTypeValue" minOccurs="0"/>
                <xsd:element ref="ns2:d61536b25a8a4fedb48bb564279be82a" minOccurs="0"/>
                <xsd:element ref="ns2:h00e4aaaf4624e24a7df7f06faa038c6" minOccurs="0"/>
                <xsd:element ref="ns2:k985dbdc596c44d7acaf8184f33920f0" minOccurs="0"/>
                <xsd:element ref="ns2:a37ff23a602146d4934a49238d370ca5" minOccurs="0"/>
                <xsd:element ref="ns2:TaxCatchAllLabel" minOccurs="0"/>
                <xsd:element ref="ns2:d01a0ce1b141461dbfb235a3ab729a2c" minOccurs="0"/>
                <xsd:element ref="ns2:p030e467f78f45b4ae8f7e2c17ea4d82" minOccurs="0"/>
                <xsd:element ref="ns2:ia017ac09b1942648b563fe0b2b14d52" minOccurs="0"/>
                <xsd:element ref="ns2:j78542b1fffc4a1c84659474212e313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6128d-704d-4a9a-b273-f1b0c0083f8c" elementFormDefault="qualified">
    <xsd:import namespace="http://schemas.microsoft.com/office/2006/documentManagement/types"/>
    <xsd:import namespace="http://schemas.microsoft.com/office/infopath/2007/PartnerControls"/>
    <xsd:element name="ADBDocumentDate" ma:index="3" nillable="true" ma:displayName="Document Date" ma:format="DateOnly" ma:internalName="ADBDocumentDate" ma:readOnly="false">
      <xsd:simpleType>
        <xsd:restriction base="dms:DateTime"/>
      </xsd:simpleType>
    </xsd:element>
    <xsd:element name="ADBMonth" ma:index="4" nillable="true" ma:displayName="Month" ma:format="Dropdown" ma:internalName="ADBMonth" ma:readOnly="false">
      <xsd:simpleType>
        <xsd:restriction base="dms:Choice">
          <xsd:enumeration value="01-Jan"/>
          <xsd:enumeration value="02-Feb"/>
          <xsd:enumeration value="03-Mar"/>
          <xsd:enumeration value="04-Apr"/>
          <xsd:enumeration value="05-May"/>
          <xsd:enumeration value="06-Jun"/>
          <xsd:enumeration value="07-Jul"/>
          <xsd:enumeration value="08-Aug"/>
          <xsd:enumeration value="09-Sep"/>
          <xsd:enumeration value="10-Oct"/>
          <xsd:enumeration value="11-Nov"/>
          <xsd:enumeration value="12-Dec"/>
        </xsd:restriction>
      </xsd:simpleType>
    </xsd:element>
    <xsd:element name="ADBYear" ma:index="5" nillable="true" ma:displayName="Year" ma:internalName="ADBYear" ma:readOnly="false">
      <xsd:simpleType>
        <xsd:restriction base="dms:Text">
          <xsd:maxLength value="4"/>
        </xsd:restriction>
      </xsd:simpleType>
    </xsd:element>
    <xsd:element name="ADBAuthors" ma:index="6" nillable="true" ma:displayName="Authors" ma:list="UserInfo" ma:SharePointGroup="0" ma:internalName="ADBAuthors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DBSourceLink" ma:index="13" nillable="true" ma:displayName="Source Link" ma:format="Hyperlink" ma:internalName="ADBSource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BCirculatedLink" ma:index="14" nillable="true" ma:displayName="Final Document Link" ma:format="Hyperlink" ma:internalName="ADBCirculated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axCatchAll" ma:index="18" nillable="true" ma:displayName="Taxonomy Catch All Column" ma:hidden="true" ma:list="{5fae007b-328f-43c9-b43a-e0b43236efad}" ma:internalName="TaxCatchAll" ma:showField="CatchAllData" ma:web="5996128d-704d-4a9a-b273-f1b0c0083f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DBDocumentTypeValue" ma:index="23" nillable="true" ma:displayName="Document Type" ma:hidden="true" ma:internalName="ADBDocumentTypeValue" ma:readOnly="false">
      <xsd:simpleType>
        <xsd:restriction base="dms:Text">
          <xsd:maxLength value="255"/>
        </xsd:restriction>
      </xsd:simpleType>
    </xsd:element>
    <xsd:element name="d61536b25a8a4fedb48bb564279be82a" ma:index="24" nillable="true" ma:taxonomy="true" ma:internalName="d61536b25a8a4fedb48bb564279be82a" ma:taxonomyFieldName="ADBDepartmentOwner" ma:displayName="Department Owner" ma:readOnly="false" ma:fieldId="{d61536b2-5a8a-4fed-b48b-b564279be82a}" ma:sspId="115af50e-efb3-4a0e-b425-875ff625e09e" ma:termSetId="b965cdb6-1071-4c6a-a9a3-189d53a950d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00e4aaaf4624e24a7df7f06faa038c6" ma:index="25" nillable="true" ma:taxonomy="true" ma:internalName="h00e4aaaf4624e24a7df7f06faa038c6" ma:taxonomyFieldName="ADBDocumentLanguage" ma:displayName="Document Language" ma:readOnly="false" ma:default="1;#English|16ac8743-31bb-43f8-9a73-533a041667d6" ma:fieldId="{100e4aaa-f462-4e24-a7df-7f06faa038c6}" ma:sspId="115af50e-efb3-4a0e-b425-875ff625e09e" ma:termSetId="fdf74959-6eb2-4689-a0fc-b9e1ab230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985dbdc596c44d7acaf8184f33920f0" ma:index="26" nillable="true" ma:taxonomy="true" ma:internalName="k985dbdc596c44d7acaf8184f33920f0" ma:taxonomyFieldName="ADBCountry" ma:displayName="Country" ma:readOnly="false" ma:fieldId="{4985dbdc-596c-44d7-acaf-8184f33920f0}" ma:sspId="115af50e-efb3-4a0e-b425-875ff625e09e" ma:termSetId="169202c7-46da-431e-ac86-348c41a1f4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37ff23a602146d4934a49238d370ca5" ma:index="27" nillable="true" ma:taxonomy="true" ma:internalName="a37ff23a602146d4934a49238d370ca5" ma:taxonomyFieldName="ADBDocumentType" ma:displayName="ADB Document Type" ma:readOnly="false" ma:fieldId="{a37ff23a-6021-46d4-934a-49238d370ca5}" ma:sspId="115af50e-efb3-4a0e-b425-875ff625e09e" ma:termSetId="ebf26521-a829-4b24-b73e-5e500b1bc1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28" nillable="true" ma:displayName="Taxonomy Catch All Column1" ma:hidden="true" ma:list="{5fae007b-328f-43c9-b43a-e0b43236efad}" ma:internalName="TaxCatchAllLabel" ma:readOnly="true" ma:showField="CatchAllDataLabel" ma:web="5996128d-704d-4a9a-b273-f1b0c0083f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01a0ce1b141461dbfb235a3ab729a2c" ma:index="29" nillable="true" ma:taxonomy="true" ma:internalName="d01a0ce1b141461dbfb235a3ab729a2c" ma:taxonomyFieldName="ADBSector" ma:displayName="Sector" ma:readOnly="false" ma:fieldId="{d01a0ce1-b141-461d-bfb2-35a3ab729a2c}" ma:sspId="115af50e-efb3-4a0e-b425-875ff625e09e" ma:termSetId="bae01210-cdc5-4479-86d7-616c28c0a9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30e467f78f45b4ae8f7e2c17ea4d82" ma:index="30" nillable="true" ma:taxonomy="true" ma:internalName="p030e467f78f45b4ae8f7e2c17ea4d82" ma:taxonomyFieldName="ADBDocumentSecurity" ma:displayName="Document Security" ma:readOnly="false" ma:fieldId="{9030e467-f78f-45b4-ae8f-7e2c17ea4d82}" ma:sspId="115af50e-efb3-4a0e-b425-875ff625e09e" ma:termSetId="9b0b4686-afa9-4a02-bc15-8fbc99f17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a017ac09b1942648b563fe0b2b14d52" ma:index="31" nillable="true" ma:taxonomy="true" ma:internalName="ia017ac09b1942648b563fe0b2b14d52" ma:taxonomyFieldName="ADBDivision" ma:displayName="Division" ma:readOnly="false" ma:fieldId="{2a017ac0-9b19-4264-8b56-3fe0b2b14d52}" ma:sspId="115af50e-efb3-4a0e-b425-875ff625e09e" ma:termSetId="d736278f-2140-40cc-b46b-6a0ab0de2d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78542b1fffc4a1c84659474212e3133" ma:index="32" nillable="true" ma:taxonomy="true" ma:internalName="j78542b1fffc4a1c84659474212e3133" ma:taxonomyFieldName="ADBContentGroup" ma:displayName="Content Group" ma:readOnly="false" ma:fieldId="{378542b1-fffc-4a1c-8465-9474212e3133}" ma:taxonomyMulti="true" ma:sspId="115af50e-efb3-4a0e-b425-875ff625e09e" ma:termSetId="2a9ffbee-93a5-418b-bcdb-8d6817936e6b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9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2F61D02-7138-47CC-A8F4-04D03EB081A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958923-3C36-4A63-9F3A-94D939C618D8}">
  <ds:schemaRefs>
    <ds:schemaRef ds:uri="5996128d-704d-4a9a-b273-f1b0c0083f8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FCB0D5FA-359E-4E67-A5DA-A4173A511114}">
  <ds:schemaRefs>
    <ds:schemaRef ds:uri="5996128d-704d-4a9a-b273-f1b0c0083f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EDRMS Release 2026.2  UAT Briefing</vt:lpstr>
      <vt:lpstr>AGENDA</vt:lpstr>
      <vt:lpstr>RELEASE OVERVIEW</vt:lpstr>
      <vt:lpstr>PowerPoint Presentation</vt:lpstr>
      <vt:lpstr>UAT SCHEDULE 24 Mar – 27 Mar</vt:lpstr>
      <vt:lpstr>UAT SCHEDULE 24 Mar – 27 Mar</vt:lpstr>
      <vt:lpstr>TESTING SCHEDULE</vt:lpstr>
      <vt:lpstr>UAT EXECUTION &amp; TRACKING</vt:lpstr>
      <vt:lpstr>UAT EXECUTION &amp; TRACKING</vt:lpstr>
      <vt:lpstr>UAT EXECUTION &amp; TRACKING</vt:lpstr>
      <vt:lpstr>UAT EXECUTION &amp; TRACKING</vt:lpstr>
      <vt:lpstr>UAT EXECUTION &amp; TRACKING</vt:lpstr>
      <vt:lpstr>UAT EXECUTION &amp; TRACKING</vt:lpstr>
      <vt:lpstr>TESTING DEMO</vt:lpstr>
      <vt:lpstr>Q &amp; A</vt:lpstr>
      <vt:lpstr>REFERENCE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ITD Template</dc:title>
  <dc:creator>Bianca Canoza</dc:creator>
  <cp:revision>109</cp:revision>
  <dcterms:created xsi:type="dcterms:W3CDTF">2024-01-26T01:27:40Z</dcterms:created>
  <dcterms:modified xsi:type="dcterms:W3CDTF">2026-03-27T08:56:31Z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0x010100BB987C5E842407458A00E5F1E23BC833000D55B2048826264A885F6B4B33DCCFFE</vt:lpwstr>
  </property>
  <property fmtid="{D5CDD505-2E9C-101B-9397-08002B2CF9AE}" pid="3" name="MSIP_Label_817d4574-7375-4d17-b29c-6e4c6df0fcb0_Enabled">
    <vt:lpwstr>true</vt:lpwstr>
  </property>
  <property fmtid="{D5CDD505-2E9C-101B-9397-08002B2CF9AE}" pid="4" name="MSIP_Label_817d4574-7375-4d17-b29c-6e4c6df0fcb0_SetDate">
    <vt:lpwstr>2024-01-26T02:07:38Z</vt:lpwstr>
  </property>
  <property fmtid="{D5CDD505-2E9C-101B-9397-08002B2CF9AE}" pid="5" name="MSIP_Label_817d4574-7375-4d17-b29c-6e4c6df0fcb0_Method">
    <vt:lpwstr>Standard</vt:lpwstr>
  </property>
  <property fmtid="{D5CDD505-2E9C-101B-9397-08002B2CF9AE}" pid="6" name="MSIP_Label_817d4574-7375-4d17-b29c-6e4c6df0fcb0_Name">
    <vt:lpwstr>ADB Internal</vt:lpwstr>
  </property>
  <property fmtid="{D5CDD505-2E9C-101B-9397-08002B2CF9AE}" pid="7" name="MSIP_Label_817d4574-7375-4d17-b29c-6e4c6df0fcb0_SiteId">
    <vt:lpwstr>9495d6bb-41c2-4c58-848f-92e52cf3d640</vt:lpwstr>
  </property>
  <property fmtid="{D5CDD505-2E9C-101B-9397-08002B2CF9AE}" pid="8" name="MSIP_Label_817d4574-7375-4d17-b29c-6e4c6df0fcb0_ActionId">
    <vt:lpwstr>76fc5473-5ead-4b09-833c-09bb204bb696</vt:lpwstr>
  </property>
  <property fmtid="{D5CDD505-2E9C-101B-9397-08002B2CF9AE}" pid="9" name="MSIP_Label_817d4574-7375-4d17-b29c-6e4c6df0fcb0_ContentBits">
    <vt:lpwstr>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INTERNAL. This information is accessible to ADB Management and staff. It may be shared outside ADB with appropriate permission.</vt:lpwstr>
  </property>
  <property fmtid="{D5CDD505-2E9C-101B-9397-08002B2CF9AE}" pid="12" name="MediaServiceImageTags">
    <vt:lpwstr/>
  </property>
  <property fmtid="{D5CDD505-2E9C-101B-9397-08002B2CF9AE}" pid="13" name="e66b052db1f74fef8cf6c021d80acaf9">
    <vt:lpwstr/>
  </property>
  <property fmtid="{D5CDD505-2E9C-101B-9397-08002B2CF9AE}" pid="14" name="l958b3bf17ea460d99759c18e045518e">
    <vt:lpwstr/>
  </property>
  <property fmtid="{D5CDD505-2E9C-101B-9397-08002B2CF9AE}" pid="15" name="ADBICTDocumentType">
    <vt:lpwstr/>
  </property>
  <property fmtid="{D5CDD505-2E9C-101B-9397-08002B2CF9AE}" pid="16" name="ADBSector">
    <vt:lpwstr/>
  </property>
  <property fmtid="{D5CDD505-2E9C-101B-9397-08002B2CF9AE}" pid="17" name="ADBICTSystem">
    <vt:lpwstr/>
  </property>
  <property fmtid="{D5CDD505-2E9C-101B-9397-08002B2CF9AE}" pid="18" name="ADBDocumentSecurity">
    <vt:lpwstr/>
  </property>
  <property fmtid="{D5CDD505-2E9C-101B-9397-08002B2CF9AE}" pid="19" name="ADBDocumentLanguage">
    <vt:lpwstr>1;#English|16ac8743-31bb-43f8-9a73-533a041667d6</vt:lpwstr>
  </property>
  <property fmtid="{D5CDD505-2E9C-101B-9397-08002B2CF9AE}" pid="20" name="ADBDocumentType">
    <vt:lpwstr/>
  </property>
  <property fmtid="{D5CDD505-2E9C-101B-9397-08002B2CF9AE}" pid="21" name="ADBDepartmentOwner">
    <vt:lpwstr/>
  </property>
  <property fmtid="{D5CDD505-2E9C-101B-9397-08002B2CF9AE}" pid="22" name="ADBCountry">
    <vt:lpwstr/>
  </property>
  <property fmtid="{D5CDD505-2E9C-101B-9397-08002B2CF9AE}" pid="23" name="ADBContentGroup">
    <vt:lpwstr>3;#OIST|4621b76d-230c-4b6a-bc66-73d65c026a27</vt:lpwstr>
  </property>
  <property fmtid="{D5CDD505-2E9C-101B-9397-08002B2CF9AE}" pid="24" name="ADBDivision">
    <vt:lpwstr/>
  </property>
  <property fmtid="{D5CDD505-2E9C-101B-9397-08002B2CF9AE}" pid="25" name="a37ff23a602146d4934a49238d370ca5">
    <vt:lpwstr/>
  </property>
  <property fmtid="{D5CDD505-2E9C-101B-9397-08002B2CF9AE}" pid="26" name="k985dbdc596c44d7acaf8184f33920f0">
    <vt:lpwstr/>
  </property>
  <property fmtid="{D5CDD505-2E9C-101B-9397-08002B2CF9AE}" pid="27" name="j78542b1fffc4a1c84659474212e3133">
    <vt:lpwstr>OIST|4621b76d-230c-4b6a-bc66-73d65c026a27</vt:lpwstr>
  </property>
  <property fmtid="{D5CDD505-2E9C-101B-9397-08002B2CF9AE}" pid="28" name="d01a0ce1b141461dbfb235a3ab729a2c">
    <vt:lpwstr/>
  </property>
  <property fmtid="{D5CDD505-2E9C-101B-9397-08002B2CF9AE}" pid="29" name="ia017ac09b1942648b563fe0b2b14d52">
    <vt:lpwstr/>
  </property>
  <property fmtid="{D5CDD505-2E9C-101B-9397-08002B2CF9AE}" pid="30" name="h00e4aaaf4624e24a7df7f06faa038c6">
    <vt:lpwstr>English|16ac8743-31bb-43f8-9a73-533a041667d6</vt:lpwstr>
  </property>
  <property fmtid="{D5CDD505-2E9C-101B-9397-08002B2CF9AE}" pid="31" name="lcf76f155ced4ddcb4097134ff3c332f">
    <vt:lpwstr/>
  </property>
  <property fmtid="{D5CDD505-2E9C-101B-9397-08002B2CF9AE}" pid="32" name="p030e467f78f45b4ae8f7e2c17ea4d82">
    <vt:lpwstr/>
  </property>
  <property fmtid="{D5CDD505-2E9C-101B-9397-08002B2CF9AE}" pid="33" name="d61536b25a8a4fedb48bb564279be82a">
    <vt:lpwstr/>
  </property>
</Properties>
</file>