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832120-A2EA-EDFD-FB6C-11534BFA1158}" name="Jenny Dequina" initials="JD" userId="S::jdequina.contractor@adb.org::786a9c0c-b621-4b74-8c84-8051870fd2f3" providerId="AD"/>
  <p188:author id="{35491430-24D7-8011-DE0F-10F53D01F77F}" name="Sanjay Lollbeharree" initials="SL" userId="S::blollbeharree@adb.org::4530ebb2-fbe6-483f-87c8-bbd462b0de19" providerId="AD"/>
  <p188:author id="{2B32E33E-07C7-2965-3DFE-E1E88F402E7A}" name="Sofia Su" initials="SS" userId="S::sofia.su@avepoint.com::d0c85677-2500-4ba9-94f3-0bf139b17537" providerId="AD"/>
  <p188:author id="{F22D4E46-92FF-3C84-D17D-16BDA4F2FB68}" name="Bill Alison" initials="BA" userId="S::ruebel.alison@avepoint.com::494cdaeb-4835-4105-838e-7a18ac4467d0" providerId="AD"/>
  <p188:author id="{1BE76950-7BCB-EB6C-D8FC-AC9AC5B711A7}" name="Sofia Su" initials="SS" userId="S::ssu3.contractor@adb.org::fc5d6dd5-ac7f-4894-b445-9ceab83208f0" providerId="AD"/>
  <p188:author id="{44467C79-FFFA-A8C3-A922-A689213E4CDD}" name="Sabina I. Ahmad" initials="SA" userId="S::siahmad@adb.org::e84eebad-8493-4abf-9bf2-fee706d8ccf0" providerId="AD"/>
  <p188:author id="{792DBFAD-C65A-BFD6-E36E-D6E823705E6B}" name="Syed Wahiduzzaman" initials="SW" userId="S::swahiduzzaman.contractor@adb.org::45961d3e-f7a2-4c99-8dc6-6cf5e71d7705" providerId="AD"/>
  <p188:author id="{E0246CF9-080E-6700-6DE5-6049717FB2EB}" name="Sofia Su" initials="SS" userId="S::sofia.su_avepoint.com#ext#@asiandevbank.onmicrosoft.com::d2b50a96-32af-43f7-8b2f-593e7716f3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F7F7F"/>
    <a:srgbClr val="7E7E7E"/>
    <a:srgbClr val="797979"/>
    <a:srgbClr val="ACC71E"/>
    <a:srgbClr val="FBCCA9"/>
    <a:srgbClr val="AAC733"/>
    <a:srgbClr val="FCFFE5"/>
    <a:srgbClr val="EFEF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EB6BD6-31A1-C0D7-DA90-34E72420FCF3}" v="51" dt="2026-03-27T04:28:57.856"/>
    <p1510:client id="{915BC571-5149-E27E-E493-DAAFD71C6457}" v="109" dt="2026-03-27T08:56:23.910"/>
    <p1510:client id="{BC36A1FE-CF25-E576-05BE-C496470C2ADF}" v="9" dt="2026-03-27T01:30:16.779"/>
    <p1510:client id="{DEEFF9B6-0C31-18BB-4759-73691FDF3C9C}" v="44" dt="2026-03-27T07:46:13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ana Naparate" userId="S::knaparate.contractor@adb.org::deeb4398-7fac-4fa0-b711-20856dde2e54" providerId="AD" clId="Web-{644C9372-DA42-C83B-4863-DA73A20D00B8}"/>
    <pc:docChg chg="modSld">
      <pc:chgData name="Kiana Naparate" userId="S::knaparate.contractor@adb.org::deeb4398-7fac-4fa0-b711-20856dde2e54" providerId="AD" clId="Web-{644C9372-DA42-C83B-4863-DA73A20D00B8}" dt="2026-03-09T01:45:54.200" v="122" actId="20577"/>
      <pc:docMkLst>
        <pc:docMk/>
      </pc:docMkLst>
      <pc:sldChg chg="addSp delSp modSp">
        <pc:chgData name="Kiana Naparate" userId="S::knaparate.contractor@adb.org::deeb4398-7fac-4fa0-b711-20856dde2e54" providerId="AD" clId="Web-{644C9372-DA42-C83B-4863-DA73A20D00B8}" dt="2026-03-09T01:45:54.200" v="122" actId="20577"/>
        <pc:sldMkLst>
          <pc:docMk/>
          <pc:sldMk cId="2332558993" sldId="346"/>
        </pc:sldMkLst>
        <pc:spChg chg="add mod ord">
          <ac:chgData name="Kiana Naparate" userId="S::knaparate.contractor@adb.org::deeb4398-7fac-4fa0-b711-20856dde2e54" providerId="AD" clId="Web-{644C9372-DA42-C83B-4863-DA73A20D00B8}" dt="2026-03-09T01:43:10.790" v="96" actId="14100"/>
          <ac:spMkLst>
            <pc:docMk/>
            <pc:sldMk cId="2332558993" sldId="346"/>
            <ac:spMk id="7" creationId="{1F573114-6E72-4B82-074A-06472338773E}"/>
          </ac:spMkLst>
        </pc:spChg>
        <pc:spChg chg="mod ord">
          <ac:chgData name="Kiana Naparate" userId="S::knaparate.contractor@adb.org::deeb4398-7fac-4fa0-b711-20856dde2e54" providerId="AD" clId="Web-{644C9372-DA42-C83B-4863-DA73A20D00B8}" dt="2026-03-09T01:45:54.200" v="122" actId="20577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37.908" v="3" actId="14100"/>
          <ac:spMkLst>
            <pc:docMk/>
            <pc:sldMk cId="2332558993" sldId="346"/>
            <ac:spMk id="11" creationId="{C19E16D2-A159-C158-80C7-DB73F27E2128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15.915" v="97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0:33.803" v="29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5.777" v="106" actId="20577"/>
          <ac:spMkLst>
            <pc:docMk/>
            <pc:sldMk cId="2332558993" sldId="346"/>
            <ac:spMk id="17" creationId="{3F0775E9-1FC4-E78B-CCA3-D11662C6461B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6.667" v="99" actId="20577"/>
          <ac:spMkLst>
            <pc:docMk/>
            <pc:sldMk cId="2332558993" sldId="346"/>
            <ac:spMk id="54" creationId="{B559F63F-949C-0EDC-3834-2877FCBBC702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9.511" v="101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2.886" v="104" actId="20577"/>
          <ac:spMkLst>
            <pc:docMk/>
            <pc:sldMk cId="2332558993" sldId="346"/>
            <ac:spMk id="56" creationId="{593599B6-9E29-D4AB-94AF-B51E4F7733D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7.918" v="108" actId="20577"/>
          <ac:spMkLst>
            <pc:docMk/>
            <pc:sldMk cId="2332558993" sldId="346"/>
            <ac:spMk id="58" creationId="{8DB001D1-4280-2FA4-C8B8-7300DBAAEB7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00.759" v="94" actId="20577"/>
          <ac:spMkLst>
            <pc:docMk/>
            <pc:sldMk cId="2332558993" sldId="346"/>
            <ac:spMk id="61" creationId="{05BD9741-F855-130C-05EB-1460340EE61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20.142" v="0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40.392" v="4" actId="14100"/>
          <ac:spMkLst>
            <pc:docMk/>
            <pc:sldMk cId="2332558993" sldId="346"/>
            <ac:spMk id="69" creationId="{089AAD59-3715-F9E3-2886-3EBE76683E8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2:02.305" v="68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9C7AD1B0-98F0-043E-EE53-2F1A5F607FEA}"/>
    <pc:docChg chg="modSld">
      <pc:chgData name="Jimwyl Perez" userId="S::jperez2.contractor@adb.org::fc00229f-e87f-4a35-8b3e-498896f17f42" providerId="AD" clId="Web-{9C7AD1B0-98F0-043E-EE53-2F1A5F607FEA}" dt="2026-03-24T01:00:20.198" v="31"/>
      <pc:docMkLst>
        <pc:docMk/>
      </pc:docMkLst>
      <pc:sldChg chg="modSp">
        <pc:chgData name="Jimwyl Perez" userId="S::jperez2.contractor@adb.org::fc00229f-e87f-4a35-8b3e-498896f17f42" providerId="AD" clId="Web-{9C7AD1B0-98F0-043E-EE53-2F1A5F607FEA}" dt="2026-03-24T01:00:20.198" v="31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9C7AD1B0-98F0-043E-EE53-2F1A5F607FEA}" dt="2026-03-24T01:00:20.198" v="31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80AEB4D6-48C8-272A-D788-8799724D22A7}"/>
    <pc:docChg chg="modSld">
      <pc:chgData name="Kiana Naparate" userId="S::knaparate.contractor@adb.org::deeb4398-7fac-4fa0-b711-20856dde2e54" providerId="AD" clId="Web-{80AEB4D6-48C8-272A-D788-8799724D22A7}" dt="2026-03-24T03:14:26.158" v="5" actId="20577"/>
      <pc:docMkLst>
        <pc:docMk/>
      </pc:docMkLst>
      <pc:sldChg chg="modSp">
        <pc:chgData name="Kiana Naparate" userId="S::knaparate.contractor@adb.org::deeb4398-7fac-4fa0-b711-20856dde2e54" providerId="AD" clId="Web-{80AEB4D6-48C8-272A-D788-8799724D22A7}" dt="2026-03-24T03:14:26.158" v="5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80AEB4D6-48C8-272A-D788-8799724D22A7}" dt="2026-03-24T03:14:26.158" v="5" actId="20577"/>
          <ac:spMkLst>
            <pc:docMk/>
            <pc:sldMk cId="3697442336" sldId="331"/>
            <ac:spMk id="15" creationId="{E9450688-BE77-75C7-8833-AE318EF3645C}"/>
          </ac:spMkLst>
        </pc:spChg>
      </pc:sldChg>
    </pc:docChg>
  </pc:docChgLst>
  <pc:docChgLst>
    <pc:chgData name="Kiana Naparate" userId="S::knaparate.contractor@adb.org::deeb4398-7fac-4fa0-b711-20856dde2e54" providerId="AD" clId="Web-{DEEFF9B6-0C31-18BB-4759-73691FDF3C9C}"/>
    <pc:docChg chg="modSld">
      <pc:chgData name="Kiana Naparate" userId="S::knaparate.contractor@adb.org::deeb4398-7fac-4fa0-b711-20856dde2e54" providerId="AD" clId="Web-{DEEFF9B6-0C31-18BB-4759-73691FDF3C9C}" dt="2026-03-27T07:46:13.153" v="43" actId="20577"/>
      <pc:docMkLst>
        <pc:docMk/>
      </pc:docMkLst>
      <pc:sldChg chg="addSp delSp modSp">
        <pc:chgData name="Kiana Naparate" userId="S::knaparate.contractor@adb.org::deeb4398-7fac-4fa0-b711-20856dde2e54" providerId="AD" clId="Web-{DEEFF9B6-0C31-18BB-4759-73691FDF3C9C}" dt="2026-03-27T07:46:13.153" v="43" actId="20577"/>
        <pc:sldMkLst>
          <pc:docMk/>
          <pc:sldMk cId="2332558993" sldId="346"/>
        </pc:sldMkLst>
        <pc:spChg chg="del mod">
          <ac:chgData name="Kiana Naparate" userId="S::knaparate.contractor@adb.org::deeb4398-7fac-4fa0-b711-20856dde2e54" providerId="AD" clId="Web-{DEEFF9B6-0C31-18BB-4759-73691FDF3C9C}" dt="2026-03-27T06:26:58.271" v="11"/>
          <ac:spMkLst>
            <pc:docMk/>
            <pc:sldMk cId="2332558993" sldId="346"/>
            <ac:spMk id="2" creationId="{A52ADEB1-E7F7-2AA6-ECF0-18056D250BF8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40.442" v="8" actId="1076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34:13.481" v="36" actId="20577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46:13.153" v="43" actId="20577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5:08.798" v="1" actId="14100"/>
          <ac:spMkLst>
            <pc:docMk/>
            <pc:sldMk cId="2332558993" sldId="346"/>
            <ac:spMk id="13" creationId="{28B09917-3583-0CA1-6E7E-EB7791E8CD0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12.363" v="3" actId="14100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8:03.277" v="19" actId="1076"/>
          <ac:spMkLst>
            <pc:docMk/>
            <pc:sldMk cId="2332558993" sldId="346"/>
            <ac:spMk id="19" creationId="{3C820139-5688-09DE-D15C-D06C647C319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52:47.755" v="26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16:32.536" v="7" actId="1076"/>
          <ac:spMkLst>
            <pc:docMk/>
            <pc:sldMk cId="2332558993" sldId="346"/>
            <ac:spMk id="24" creationId="{6552AE97-80C8-726F-855E-2CADC32825FB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27:22.944" v="18" actId="1076"/>
          <ac:spMkLst>
            <pc:docMk/>
            <pc:sldMk cId="2332558993" sldId="346"/>
            <ac:spMk id="25" creationId="{FCF8A7BC-3F32-623C-2CA7-48425807EFEB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7:17.913" v="16" actId="14100"/>
          <ac:spMkLst>
            <pc:docMk/>
            <pc:sldMk cId="2332558993" sldId="346"/>
            <ac:spMk id="64" creationId="{ADB65C67-95C3-EB0B-6695-DF52E43FAD70}"/>
          </ac:spMkLst>
        </pc:spChg>
        <pc:spChg chg="del">
          <ac:chgData name="Kiana Naparate" userId="S::knaparate.contractor@adb.org::deeb4398-7fac-4fa0-b711-20856dde2e54" providerId="AD" clId="Web-{DEEFF9B6-0C31-18BB-4759-73691FDF3C9C}" dt="2026-03-27T06:15:05.047" v="0"/>
          <ac:spMkLst>
            <pc:docMk/>
            <pc:sldMk cId="2332558993" sldId="346"/>
            <ac:spMk id="65" creationId="{192E6B95-14DE-879E-6B68-404263F066FE}"/>
          </ac:spMkLst>
        </pc:spChg>
      </pc:sldChg>
    </pc:docChg>
  </pc:docChgLst>
  <pc:docChgLst>
    <pc:chgData name="Jimwyl Perez" userId="S::jperez2.contractor@adb.org::fc00229f-e87f-4a35-8b3e-498896f17f42" providerId="AD" clId="Web-{DA2A802D-D72C-15FE-E921-62AE6A11FCC2}"/>
    <pc:docChg chg="modSld">
      <pc:chgData name="Jimwyl Perez" userId="S::jperez2.contractor@adb.org::fc00229f-e87f-4a35-8b3e-498896f17f42" providerId="AD" clId="Web-{DA2A802D-D72C-15FE-E921-62AE6A11FCC2}" dt="2026-03-04T01:56:31.768" v="70" actId="20577"/>
      <pc:docMkLst>
        <pc:docMk/>
      </pc:docMkLst>
      <pc:sldChg chg="modSp">
        <pc:chgData name="Jimwyl Perez" userId="S::jperez2.contractor@adb.org::fc00229f-e87f-4a35-8b3e-498896f17f42" providerId="AD" clId="Web-{DA2A802D-D72C-15FE-E921-62AE6A11FCC2}" dt="2026-03-04T01:54:26.314" v="1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DA2A802D-D72C-15FE-E921-62AE6A11FCC2}" dt="2026-03-04T01:54:14.377" v="1" actId="20577"/>
          <ac:spMkLst>
            <pc:docMk/>
            <pc:sldMk cId="960469211" sldId="256"/>
            <ac:spMk id="2" creationId="{05251750-A03E-842F-E9C6-AE7B87880471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4:26.314" v="1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6:31.768" v="7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DA2A802D-D72C-15FE-E921-62AE6A11FCC2}" dt="2026-03-04T01:56:31.768" v="7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5:42.674" v="31" actId="20577"/>
        <pc:sldMkLst>
          <pc:docMk/>
          <pc:sldMk cId="2735885195" sldId="342"/>
        </pc:sldMkLst>
        <pc:spChg chg="mod">
          <ac:chgData name="Jimwyl Perez" userId="S::jperez2.contractor@adb.org::fc00229f-e87f-4a35-8b3e-498896f17f42" providerId="AD" clId="Web-{DA2A802D-D72C-15FE-E921-62AE6A11FCC2}" dt="2026-03-04T01:55:06.705" v="24" actId="20577"/>
          <ac:spMkLst>
            <pc:docMk/>
            <pc:sldMk cId="2735885195" sldId="342"/>
            <ac:spMk id="20" creationId="{58347D3A-72B3-76F9-789D-C6B3E66F2308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36.908" v="29" actId="20577"/>
          <ac:spMkLst>
            <pc:docMk/>
            <pc:sldMk cId="2735885195" sldId="342"/>
            <ac:spMk id="25" creationId="{4E83DC87-7A32-BAA6-FAD2-588327C65E69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42.674" v="31" actId="20577"/>
          <ac:spMkLst>
            <pc:docMk/>
            <pc:sldMk cId="2735885195" sldId="342"/>
            <ac:spMk id="26" creationId="{3F48FC27-002C-A016-0BB0-62431F196BB7}"/>
          </ac:spMkLst>
        </pc:spChg>
      </pc:sldChg>
    </pc:docChg>
  </pc:docChgLst>
  <pc:docChgLst>
    <pc:chgData name="Jimwyl Perez" userId="S::jperez2.contractor@adb.org::fc00229f-e87f-4a35-8b3e-498896f17f42" providerId="AD" clId="Web-{3CF75431-91DD-1865-68A4-B47DAD2DC354}"/>
    <pc:docChg chg="modSld">
      <pc:chgData name="Jimwyl Perez" userId="S::jperez2.contractor@adb.org::fc00229f-e87f-4a35-8b3e-498896f17f42" providerId="AD" clId="Web-{3CF75431-91DD-1865-68A4-B47DAD2DC354}" dt="2026-03-24T01:00:03.636" v="25"/>
      <pc:docMkLst>
        <pc:docMk/>
      </pc:docMkLst>
      <pc:sldChg chg="modSp">
        <pc:chgData name="Jimwyl Perez" userId="S::jperez2.contractor@adb.org::fc00229f-e87f-4a35-8b3e-498896f17f42" providerId="AD" clId="Web-{3CF75431-91DD-1865-68A4-B47DAD2DC354}" dt="2026-03-24T01:00:03.636" v="2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3CF75431-91DD-1865-68A4-B47DAD2DC354}" dt="2026-03-24T01:00:03.636" v="25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F431EDD9-34FD-47A9-8B4A-563B1A84360D}"/>
    <pc:docChg chg="modSld">
      <pc:chgData name="Kiana Naparate" userId="S::knaparate.contractor@adb.org::deeb4398-7fac-4fa0-b711-20856dde2e54" providerId="AD" clId="Web-{F431EDD9-34FD-47A9-8B4A-563B1A84360D}" dt="2026-03-11T06:00:28.135" v="37"/>
      <pc:docMkLst>
        <pc:docMk/>
      </pc:docMkLst>
      <pc:sldChg chg="addSp delSp modSp">
        <pc:chgData name="Kiana Naparate" userId="S::knaparate.contractor@adb.org::deeb4398-7fac-4fa0-b711-20856dde2e54" providerId="AD" clId="Web-{F431EDD9-34FD-47A9-8B4A-563B1A84360D}" dt="2026-03-11T06:00:28.135" v="3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F431EDD9-34FD-47A9-8B4A-563B1A84360D}" dt="2026-03-11T05:57:14.853" v="19" actId="14100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58.134" v="15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7:16.697" v="20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37.853" v="9" actId="14100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Ryan Evangelista" userId="S::revangelista2.contractor@adb.org::597cd8d6-bf76-49e5-9472-fb8c9ed690ca" providerId="AD" clId="Web-{F124D8F1-E6D1-2225-D739-86BC15D7708E}"/>
    <pc:docChg chg="modSld">
      <pc:chgData name="Ryan Evangelista" userId="S::revangelista2.contractor@adb.org::597cd8d6-bf76-49e5-9472-fb8c9ed690ca" providerId="AD" clId="Web-{F124D8F1-E6D1-2225-D739-86BC15D7708E}" dt="2026-03-10T06:14:05.786" v="87" actId="14100"/>
      <pc:docMkLst>
        <pc:docMk/>
      </pc:docMkLst>
      <pc:sldChg chg="delSp modSp">
        <pc:chgData name="Ryan Evangelista" userId="S::revangelista2.contractor@adb.org::597cd8d6-bf76-49e5-9472-fb8c9ed690ca" providerId="AD" clId="Web-{F124D8F1-E6D1-2225-D739-86BC15D7708E}" dt="2026-03-10T06:14:05.786" v="87" actId="14100"/>
        <pc:sldMkLst>
          <pc:docMk/>
          <pc:sldMk cId="1261990403" sldId="338"/>
        </pc:sldMkLst>
        <pc:spChg chg="mod topLvl">
          <ac:chgData name="Ryan Evangelista" userId="S::revangelista2.contractor@adb.org::597cd8d6-bf76-49e5-9472-fb8c9ed690ca" providerId="AD" clId="Web-{F124D8F1-E6D1-2225-D739-86BC15D7708E}" dt="2026-03-10T06:14:05.786" v="87" actId="14100"/>
          <ac:spMkLst>
            <pc:docMk/>
            <pc:sldMk cId="1261990403" sldId="338"/>
            <ac:spMk id="8" creationId="{81DD154B-7DDC-E9AD-1A3B-8E93A1D4B401}"/>
          </ac:spMkLst>
        </pc:spChg>
        <pc:spChg chg="mod topLvl">
          <ac:chgData name="Ryan Evangelista" userId="S::revangelista2.contractor@adb.org::597cd8d6-bf76-49e5-9472-fb8c9ed690ca" providerId="AD" clId="Web-{F124D8F1-E6D1-2225-D739-86BC15D7708E}" dt="2026-03-10T06:13:52.504" v="86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FBEEEB7A-FF78-4452-0618-DF862312DF14}"/>
    <pc:docChg chg="modSld">
      <pc:chgData name="Kiana Naparate" userId="S::knaparate.contractor@adb.org::deeb4398-7fac-4fa0-b711-20856dde2e54" providerId="AD" clId="Web-{FBEEEB7A-FF78-4452-0618-DF862312DF14}" dt="2026-03-11T03:28:59.130" v="3" actId="1076"/>
      <pc:docMkLst>
        <pc:docMk/>
      </pc:docMkLst>
      <pc:sldChg chg="modSp">
        <pc:chgData name="Kiana Naparate" userId="S::knaparate.contractor@adb.org::deeb4398-7fac-4fa0-b711-20856dde2e54" providerId="AD" clId="Web-{FBEEEB7A-FF78-4452-0618-DF862312DF14}" dt="2026-03-11T03:28:59.130" v="3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FBEEEB7A-FF78-4452-0618-DF862312DF14}" dt="2026-03-11T03:28:59.130" v="3" actId="1076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FBEEEB7A-FF78-4452-0618-DF862312DF14}" dt="2026-03-11T03:06:42.666" v="0" actId="1076"/>
          <ac:spMkLst>
            <pc:docMk/>
            <pc:sldMk cId="2332558993" sldId="346"/>
            <ac:spMk id="16" creationId="{8D23E90A-D9A3-83BE-E3A0-D944D7904051}"/>
          </ac:spMkLst>
        </pc:spChg>
      </pc:sldChg>
    </pc:docChg>
  </pc:docChgLst>
  <pc:docChgLst>
    <pc:chgData name="Kiana Naparate" userId="S::knaparate.contractor@adb.org::deeb4398-7fac-4fa0-b711-20856dde2e54" providerId="AD" clId="Web-{6F68B199-2B7D-33CF-B46A-0C51F3798067}"/>
    <pc:docChg chg="modSld">
      <pc:chgData name="Kiana Naparate" userId="S::knaparate.contractor@adb.org::deeb4398-7fac-4fa0-b711-20856dde2e54" providerId="AD" clId="Web-{6F68B199-2B7D-33CF-B46A-0C51F3798067}" dt="2026-03-10T06:46:01.908" v="147" actId="1076"/>
      <pc:docMkLst>
        <pc:docMk/>
      </pc:docMkLst>
      <pc:sldChg chg="addSp delSp modSp">
        <pc:chgData name="Kiana Naparate" userId="S::knaparate.contractor@adb.org::deeb4398-7fac-4fa0-b711-20856dde2e54" providerId="AD" clId="Web-{6F68B199-2B7D-33CF-B46A-0C51F3798067}" dt="2026-03-10T06:46:01.908" v="147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6F68B199-2B7D-33CF-B46A-0C51F3798067}" dt="2026-03-10T06:45:18.922" v="142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6F68B199-2B7D-33CF-B46A-0C51F3798067}" dt="2026-03-10T06:01:08.635" v="135" actId="1076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361" v="146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38:47.899" v="140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5:58:36.351" v="8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908" v="147" actId="1076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Jimwyl Perez" userId="S::jperez2.contractor@adb.org::fc00229f-e87f-4a35-8b3e-498896f17f42" providerId="AD" clId="Web-{6BE3F614-27BF-B5E6-90B4-1C585BBC0596}"/>
    <pc:docChg chg="modSld">
      <pc:chgData name="Jimwyl Perez" userId="S::jperez2.contractor@adb.org::fc00229f-e87f-4a35-8b3e-498896f17f42" providerId="AD" clId="Web-{6BE3F614-27BF-B5E6-90B4-1C585BBC0596}" dt="2026-03-04T04:48:28.697" v="196" actId="20577"/>
      <pc:docMkLst>
        <pc:docMk/>
      </pc:docMkLst>
      <pc:sldChg chg="modSp">
        <pc:chgData name="Jimwyl Perez" userId="S::jperez2.contractor@adb.org::fc00229f-e87f-4a35-8b3e-498896f17f42" providerId="AD" clId="Web-{6BE3F614-27BF-B5E6-90B4-1C585BBC0596}" dt="2026-03-04T04:48:28.697" v="196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BE3F614-27BF-B5E6-90B4-1C585BBC0596}" dt="2026-03-04T04:48:28.697" v="196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Jimwyl Perez" userId="S::jperez2.contractor@adb.org::fc00229f-e87f-4a35-8b3e-498896f17f42" providerId="AD" clId="Web-{688FD570-EC60-E73C-EF6A-DB0A3E57F246}"/>
    <pc:docChg chg="modSld">
      <pc:chgData name="Jimwyl Perez" userId="S::jperez2.contractor@adb.org::fc00229f-e87f-4a35-8b3e-498896f17f42" providerId="AD" clId="Web-{688FD570-EC60-E73C-EF6A-DB0A3E57F246}" dt="2026-03-24T05:55:59.280" v="76" actId="20577"/>
      <pc:docMkLst>
        <pc:docMk/>
      </pc:docMkLst>
      <pc:sldChg chg="modSp">
        <pc:chgData name="Jimwyl Perez" userId="S::jperez2.contractor@adb.org::fc00229f-e87f-4a35-8b3e-498896f17f42" providerId="AD" clId="Web-{688FD570-EC60-E73C-EF6A-DB0A3E57F246}" dt="2026-03-24T02:42:31.767" v="4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688FD570-EC60-E73C-EF6A-DB0A3E57F246}" dt="2026-03-24T02:42:31.767" v="4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addSp modSp">
        <pc:chgData name="Jimwyl Perez" userId="S::jperez2.contractor@adb.org::fc00229f-e87f-4a35-8b3e-498896f17f42" providerId="AD" clId="Web-{688FD570-EC60-E73C-EF6A-DB0A3E57F246}" dt="2026-03-24T05:55:59.280" v="76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688FD570-EC60-E73C-EF6A-DB0A3E57F246}" dt="2026-03-24T05:55:48.139" v="72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688FD570-EC60-E73C-EF6A-DB0A3E57F246}" dt="2026-03-24T05:55:59.280" v="76" actId="20577"/>
          <ac:spMkLst>
            <pc:docMk/>
            <pc:sldMk cId="3697442336" sldId="331"/>
            <ac:spMk id="11" creationId="{349BBC2E-A650-7B22-3278-D5D6884BC6E0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2:40.615" v="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88FD570-EC60-E73C-EF6A-DB0A3E57F246}" dt="2026-03-24T01:32:40.615" v="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40:29.133" v="39" actId="20577"/>
        <pc:sldMkLst>
          <pc:docMk/>
          <pc:sldMk cId="1323615536" sldId="340"/>
        </pc:sldMkLst>
        <pc:spChg chg="mod">
          <ac:chgData name="Jimwyl Perez" userId="S::jperez2.contractor@adb.org::fc00229f-e87f-4a35-8b3e-498896f17f42" providerId="AD" clId="Web-{688FD570-EC60-E73C-EF6A-DB0A3E57F246}" dt="2026-03-24T01:40:29.133" v="39" actId="20577"/>
          <ac:spMkLst>
            <pc:docMk/>
            <pc:sldMk cId="1323615536" sldId="340"/>
            <ac:spMk id="3" creationId="{5ACDBBA2-8FE9-D552-49E0-2B2BD03A49A6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6:39.507" v="4" actId="1076"/>
        <pc:sldMkLst>
          <pc:docMk/>
          <pc:sldMk cId="2332558993" sldId="346"/>
        </pc:sldMkLst>
        <pc:spChg chg="mod">
          <ac:chgData name="Jimwyl Perez" userId="S::jperez2.contractor@adb.org::fc00229f-e87f-4a35-8b3e-498896f17f42" providerId="AD" clId="Web-{688FD570-EC60-E73C-EF6A-DB0A3E57F246}" dt="2026-03-24T01:36:39.507" v="4" actId="1076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Jimwyl Perez" userId="S::jperez2.contractor@adb.org::fc00229f-e87f-4a35-8b3e-498896f17f42" providerId="AD" clId="Web-{53531A0C-0EA1-EAD9-0914-28ACCA7BE36B}"/>
    <pc:docChg chg="modSld">
      <pc:chgData name="Jimwyl Perez" userId="S::jperez2.contractor@adb.org::fc00229f-e87f-4a35-8b3e-498896f17f42" providerId="AD" clId="Web-{53531A0C-0EA1-EAD9-0914-28ACCA7BE36B}" dt="2026-03-04T04:51:09.402" v="34" actId="20577"/>
      <pc:docMkLst>
        <pc:docMk/>
      </pc:docMkLst>
      <pc:sldChg chg="modSp">
        <pc:chgData name="Jimwyl Perez" userId="S::jperez2.contractor@adb.org::fc00229f-e87f-4a35-8b3e-498896f17f42" providerId="AD" clId="Web-{53531A0C-0EA1-EAD9-0914-28ACCA7BE36B}" dt="2026-03-04T04:51:09.402" v="34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53531A0C-0EA1-EAD9-0914-28ACCA7BE36B}" dt="2026-03-04T04:51:09.402" v="34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BC36A1FE-CF25-E576-05BE-C496470C2ADF}"/>
    <pc:docChg chg="modSld">
      <pc:chgData name="Kiana Naparate" userId="S::knaparate.contractor@adb.org::deeb4398-7fac-4fa0-b711-20856dde2e54" providerId="AD" clId="Web-{BC36A1FE-CF25-E576-05BE-C496470C2ADF}" dt="2026-03-27T01:30:16.779" v="8" actId="20577"/>
      <pc:docMkLst>
        <pc:docMk/>
      </pc:docMkLst>
      <pc:sldChg chg="addSp modSp">
        <pc:chgData name="Kiana Naparate" userId="S::knaparate.contractor@adb.org::deeb4398-7fac-4fa0-b711-20856dde2e54" providerId="AD" clId="Web-{BC36A1FE-CF25-E576-05BE-C496470C2ADF}" dt="2026-03-27T01:30:16.779" v="8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BC36A1FE-CF25-E576-05BE-C496470C2ADF}" dt="2026-03-27T01:30:01.091" v="5" actId="14100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29:45.480" v="0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30:16.779" v="8" actId="20577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Kiana Naparate" userId="S::knaparate.contractor@adb.org::deeb4398-7fac-4fa0-b711-20856dde2e54" providerId="AD" clId="Web-{8CEB6BD6-31A1-C0D7-DA90-34E72420FCF3}"/>
    <pc:docChg chg="modSld">
      <pc:chgData name="Kiana Naparate" userId="S::knaparate.contractor@adb.org::deeb4398-7fac-4fa0-b711-20856dde2e54" providerId="AD" clId="Web-{8CEB6BD6-31A1-C0D7-DA90-34E72420FCF3}" dt="2026-03-27T04:28:57.856" v="50" actId="20577"/>
      <pc:docMkLst>
        <pc:docMk/>
      </pc:docMkLst>
      <pc:sldChg chg="addSp modSp">
        <pc:chgData name="Kiana Naparate" userId="S::knaparate.contractor@adb.org::deeb4398-7fac-4fa0-b711-20856dde2e54" providerId="AD" clId="Web-{8CEB6BD6-31A1-C0D7-DA90-34E72420FCF3}" dt="2026-03-27T04:28:57.856" v="50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8CEB6BD6-31A1-C0D7-DA90-34E72420FCF3}" dt="2026-03-27T04:24:24.829" v="11" actId="1076"/>
          <ac:spMkLst>
            <pc:docMk/>
            <pc:sldMk cId="2332558993" sldId="346"/>
            <ac:spMk id="5" creationId="{F9FE1857-D417-18CE-9603-562743F135AB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6:56.930" v="30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41.363" v="9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29.939" v="13" actId="1076"/>
          <ac:spMkLst>
            <pc:docMk/>
            <pc:sldMk cId="2332558993" sldId="346"/>
            <ac:spMk id="18" creationId="{A32A7ADF-75C4-36BC-2547-25FA33BAA917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33.127" v="15" actId="1076"/>
          <ac:spMkLst>
            <pc:docMk/>
            <pc:sldMk cId="2332558993" sldId="346"/>
            <ac:spMk id="19" creationId="{3C820139-5688-09DE-D15C-D06C647C3194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7:41.541" v="45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5:30.052" v="28" actId="1076"/>
          <ac:spMkLst>
            <pc:docMk/>
            <pc:sldMk cId="2332558993" sldId="346"/>
            <ac:spMk id="21" creationId="{9EB3AA0A-A063-477F-F12C-111A770E07C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5.201" v="0" actId="20577"/>
          <ac:spMkLst>
            <pc:docMk/>
            <pc:sldMk cId="2332558993" sldId="346"/>
            <ac:spMk id="49" creationId="{DC0C540D-1587-76D3-9944-EB09D0C5591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7.514" v="1" actId="20577"/>
          <ac:spMkLst>
            <pc:docMk/>
            <pc:sldMk cId="2332558993" sldId="346"/>
            <ac:spMk id="50" creationId="{CB936B68-129F-E39A-0618-CACDCD906611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1.217" v="2" actId="20577"/>
          <ac:spMkLst>
            <pc:docMk/>
            <pc:sldMk cId="2332558993" sldId="346"/>
            <ac:spMk id="51" creationId="{CEEE427E-9D30-CCF4-DB44-7EA9CC36327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5.296" v="3" actId="20577"/>
          <ac:spMkLst>
            <pc:docMk/>
            <pc:sldMk cId="2332558993" sldId="346"/>
            <ac:spMk id="52" creationId="{EC7ABBEC-C6EA-16F7-FFBA-913BCAA50EF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8.484" v="4" actId="20577"/>
          <ac:spMkLst>
            <pc:docMk/>
            <pc:sldMk cId="2332558993" sldId="346"/>
            <ac:spMk id="53" creationId="{7CBA063E-EAEF-EC10-9EA9-AC8B6E5BB74F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25.486" v="7" actId="14100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8:57.856" v="50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Kiana Naparate" userId="S::knaparate.contractor@adb.org::deeb4398-7fac-4fa0-b711-20856dde2e54" providerId="AD" clId="Web-{915BC571-5149-E27E-E493-DAAFD71C6457}"/>
    <pc:docChg chg="addSld modSld">
      <pc:chgData name="Kiana Naparate" userId="S::knaparate.contractor@adb.org::deeb4398-7fac-4fa0-b711-20856dde2e54" providerId="AD" clId="Web-{915BC571-5149-E27E-E493-DAAFD71C6457}" dt="2026-03-27T08:56:23.910" v="107" actId="14100"/>
      <pc:docMkLst>
        <pc:docMk/>
      </pc:docMkLst>
      <pc:sldChg chg="addSp delSp modSp add replId">
        <pc:chgData name="Kiana Naparate" userId="S::knaparate.contractor@adb.org::deeb4398-7fac-4fa0-b711-20856dde2e54" providerId="AD" clId="Web-{915BC571-5149-E27E-E493-DAAFD71C6457}" dt="2026-03-27T08:56:23.910" v="107" actId="14100"/>
        <pc:sldMkLst>
          <pc:docMk/>
          <pc:sldMk cId="699006280" sldId="347"/>
        </pc:sldMkLst>
        <pc:spChg chg="mod">
          <ac:chgData name="Kiana Naparate" userId="S::knaparate.contractor@adb.org::deeb4398-7fac-4fa0-b711-20856dde2e54" providerId="AD" clId="Web-{915BC571-5149-E27E-E493-DAAFD71C6457}" dt="2026-03-27T08:48:30.196" v="55" actId="1076"/>
          <ac:spMkLst>
            <pc:docMk/>
            <pc:sldMk cId="699006280" sldId="347"/>
            <ac:spMk id="4" creationId="{64B6C596-C72C-C07A-E505-60075E31067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11" v="56" actId="1076"/>
          <ac:spMkLst>
            <pc:docMk/>
            <pc:sldMk cId="699006280" sldId="347"/>
            <ac:spMk id="5" creationId="{FAEA53C2-2508-5E4C-D91F-ABBFAAD4B99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02" v="51" actId="1076"/>
          <ac:spMkLst>
            <pc:docMk/>
            <pc:sldMk cId="699006280" sldId="347"/>
            <ac:spMk id="6" creationId="{898505E1-B586-989A-51E4-BDAFBD480481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39" v="49" actId="1076"/>
          <ac:spMkLst>
            <pc:docMk/>
            <pc:sldMk cId="699006280" sldId="347"/>
            <ac:spMk id="7" creationId="{299C3CFA-8497-DAA4-DEB6-EEE5066FA30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18" v="52" actId="1076"/>
          <ac:spMkLst>
            <pc:docMk/>
            <pc:sldMk cId="699006280" sldId="347"/>
            <ac:spMk id="8" creationId="{A6AA7044-A2C7-0685-2188-60959EB1976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13.430" v="38" actId="1076"/>
          <ac:spMkLst>
            <pc:docMk/>
            <pc:sldMk cId="699006280" sldId="347"/>
            <ac:spMk id="9" creationId="{E2E1DB75-C145-53C2-318A-E8BDA257B96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46" v="45" actId="1076"/>
          <ac:spMkLst>
            <pc:docMk/>
            <pc:sldMk cId="699006280" sldId="347"/>
            <ac:spMk id="10" creationId="{59443842-1455-7CDC-B7AB-0C639D78004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20.930" v="93" actId="1076"/>
          <ac:spMkLst>
            <pc:docMk/>
            <pc:sldMk cId="699006280" sldId="347"/>
            <ac:spMk id="11" creationId="{B1F9FDEE-57C4-4C4A-0236-943097566232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93" v="47" actId="1076"/>
          <ac:spMkLst>
            <pc:docMk/>
            <pc:sldMk cId="699006280" sldId="347"/>
            <ac:spMk id="12" creationId="{FC110947-3C93-F081-307F-DB46C888710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49" v="53" actId="1076"/>
          <ac:spMkLst>
            <pc:docMk/>
            <pc:sldMk cId="699006280" sldId="347"/>
            <ac:spMk id="13" creationId="{DD1E7771-23CD-073C-4FEB-3CE11E0EADE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64" v="54" actId="1076"/>
          <ac:spMkLst>
            <pc:docMk/>
            <pc:sldMk cId="699006280" sldId="347"/>
            <ac:spMk id="15" creationId="{8F65B9B4-3463-CA97-0417-27B0BF0713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24" v="48" actId="1076"/>
          <ac:spMkLst>
            <pc:docMk/>
            <pc:sldMk cId="699006280" sldId="347"/>
            <ac:spMk id="16" creationId="{EE95D816-8EEB-598E-1CA2-B36482F2BCF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71" v="50" actId="1076"/>
          <ac:spMkLst>
            <pc:docMk/>
            <pc:sldMk cId="699006280" sldId="347"/>
            <ac:spMk id="17" creationId="{EA8ED16B-6412-AB9C-CE78-877EF98FBFD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43" v="57" actId="1076"/>
          <ac:spMkLst>
            <pc:docMk/>
            <pc:sldMk cId="699006280" sldId="347"/>
            <ac:spMk id="18" creationId="{DC7AEB42-5A77-3DC1-B417-62910DD1777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58" v="58" actId="1076"/>
          <ac:spMkLst>
            <pc:docMk/>
            <pc:sldMk cId="699006280" sldId="347"/>
            <ac:spMk id="19" creationId="{1C965940-C61A-E20A-DD57-3AC7E2BE7F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89" v="59" actId="1076"/>
          <ac:spMkLst>
            <pc:docMk/>
            <pc:sldMk cId="699006280" sldId="347"/>
            <ac:spMk id="20" creationId="{A3F992DB-17D0-9009-4B56-BBD326D6C8B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05" v="60" actId="1076"/>
          <ac:spMkLst>
            <pc:docMk/>
            <pc:sldMk cId="699006280" sldId="347"/>
            <ac:spMk id="21" creationId="{C155D2C7-A570-9572-573E-3A302F49ECD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36" v="61" actId="1076"/>
          <ac:spMkLst>
            <pc:docMk/>
            <pc:sldMk cId="699006280" sldId="347"/>
            <ac:spMk id="24" creationId="{68C5A99E-A361-3761-378A-55E9AFA137C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52" v="62" actId="1076"/>
          <ac:spMkLst>
            <pc:docMk/>
            <pc:sldMk cId="699006280" sldId="347"/>
            <ac:spMk id="25" creationId="{F12B11EC-A74D-8C4D-EE2F-60A4F722A80F}"/>
          </ac:spMkLst>
        </pc:spChg>
        <pc:spChg chg="mod topLvl">
          <ac:chgData name="Kiana Naparate" userId="S::knaparate.contractor@adb.org::deeb4398-7fac-4fa0-b711-20856dde2e54" providerId="AD" clId="Web-{915BC571-5149-E27E-E493-DAAFD71C6457}" dt="2026-03-27T08:56:23.910" v="107" actId="14100"/>
          <ac:spMkLst>
            <pc:docMk/>
            <pc:sldMk cId="699006280" sldId="347"/>
            <ac:spMk id="61" creationId="{3D084B17-BE9C-7E9E-7723-3DF2764A1E4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68" v="42" actId="1076"/>
          <ac:spMkLst>
            <pc:docMk/>
            <pc:sldMk cId="699006280" sldId="347"/>
            <ac:spMk id="64" creationId="{53EDD041-29D2-2870-5BDF-94B9F93F60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99" v="43" actId="1076"/>
          <ac:spMkLst>
            <pc:docMk/>
            <pc:sldMk cId="699006280" sldId="347"/>
            <ac:spMk id="68" creationId="{6E5CA70D-F68D-45E9-9B91-F1BE4C3DDF0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15" v="44" actId="1076"/>
          <ac:spMkLst>
            <pc:docMk/>
            <pc:sldMk cId="699006280" sldId="347"/>
            <ac:spMk id="69" creationId="{05B00A9D-CC2C-E881-C22C-A16E0FE5A14B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1"/>
          <ac:spMkLst>
            <pc:docMk/>
            <pc:sldMk cId="699006280" sldId="347"/>
            <ac:spMk id="70" creationId="{D688913F-BA5F-FD12-F561-9FAF4A4457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6:22.051" v="106" actId="1076"/>
          <ac:spMkLst>
            <pc:docMk/>
            <pc:sldMk cId="699006280" sldId="347"/>
            <ac:spMk id="71" creationId="{9FF1F4EE-97C5-147F-B068-F88BBC0AEC5C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0"/>
          <ac:spMkLst>
            <pc:docMk/>
            <pc:sldMk cId="699006280" sldId="347"/>
            <ac:spMk id="72" creationId="{629BA06F-CB00-F3D1-44ED-4F45CBCC76D8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9"/>
          <ac:spMkLst>
            <pc:docMk/>
            <pc:sldMk cId="699006280" sldId="347"/>
            <ac:spMk id="73" creationId="{71C75959-12BB-CB19-6A06-DEC29A2B0A2E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8"/>
          <ac:spMkLst>
            <pc:docMk/>
            <pc:sldMk cId="699006280" sldId="347"/>
            <ac:spMk id="74" creationId="{A0B21489-F5AB-D851-EDA0-EEA83F5E9386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7"/>
          <ac:spMkLst>
            <pc:docMk/>
            <pc:sldMk cId="699006280" sldId="347"/>
            <ac:spMk id="75" creationId="{63ADB958-DB40-04A1-5E49-C3AA673B175C}"/>
          </ac:spMkLst>
        </pc:spChg>
        <pc:spChg chg="add del mod">
          <ac:chgData name="Kiana Naparate" userId="S::knaparate.contractor@adb.org::deeb4398-7fac-4fa0-b711-20856dde2e54" providerId="AD" clId="Web-{915BC571-5149-E27E-E493-DAAFD71C6457}" dt="2026-03-27T08:49:28.805" v="74" actId="20577"/>
          <ac:spMkLst>
            <pc:docMk/>
            <pc:sldMk cId="699006280" sldId="347"/>
            <ac:spMk id="77" creationId="{A84CA059-92FF-32B1-AE8C-99DEA02DE4D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7"/>
          <ac:spMkLst>
            <pc:docMk/>
            <pc:sldMk cId="699006280" sldId="347"/>
            <ac:spMk id="78" creationId="{59A2F348-F031-1C3B-C273-D5F8FBAC05A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8"/>
          <ac:spMkLst>
            <pc:docMk/>
            <pc:sldMk cId="699006280" sldId="347"/>
            <ac:spMk id="79" creationId="{D206E89F-3AB1-B1B9-ECC3-8B97CCBD131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9"/>
          <ac:spMkLst>
            <pc:docMk/>
            <pc:sldMk cId="699006280" sldId="347"/>
            <ac:spMk id="80" creationId="{D46E0384-41A3-7B67-30BA-8331FAFDCB3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83" v="70"/>
          <ac:spMkLst>
            <pc:docMk/>
            <pc:sldMk cId="699006280" sldId="347"/>
            <ac:spMk id="81" creationId="{04230F62-B6AC-86B6-31BF-9EBF6C88B9F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38.383" v="99" actId="20577"/>
          <ac:spMkLst>
            <pc:docMk/>
            <pc:sldMk cId="699006280" sldId="347"/>
            <ac:spMk id="89" creationId="{EB588C3B-619C-0AE4-35C0-1B68CDCF715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0.555" v="100" actId="20577"/>
          <ac:spMkLst>
            <pc:docMk/>
            <pc:sldMk cId="699006280" sldId="347"/>
            <ac:spMk id="90" creationId="{F56CDB6D-86C9-F791-4450-7CBDBC4D36A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3.071" v="101" actId="20577"/>
          <ac:spMkLst>
            <pc:docMk/>
            <pc:sldMk cId="699006280" sldId="347"/>
            <ac:spMk id="91" creationId="{70B8D793-13DB-7A78-7EDA-C91FE8516FF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5.321" v="102" actId="20577"/>
          <ac:spMkLst>
            <pc:docMk/>
            <pc:sldMk cId="699006280" sldId="347"/>
            <ac:spMk id="92" creationId="{15D917C9-AD1B-66BF-3FCE-00F80C6655C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7.586" v="103" actId="20577"/>
          <ac:spMkLst>
            <pc:docMk/>
            <pc:sldMk cId="699006280" sldId="347"/>
            <ac:spMk id="93" creationId="{C5CBDE4D-3ACE-8977-7B69-E20ED9B229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7.711" v="85"/>
          <ac:spMkLst>
            <pc:docMk/>
            <pc:sldMk cId="699006280" sldId="347"/>
            <ac:spMk id="94" creationId="{F67127EC-4C4F-68D5-D1D9-108D88834C95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8.852" v="86"/>
          <ac:spMkLst>
            <pc:docMk/>
            <pc:sldMk cId="699006280" sldId="347"/>
            <ac:spMk id="95" creationId="{7F293849-245F-0C13-E273-266F7AA17CE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5.649" v="84"/>
          <ac:spMkLst>
            <pc:docMk/>
            <pc:sldMk cId="699006280" sldId="347"/>
            <ac:spMk id="96" creationId="{C9C5E7EF-F145-9C1D-F826-DE605B20EA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0.086" v="87"/>
          <ac:spMkLst>
            <pc:docMk/>
            <pc:sldMk cId="699006280" sldId="347"/>
            <ac:spMk id="97" creationId="{9DA4B73A-C7FB-8744-BE80-BFEFD5AAE5A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1.289" v="88"/>
          <ac:spMkLst>
            <pc:docMk/>
            <pc:sldMk cId="699006280" sldId="347"/>
            <ac:spMk id="98" creationId="{2096C004-44E5-454F-0367-76F280E71C8B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6.930" v="92"/>
          <ac:spMkLst>
            <pc:docMk/>
            <pc:sldMk cId="699006280" sldId="347"/>
            <ac:spMk id="99" creationId="{21C4FD23-E277-6836-747A-F196266977BE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5.805" v="91"/>
          <ac:spMkLst>
            <pc:docMk/>
            <pc:sldMk cId="699006280" sldId="347"/>
            <ac:spMk id="100" creationId="{EA161C1C-989F-67E8-39FD-7D9A43872730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4.711" v="90"/>
          <ac:spMkLst>
            <pc:docMk/>
            <pc:sldMk cId="699006280" sldId="347"/>
            <ac:spMk id="101" creationId="{17BAF33C-5ACD-A05C-143E-0A4B67EA30D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2.352" v="89"/>
          <ac:spMkLst>
            <pc:docMk/>
            <pc:sldMk cId="699006280" sldId="347"/>
            <ac:spMk id="102" creationId="{F4FAEC7D-CF11-8C57-5A7A-19C1D8B3E411}"/>
          </ac:spMkLst>
        </pc:spChg>
        <pc:grpChg chg="add del">
          <ac:chgData name="Kiana Naparate" userId="S::knaparate.contractor@adb.org::deeb4398-7fac-4fa0-b711-20856dde2e54" providerId="AD" clId="Web-{915BC571-5149-E27E-E493-DAAFD71C6457}" dt="2026-03-27T08:47:52.680" v="12"/>
          <ac:grpSpMkLst>
            <pc:docMk/>
            <pc:sldMk cId="699006280" sldId="347"/>
            <ac:grpSpMk id="2" creationId="{5BC61589-6EE1-D2C2-6D5B-AFEE78CCCBC2}"/>
          </ac:grpSpMkLst>
        </pc:grpChg>
        <pc:grpChg chg="mod topLvl">
          <ac:chgData name="Kiana Naparate" userId="S::knaparate.contractor@adb.org::deeb4398-7fac-4fa0-b711-20856dde2e54" providerId="AD" clId="Web-{915BC571-5149-E27E-E493-DAAFD71C6457}" dt="2026-03-27T08:48:29.836" v="41" actId="1076"/>
          <ac:grpSpMkLst>
            <pc:docMk/>
            <pc:sldMk cId="699006280" sldId="347"/>
            <ac:grpSpMk id="59" creationId="{DD5E0ECD-C8A5-F136-64A1-A5EB80BF5F5A}"/>
          </ac:grpSpMkLst>
        </pc:grpChg>
        <pc:grpChg chg="topLv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0" creationId="{6CC21CBA-2329-8917-F9C7-19EDBA55C566}"/>
          </ac:grpSpMkLst>
        </pc:grpChg>
        <pc:grpChg chg="de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2" creationId="{11EBCB93-2EBB-3A99-16D1-7383D594DAA7}"/>
          </ac:grpSpMkLst>
        </pc:grpChg>
        <pc:grpChg chg="add del mod">
          <ac:chgData name="Kiana Naparate" userId="S::knaparate.contractor@adb.org::deeb4398-7fac-4fa0-b711-20856dde2e54" providerId="AD" clId="Web-{915BC571-5149-E27E-E493-DAAFD71C6457}" dt="2026-03-27T08:49:36.618" v="76"/>
          <ac:grpSpMkLst>
            <pc:docMk/>
            <pc:sldMk cId="699006280" sldId="347"/>
            <ac:grpSpMk id="76" creationId="{E65F4811-FBA4-6E44-FF04-DDAB40C02493}"/>
          </ac:grpSpMkLst>
        </pc:grpChg>
        <pc:grpChg chg="add del">
          <ac:chgData name="Kiana Naparate" userId="S::knaparate.contractor@adb.org::deeb4398-7fac-4fa0-b711-20856dde2e54" providerId="AD" clId="Web-{915BC571-5149-E27E-E493-DAAFD71C6457}" dt="2026-03-27T08:49:40.258" v="78"/>
          <ac:grpSpMkLst>
            <pc:docMk/>
            <pc:sldMk cId="699006280" sldId="347"/>
            <ac:grpSpMk id="82" creationId="{B3DA995D-B647-1E2D-AA8C-ED421F8F8D13}"/>
          </ac:grpSpMkLst>
        </pc:grpChg>
        <pc:grpChg chg="add mod">
          <ac:chgData name="Kiana Naparate" userId="S::knaparate.contractor@adb.org::deeb4398-7fac-4fa0-b711-20856dde2e54" providerId="AD" clId="Web-{915BC571-5149-E27E-E493-DAAFD71C6457}" dt="2026-03-27T08:50:29.321" v="95" actId="1076"/>
          <ac:grpSpMkLst>
            <pc:docMk/>
            <pc:sldMk cId="699006280" sldId="347"/>
            <ac:grpSpMk id="88" creationId="{CC92DFF9-8BFF-24D3-CA10-C1DC9C2F91D7}"/>
          </ac:grpSpMkLst>
        </pc:grpChg>
      </pc:sldChg>
    </pc:docChg>
  </pc:docChgLst>
  <pc:docChgLst>
    <pc:chgData name="Kiana Naparate" userId="S::knaparate.contractor@adb.org::deeb4398-7fac-4fa0-b711-20856dde2e54" providerId="AD" clId="Web-{58E428FD-3FEF-468B-E50C-5359D3146D99}"/>
    <pc:docChg chg="modSld">
      <pc:chgData name="Kiana Naparate" userId="S::knaparate.contractor@adb.org::deeb4398-7fac-4fa0-b711-20856dde2e54" providerId="AD" clId="Web-{58E428FD-3FEF-468B-E50C-5359D3146D99}" dt="2026-03-24T02:09:31.691" v="280" actId="20577"/>
      <pc:docMkLst>
        <pc:docMk/>
      </pc:docMkLst>
      <pc:sldChg chg="addSp modSp">
        <pc:chgData name="Kiana Naparate" userId="S::knaparate.contractor@adb.org::deeb4398-7fac-4fa0-b711-20856dde2e54" providerId="AD" clId="Web-{58E428FD-3FEF-468B-E50C-5359D3146D99}" dt="2026-03-24T02:09:31.691" v="280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58E428FD-3FEF-468B-E50C-5359D3146D99}" dt="2026-03-24T01:51:50.081" v="62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1:53.269" v="64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06.631" v="259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3.816" v="270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11.069" v="261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1:51.927" v="255" actId="20577"/>
          <ac:spMkLst>
            <pc:docMk/>
            <pc:sldMk cId="3697442336" sldId="331"/>
            <ac:spMk id="12" creationId="{BF78AF5E-2213-82F8-E28D-5D20BA02B073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06.441" v="266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7:40.437" v="246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7.597" v="274" actId="20577"/>
          <ac:spMkLst>
            <pc:docMk/>
            <pc:sldMk cId="3697442336" sldId="331"/>
            <ac:spMk id="22" creationId="{95752B05-B185-9996-23EF-54F7DCDC0F3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5:15.429" v="159" actId="20577"/>
          <ac:spMkLst>
            <pc:docMk/>
            <pc:sldMk cId="3697442336" sldId="331"/>
            <ac:spMk id="23" creationId="{5E5BA16F-BE7A-4EE2-E260-8BFDA526C2A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31.691" v="280" actId="20577"/>
          <ac:spMkLst>
            <pc:docMk/>
            <pc:sldMk cId="3697442336" sldId="331"/>
            <ac:spMk id="25" creationId="{50F30F86-4B26-B9F1-81AD-B4BF06D86F90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2:15.866" v="263" actId="20577"/>
          <ac:spMkLst>
            <pc:docMk/>
            <pc:sldMk cId="3697442336" sldId="331"/>
            <ac:spMk id="26" creationId="{25850C90-D365-6B6C-1748-C4D1F6B0EA6F}"/>
          </ac:spMkLst>
        </pc:spChg>
        <pc:grpChg chg="mod">
          <ac:chgData name="Kiana Naparate" userId="S::knaparate.contractor@adb.org::deeb4398-7fac-4fa0-b711-20856dde2e54" providerId="AD" clId="Web-{58E428FD-3FEF-468B-E50C-5359D3146D99}" dt="2026-03-24T01:54:55.427" v="146" actId="14100"/>
          <ac:grpSpMkLst>
            <pc:docMk/>
            <pc:sldMk cId="3697442336" sldId="331"/>
            <ac:grpSpMk id="4" creationId="{6E795B49-F436-AC54-0D38-5BC55BBDD3BE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00.380" v="147" actId="1076"/>
          <ac:grpSpMkLst>
            <pc:docMk/>
            <pc:sldMk cId="3697442336" sldId="331"/>
            <ac:grpSpMk id="5" creationId="{B643A7BB-78F5-7F57-1B66-956EC510400A}"/>
          </ac:grpSpMkLst>
        </pc:grpChg>
        <pc:grpChg chg="add mod">
          <ac:chgData name="Kiana Naparate" userId="S::knaparate.contractor@adb.org::deeb4398-7fac-4fa0-b711-20856dde2e54" providerId="AD" clId="Web-{58E428FD-3FEF-468B-E50C-5359D3146D99}" dt="2026-03-24T01:55:26.211" v="160" actId="1076"/>
          <ac:grpSpMkLst>
            <pc:docMk/>
            <pc:sldMk cId="3697442336" sldId="331"/>
            <ac:grpSpMk id="13" creationId="{CFEFEB04-52A1-E7C7-8DAE-C16E6FBC0A65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11.241" v="155" actId="1076"/>
          <ac:grpSpMkLst>
            <pc:docMk/>
            <pc:sldMk cId="3697442336" sldId="331"/>
            <ac:grpSpMk id="18" creationId="{0D33DD7C-9D41-589D-0803-9F61ACCDF356}"/>
          </ac:grpSpMkLst>
        </pc:grpChg>
      </pc:sldChg>
      <pc:sldChg chg="addSp delSp modSp">
        <pc:chgData name="Kiana Naparate" userId="S::knaparate.contractor@adb.org::deeb4398-7fac-4fa0-b711-20856dde2e54" providerId="AD" clId="Web-{58E428FD-3FEF-468B-E50C-5359D3146D99}" dt="2026-03-24T01:51:27.190" v="53" actId="14100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58E428FD-3FEF-468B-E50C-5359D3146D99}" dt="2026-03-24T01:51:27.190" v="53" actId="14100"/>
          <ac:spMkLst>
            <pc:docMk/>
            <pc:sldMk cId="2332558993" sldId="346"/>
            <ac:spMk id="6" creationId="{979B729B-8675-4D70-9466-D9D36BF3A310}"/>
          </ac:spMkLst>
        </pc:spChg>
        <pc:spChg chg="mod ord">
          <ac:chgData name="Kiana Naparate" userId="S::knaparate.contractor@adb.org::deeb4398-7fac-4fa0-b711-20856dde2e54" providerId="AD" clId="Web-{58E428FD-3FEF-468B-E50C-5359D3146D99}" dt="2026-03-24T01:50:19.346" v="48" actId="14100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9:51.236" v="42" actId="20577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0.280" v="20" actId="14100"/>
          <ac:spMkLst>
            <pc:docMk/>
            <pc:sldMk cId="2332558993" sldId="346"/>
            <ac:spMk id="12" creationId="{99ECEDCB-6857-8A8B-71B1-4CD0A175CCD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49:25.048" v="35" actId="14100"/>
          <ac:spMkLst>
            <pc:docMk/>
            <pc:sldMk cId="2332558993" sldId="346"/>
            <ac:spMk id="13" creationId="{28B09917-3583-0CA1-6E7E-EB7791E8CD0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50:08.877" v="46" actId="1076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096" v="51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7:39.888" v="0" actId="1076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533" v="52" actId="1076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6.374" v="26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1E56D24A-0700-40E5-8CD8-B365EA1FA10E}"/>
    <pc:docChg chg="addSld delSld modSld">
      <pc:chgData name="Jimwyl Perez" userId="S::jperez2.contractor@adb.org::fc00229f-e87f-4a35-8b3e-498896f17f42" providerId="AD" clId="Web-{1E56D24A-0700-40E5-8CD8-B365EA1FA10E}" dt="2026-03-13T00:58:36.120" v="29"/>
      <pc:docMkLst>
        <pc:docMk/>
      </pc:docMkLst>
      <pc:sldChg chg="modSp">
        <pc:chgData name="Jimwyl Perez" userId="S::jperez2.contractor@adb.org::fc00229f-e87f-4a35-8b3e-498896f17f42" providerId="AD" clId="Web-{1E56D24A-0700-40E5-8CD8-B365EA1FA10E}" dt="2026-03-13T00:58:33.338" v="28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1E56D24A-0700-40E5-8CD8-B365EA1FA10E}" dt="2026-03-13T00:58:28.557" v="27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03.025" v="13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33.338" v="28" actId="20577"/>
          <ac:spMkLst>
            <pc:docMk/>
            <pc:sldMk cId="3697442336" sldId="331"/>
            <ac:spMk id="22" creationId="{95752B05-B185-9996-23EF-54F7DCDC0F32}"/>
          </ac:spMkLst>
        </pc:spChg>
      </pc:sldChg>
    </pc:docChg>
  </pc:docChgLst>
  <pc:docChgLst>
    <pc:chgData name="Jimwyl Perez" userId="S::jperez2.contractor@adb.org::fc00229f-e87f-4a35-8b3e-498896f17f42" providerId="AD" clId="Web-{154A9D28-1309-8487-E112-11AF9804ECE3}"/>
    <pc:docChg chg="modSld">
      <pc:chgData name="Jimwyl Perez" userId="S::jperez2.contractor@adb.org::fc00229f-e87f-4a35-8b3e-498896f17f42" providerId="AD" clId="Web-{154A9D28-1309-8487-E112-11AF9804ECE3}" dt="2026-03-13T06:16:13.530" v="145"/>
      <pc:docMkLst>
        <pc:docMk/>
      </pc:docMkLst>
      <pc:sldChg chg="modSp">
        <pc:chgData name="Jimwyl Perez" userId="S::jperez2.contractor@adb.org::fc00229f-e87f-4a35-8b3e-498896f17f42" providerId="AD" clId="Web-{154A9D28-1309-8487-E112-11AF9804ECE3}" dt="2026-03-13T06:16:13.530" v="14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154A9D28-1309-8487-E112-11AF9804ECE3}" dt="2026-03-13T06:16:07.139" v="141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6:13.530" v="145"/>
          <ac:graphicFrameMkLst>
            <pc:docMk/>
            <pc:sldMk cId="897487403" sldId="305"/>
            <ac:graphicFrameMk id="4" creationId="{FCB6749B-6BA2-C1FB-02C4-6592E4181682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5:49.388" v="85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  <pc:docChgLst>
    <pc:chgData name="Jimwyl Perez" userId="S::jperez2.contractor@adb.org::fc00229f-e87f-4a35-8b3e-498896f17f42" providerId="AD" clId="Web-{8DA0ACB0-D884-6AF6-CCB9-232EBDB5B0BC}"/>
    <pc:docChg chg="modSld">
      <pc:chgData name="Jimwyl Perez" userId="S::jperez2.contractor@adb.org::fc00229f-e87f-4a35-8b3e-498896f17f42" providerId="AD" clId="Web-{8DA0ACB0-D884-6AF6-CCB9-232EBDB5B0BC}" dt="2026-03-13T04:58:15.197" v="87" actId="20577"/>
      <pc:docMkLst>
        <pc:docMk/>
      </pc:docMkLst>
      <pc:sldChg chg="addSp delSp modSp">
        <pc:chgData name="Jimwyl Perez" userId="S::jperez2.contractor@adb.org::fc00229f-e87f-4a35-8b3e-498896f17f42" providerId="AD" clId="Web-{8DA0ACB0-D884-6AF6-CCB9-232EBDB5B0BC}" dt="2026-03-13T04:58:15.197" v="87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8DA0ACB0-D884-6AF6-CCB9-232EBDB5B0BC}" dt="2026-03-13T01:47:59.793" v="7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03.149" v="79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13.643" v="50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8:22.264" v="25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8DA0ACB0-D884-6AF6-CCB9-232EBDB5B0BC}" dt="2026-03-13T01:50:34.320" v="71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25.863" v="51" actId="20577"/>
          <ac:spMkLst>
            <pc:docMk/>
            <pc:sldMk cId="3697442336" sldId="331"/>
            <ac:spMk id="19" creationId="{86DDF182-8A52-27BB-27CB-5C12A939EFE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15.197" v="87" actId="20577"/>
          <ac:spMkLst>
            <pc:docMk/>
            <pc:sldMk cId="3697442336" sldId="331"/>
            <ac:spMk id="20" creationId="{0621087D-4C41-435B-7F94-823E0D49D07C}"/>
          </ac:spMkLst>
        </pc:spChg>
      </pc:sldChg>
    </pc:docChg>
  </pc:docChgLst>
  <pc:docChgLst>
    <pc:chgData name="Jimwyl Perez" userId="S::jperez2.contractor@adb.org::fc00229f-e87f-4a35-8b3e-498896f17f42" providerId="AD" clId="Web-{9B114E67-9D18-898D-E62F-A2F0BBB83E84}"/>
    <pc:docChg chg="modSld">
      <pc:chgData name="Jimwyl Perez" userId="S::jperez2.contractor@adb.org::fc00229f-e87f-4a35-8b3e-498896f17f42" providerId="AD" clId="Web-{9B114E67-9D18-898D-E62F-A2F0BBB83E84}" dt="2026-03-24T00:59:50.085" v="65"/>
      <pc:docMkLst>
        <pc:docMk/>
      </pc:docMkLst>
      <pc:sldChg chg="modSp">
        <pc:chgData name="Jimwyl Perez" userId="S::jperez2.contractor@adb.org::fc00229f-e87f-4a35-8b3e-498896f17f42" providerId="AD" clId="Web-{9B114E67-9D18-898D-E62F-A2F0BBB83E84}" dt="2026-03-24T00:58:22.627" v="1" actId="20577"/>
        <pc:sldMkLst>
          <pc:docMk/>
          <pc:sldMk cId="3659208437" sldId="303"/>
        </pc:sldMkLst>
        <pc:spChg chg="mod">
          <ac:chgData name="Jimwyl Perez" userId="S::jperez2.contractor@adb.org::fc00229f-e87f-4a35-8b3e-498896f17f42" providerId="AD" clId="Web-{9B114E67-9D18-898D-E62F-A2F0BBB83E84}" dt="2026-03-24T00:58:22.627" v="1" actId="20577"/>
          <ac:spMkLst>
            <pc:docMk/>
            <pc:sldMk cId="3659208437" sldId="303"/>
            <ac:spMk id="20" creationId="{0305DE78-0388-E52E-5F5A-98C21448948A}"/>
          </ac:spMkLst>
        </pc:spChg>
      </pc:sldChg>
      <pc:sldChg chg="addSp delSp modSp">
        <pc:chgData name="Jimwyl Perez" userId="S::jperez2.contractor@adb.org::fc00229f-e87f-4a35-8b3e-498896f17f42" providerId="AD" clId="Web-{9B114E67-9D18-898D-E62F-A2F0BBB83E84}" dt="2026-03-24T00:59:50.085" v="65"/>
        <pc:sldMkLst>
          <pc:docMk/>
          <pc:sldMk cId="897487403" sldId="305"/>
        </pc:sldMkLst>
        <pc:spChg chg="mod">
          <ac:chgData name="Jimwyl Perez" userId="S::jperez2.contractor@adb.org::fc00229f-e87f-4a35-8b3e-498896f17f42" providerId="AD" clId="Web-{9B114E67-9D18-898D-E62F-A2F0BBB83E84}" dt="2026-03-24T00:59:38.288" v="55" actId="1076"/>
          <ac:spMkLst>
            <pc:docMk/>
            <pc:sldMk cId="897487403" sldId="305"/>
            <ac:spMk id="7" creationId="{CE43EB7B-0640-AAE5-954E-FB5A1B851C22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34" v="56" actId="1076"/>
          <ac:spMkLst>
            <pc:docMk/>
            <pc:sldMk cId="897487403" sldId="305"/>
            <ac:spMk id="10" creationId="{AFF6E6BA-D555-DDCB-6F59-76821D4F4079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81" v="57" actId="1076"/>
          <ac:spMkLst>
            <pc:docMk/>
            <pc:sldMk cId="897487403" sldId="305"/>
            <ac:spMk id="12" creationId="{9B0B968C-637A-AAC8-0D50-BF5EF7B15455}"/>
          </ac:spMkLst>
        </pc:spChg>
        <pc:graphicFrameChg chg="add del mod modGraphic">
          <ac:chgData name="Jimwyl Perez" userId="S::jperez2.contractor@adb.org::fc00229f-e87f-4a35-8b3e-498896f17f42" providerId="AD" clId="Web-{9B114E67-9D18-898D-E62F-A2F0BBB83E84}" dt="2026-03-24T00:59:50.085" v="65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">
          <ac:chgData name="Jimwyl Perez" userId="S::jperez2.contractor@adb.org::fc00229f-e87f-4a35-8b3e-498896f17f42" providerId="AD" clId="Web-{9B114E67-9D18-898D-E62F-A2F0BBB83E84}" dt="2026-03-24T00:59:04.926" v="46" actId="1076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3028BE7-D89A-55FE-2211-4844C7364F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E35B46-59C9-AE45-EB4D-10203FCEADD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C978A-796C-F843-84E6-714013A20B67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B9FA62-3023-D878-7925-3C21451A712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917AA-05E6-BDF5-2C93-84FB5535C9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01C596-06EB-D947-81DF-6B0662C790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406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1A0D8A-ED10-4A71-8450-9625DE84EE69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16E09-8B40-4ED1-86B7-C94735C58C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637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3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4.wdp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microsoft.com/office/2007/relationships/hdphoto" Target="../media/hdphoto5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6.wdp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9.png"/><Relationship Id="rId7" Type="http://schemas.microsoft.com/office/2007/relationships/hdphoto" Target="../media/hdphoto7.wd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8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9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microsoft.com/office/2007/relationships/hdphoto" Target="../media/hdphoto10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microsoft.com/office/2007/relationships/hdphoto" Target="../media/hdphoto11.wdp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594" y="2573631"/>
            <a:ext cx="11047206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593" y="5014685"/>
            <a:ext cx="11047206" cy="98001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2743200" cy="365125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64055" y="3374478"/>
            <a:ext cx="45719" cy="1586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89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-43031" y="2560320"/>
            <a:ext cx="12235031" cy="34101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36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17029" y="2560320"/>
            <a:ext cx="12174971" cy="341017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065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833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55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982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84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464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9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65D6C1-0F40-4D04-A07F-E2775247D0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4AC9FA-2D11-4107-A5AB-591F8862B9F2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5" name="Freeform 14">
              <a:extLst>
                <a:ext uri="{FF2B5EF4-FFF2-40B4-BE49-F238E27FC236}">
                  <a16:creationId xmlns:a16="http://schemas.microsoft.com/office/drawing/2014/main" id="{8BF08742-E169-4B88-B961-9B5E5210EB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2093820-8D78-418C-A7AA-3FB1C7FE11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3A6C70B1-DC46-4D42-BA88-BCE4E3455121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180991759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ayout 14_C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B519FFC-D729-4625-B37F-F9D4BD2BBDC0}"/>
              </a:ext>
            </a:extLst>
          </p:cNvPr>
          <p:cNvGrpSpPr/>
          <p:nvPr userDrawn="1"/>
        </p:nvGrpSpPr>
        <p:grpSpPr>
          <a:xfrm>
            <a:off x="11476672" y="6129314"/>
            <a:ext cx="405689" cy="401296"/>
            <a:chOff x="7823779" y="5316311"/>
            <a:chExt cx="569848" cy="563677"/>
          </a:xfrm>
        </p:grpSpPr>
        <p:sp>
          <p:nvSpPr>
            <p:cNvPr id="4" name="Freeform 14">
              <a:extLst>
                <a:ext uri="{FF2B5EF4-FFF2-40B4-BE49-F238E27FC236}">
                  <a16:creationId xmlns:a16="http://schemas.microsoft.com/office/drawing/2014/main" id="{F3C1F00E-DD2F-4175-A6E9-78D1FE72424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79" y="5316311"/>
              <a:ext cx="569848" cy="563677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Oval 15">
              <a:extLst>
                <a:ext uri="{FF2B5EF4-FFF2-40B4-BE49-F238E27FC236}">
                  <a16:creationId xmlns:a16="http://schemas.microsoft.com/office/drawing/2014/main" id="{3FBDFF7C-0BB9-4B41-AD9E-F5A8AED8EA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2"/>
              <a:ext cx="167663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3ED76FF-F7E1-4D87-8652-FC81CBBF3222}"/>
              </a:ext>
            </a:extLst>
          </p:cNvPr>
          <p:cNvSpPr txBox="1">
            <a:spLocks/>
          </p:cNvSpPr>
          <p:nvPr userDrawn="1"/>
        </p:nvSpPr>
        <p:spPr>
          <a:xfrm>
            <a:off x="1483242" y="6254303"/>
            <a:ext cx="9214428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4C5966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B5052-B459-420A-B7F1-7867BFE2930D}"/>
              </a:ext>
            </a:extLst>
          </p:cNvPr>
          <p:cNvSpPr/>
          <p:nvPr userDrawn="1"/>
        </p:nvSpPr>
        <p:spPr bwMode="auto">
          <a:xfrm>
            <a:off x="0" y="0"/>
            <a:ext cx="3588774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BCD62-9D85-4DA1-9775-7FC6B175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971400"/>
            <a:ext cx="2828003" cy="1661993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E23338-C00A-4D99-B699-2834CD3D2C7C}"/>
              </a:ext>
            </a:extLst>
          </p:cNvPr>
          <p:cNvSpPr/>
          <p:nvPr userDrawn="1"/>
        </p:nvSpPr>
        <p:spPr bwMode="auto">
          <a:xfrm>
            <a:off x="511277" y="698090"/>
            <a:ext cx="924233" cy="98322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C45A02-F071-49FF-B89A-F2FD4498C54C}"/>
              </a:ext>
            </a:extLst>
          </p:cNvPr>
          <p:cNvGrpSpPr/>
          <p:nvPr userDrawn="1"/>
        </p:nvGrpSpPr>
        <p:grpSpPr>
          <a:xfrm>
            <a:off x="-1423" y="6697846"/>
            <a:ext cx="12193257" cy="160154"/>
            <a:chOff x="331" y="-1404"/>
            <a:chExt cx="12193257" cy="947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D5311D-D145-4EC3-8131-0D3D60687BFA}"/>
                </a:ext>
              </a:extLst>
            </p:cNvPr>
            <p:cNvSpPr/>
            <p:nvPr/>
          </p:nvSpPr>
          <p:spPr bwMode="auto">
            <a:xfrm>
              <a:off x="331" y="-1404"/>
              <a:ext cx="3108960" cy="94710"/>
            </a:xfrm>
            <a:prstGeom prst="rect">
              <a:avLst/>
            </a:prstGeom>
            <a:solidFill>
              <a:srgbClr val="F68D3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5F174D-7B24-4B10-AE3F-51E24DF849B8}"/>
                </a:ext>
              </a:extLst>
            </p:cNvPr>
            <p:cNvSpPr/>
            <p:nvPr/>
          </p:nvSpPr>
          <p:spPr bwMode="auto">
            <a:xfrm>
              <a:off x="3109368" y="-1404"/>
              <a:ext cx="3108960" cy="94710"/>
            </a:xfrm>
            <a:prstGeom prst="rect">
              <a:avLst/>
            </a:prstGeom>
            <a:solidFill>
              <a:srgbClr val="F0532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4A5506-FA92-4E2C-81DB-D1288E43057F}"/>
                </a:ext>
              </a:extLst>
            </p:cNvPr>
            <p:cNvSpPr/>
            <p:nvPr/>
          </p:nvSpPr>
          <p:spPr bwMode="auto">
            <a:xfrm>
              <a:off x="6092210" y="-1404"/>
              <a:ext cx="3108960" cy="94710"/>
            </a:xfrm>
            <a:prstGeom prst="rect">
              <a:avLst/>
            </a:prstGeom>
            <a:solidFill>
              <a:srgbClr val="319DA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8456BD-5C1B-466C-813B-BDE1CD0193C4}"/>
                </a:ext>
              </a:extLst>
            </p:cNvPr>
            <p:cNvSpPr/>
            <p:nvPr/>
          </p:nvSpPr>
          <p:spPr bwMode="auto">
            <a:xfrm>
              <a:off x="9084628" y="-1404"/>
              <a:ext cx="3108960" cy="94710"/>
            </a:xfrm>
            <a:prstGeom prst="rect">
              <a:avLst/>
            </a:prstGeom>
            <a:solidFill>
              <a:srgbClr val="4C596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782DEE-42B1-48C0-9183-018EBE506622}"/>
              </a:ext>
            </a:extLst>
          </p:cNvPr>
          <p:cNvGrpSpPr/>
          <p:nvPr userDrawn="1"/>
        </p:nvGrpSpPr>
        <p:grpSpPr>
          <a:xfrm>
            <a:off x="12543692" y="0"/>
            <a:ext cx="1598750" cy="4724401"/>
            <a:chOff x="12543692" y="1430216"/>
            <a:chExt cx="1598750" cy="47244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48976B-3409-4C72-A06E-8F90AC8D9E26}"/>
                </a:ext>
              </a:extLst>
            </p:cNvPr>
            <p:cNvGrpSpPr/>
            <p:nvPr userDrawn="1"/>
          </p:nvGrpSpPr>
          <p:grpSpPr>
            <a:xfrm>
              <a:off x="12543692" y="1430216"/>
              <a:ext cx="1575304" cy="2180492"/>
              <a:chOff x="12543692" y="1430216"/>
              <a:chExt cx="1575304" cy="218049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5A6992F-DA16-429F-A2D8-91DC97AC40E0}"/>
                  </a:ext>
                </a:extLst>
              </p:cNvPr>
              <p:cNvGrpSpPr/>
              <p:nvPr userDrawn="1"/>
            </p:nvGrpSpPr>
            <p:grpSpPr>
              <a:xfrm>
                <a:off x="12543692" y="1430216"/>
                <a:ext cx="1324708" cy="2180492"/>
                <a:chOff x="12543692" y="1512278"/>
                <a:chExt cx="1324708" cy="2180492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8ED1111E-D779-4530-B418-AE14F57AFE49}"/>
                    </a:ext>
                  </a:extLst>
                </p:cNvPr>
                <p:cNvGrpSpPr/>
                <p:nvPr userDrawn="1"/>
              </p:nvGrpSpPr>
              <p:grpSpPr>
                <a:xfrm>
                  <a:off x="12656612" y="1600201"/>
                  <a:ext cx="1110189" cy="1997672"/>
                  <a:chOff x="12656612" y="1600201"/>
                  <a:chExt cx="1110189" cy="1997672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22CA2EB4-8E31-44B3-AFC1-0B7780F773B9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6612" y="1608582"/>
                    <a:ext cx="487926" cy="931418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76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102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52A0DE7-9D81-488C-A89F-7FB66C331B8F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5096" y="1600201"/>
                    <a:ext cx="510623" cy="939942"/>
                  </a:xfrm>
                  <a:prstGeom prst="rect">
                    <a:avLst/>
                  </a:prstGeom>
                  <a:solidFill>
                    <a:schemeClr val="tx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17A91756-A847-433D-B065-8F47D3341458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7951" y="2657931"/>
                    <a:ext cx="485249" cy="93994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157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160</a:t>
                    </a: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B779625-363B-4627-9E56-0BC68D3F7C74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3915" y="2657317"/>
                    <a:ext cx="512886" cy="939942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141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61</a:t>
                    </a:r>
                  </a:p>
                </p:txBody>
              </p:sp>
            </p:grp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19A3ECAB-4F77-4010-81F2-A9F55C26B0FE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1512278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A0CF94E-34F4-449D-922C-6F982CE625B6}"/>
                  </a:ext>
                </a:extLst>
              </p:cNvPr>
              <p:cNvSpPr txBox="1"/>
              <p:nvPr userDrawn="1"/>
            </p:nvSpPr>
            <p:spPr>
              <a:xfrm rot="5400000">
                <a:off x="13364309" y="2004645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Primary Colors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A2D8A50-D8F7-48B3-ABF8-F5EADDBA67FE}"/>
                </a:ext>
              </a:extLst>
            </p:cNvPr>
            <p:cNvGrpSpPr/>
            <p:nvPr userDrawn="1"/>
          </p:nvGrpSpPr>
          <p:grpSpPr>
            <a:xfrm>
              <a:off x="12543692" y="3974125"/>
              <a:ext cx="1598750" cy="2180492"/>
              <a:chOff x="12543692" y="3974125"/>
              <a:chExt cx="1598750" cy="2180492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2CB5C0CE-86F2-457A-BA24-83C7B151AF98}"/>
                  </a:ext>
                </a:extLst>
              </p:cNvPr>
              <p:cNvGrpSpPr/>
              <p:nvPr userDrawn="1"/>
            </p:nvGrpSpPr>
            <p:grpSpPr>
              <a:xfrm>
                <a:off x="12543692" y="3974125"/>
                <a:ext cx="1324708" cy="2180492"/>
                <a:chOff x="12543692" y="3880340"/>
                <a:chExt cx="1324708" cy="2180492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5FF397D-FEAE-434B-8540-0B40971C8D91}"/>
                    </a:ext>
                  </a:extLst>
                </p:cNvPr>
                <p:cNvGrpSpPr/>
                <p:nvPr userDrawn="1"/>
              </p:nvGrpSpPr>
              <p:grpSpPr>
                <a:xfrm>
                  <a:off x="12654270" y="3972341"/>
                  <a:ext cx="1116910" cy="1999185"/>
                  <a:chOff x="12654270" y="3972341"/>
                  <a:chExt cx="1116910" cy="1999185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86EEC33-B9C1-435E-AF78-10E09103E37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7074" y="3973712"/>
                    <a:ext cx="487002" cy="939942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240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83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25F8C24C-8BD7-4E5C-A38A-A3282467F3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51930" y="3972341"/>
                    <a:ext cx="516685" cy="939940"/>
                  </a:xfrm>
                  <a:prstGeom prst="rect">
                    <a:avLst/>
                  </a:prstGeom>
                  <a:solidFill>
                    <a:schemeClr val="accent5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184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201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B53ED53B-CF7B-45E5-B218-E316F9E9427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4270" y="5031584"/>
                    <a:ext cx="492611" cy="939942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214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E5AB06C2-E230-4DB5-9BD8-56AD4E6E04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49124" y="5029455"/>
                    <a:ext cx="522056" cy="939940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228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E96AB078-A744-4F11-A921-09083DCE932D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3880340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B65617-DE3C-457D-95B2-B08769B069B3}"/>
                  </a:ext>
                </a:extLst>
              </p:cNvPr>
              <p:cNvSpPr txBox="1"/>
              <p:nvPr userDrawn="1"/>
            </p:nvSpPr>
            <p:spPr>
              <a:xfrm rot="5400000">
                <a:off x="13387755" y="4548553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Secondary Colors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0595036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48B4B3-7BED-714D-BD5F-C9B4B6C6CF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340972"/>
            <a:ext cx="12192000" cy="193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C3985-3369-4CCE-BBC7-72A216966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7B0F835-D73C-4D88-9515-22E1AFEE24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95300" y="1838324"/>
            <a:ext cx="11201400" cy="39909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2DC319-3378-42D6-BB6E-01CDE0ABED36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C6C46203-87C6-477A-B25F-6A6E8F9E4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2C44F6F-395A-476C-89E9-A474DFBFB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8325D87A-BC2E-4212-A3B1-512A6CAB1274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421359696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F30BF-EFA8-B21B-4C5C-73DB6282C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93D36-BF80-157F-4A4F-A9EA8DFE5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747F-F91E-FDDA-C777-5E7B74C96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6B610E-0849-4B54-8D7A-341BFF9E8172}" type="datetimeFigureOut">
              <a:rPr lang="en-PH" smtClean="0"/>
              <a:t>27/03/2026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0235F-1354-3260-FE70-425C653B6C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D7CFF-4513-7DC8-5BA9-1CB3B36F3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62103-952B-40C5-BACA-0A1B9F9E1991}" type="slidenum">
              <a:rPr lang="en-PH" smtClean="0"/>
              <a:t>‹#›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7BB336-2FC9-486F-B15C-3C19A7CD2EC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379788" y="6672580"/>
            <a:ext cx="54546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  <p:extLst>
      <p:ext uri="{BB962C8B-B14F-4D97-AF65-F5344CB8AC3E}">
        <p14:creationId xmlns:p14="http://schemas.microsoft.com/office/powerpoint/2010/main" val="2976489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8" r:id="rId3"/>
    <p:sldLayoutId id="2147483650" r:id="rId4"/>
    <p:sldLayoutId id="2147483660" r:id="rId5"/>
    <p:sldLayoutId id="2147483654" r:id="rId6"/>
    <p:sldLayoutId id="2147483661" r:id="rId7"/>
    <p:sldLayoutId id="2147483657" r:id="rId8"/>
    <p:sldLayoutId id="2147483662" r:id="rId9"/>
    <p:sldLayoutId id="2147483666" r:id="rId10"/>
    <p:sldLayoutId id="2147483674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hyperlink" Target="https://perezfiles01-droid.github.io/Jim/EDRMS_Utilization_Report_Release1_Prototype_2026-10-07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perezfiles01-droid.github.io/Jim/EDRMS_Utilization_Report_Release1_Prototype_2026-10-07.pdf" TargetMode="External"/><Relationship Id="rId3" Type="http://schemas.openxmlformats.org/officeDocument/2006/relationships/hyperlink" Target="https://perezfiles01-droid.github.io/Jim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EDRMS Utilization Report</a:t>
            </a:r>
          </a:p>
          <a:p>
            <a:r>
              <a:rPr sz="4400"/>
              <a:t>Release 2026.4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Reconfirmation of Requirements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5398" y="1093242"/>
            <a:ext cx="5136905" cy="715666"/>
          </a:xfrm>
        </p:spPr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783080" y="1783080"/>
            <a:ext cx="4754880" cy="3840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1.  Session Objective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2.  Full Mockup (for reference)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3.  Release 2026.4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4.  Bank-wide Oversight: Items to Confirm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5.  Department Insights: Items to Confirm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6.  Export Options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7.  Summary of Inputs Needed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2569"/>
                </a:solidFill>
              </a:rPr>
              <a:t>8. 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SESSION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Reconfirm the requirements for Release 2026.4 before build is finalised</a:t>
            </a:r>
          </a:p>
        </p:txBody>
      </p:sp>
      <p:sp>
        <p:nvSpPr>
          <p:cNvPr id="5" name="Pentagon 4"/>
          <p:cNvSpPr/>
          <p:nvPr/>
        </p:nvSpPr>
        <p:spPr>
          <a:xfrm>
            <a:off x="548640" y="1508760"/>
            <a:ext cx="3520440" cy="502920"/>
          </a:xfrm>
          <a:prstGeom prst="homePlate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1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See the full mockup of Bank-wide Oversight and Department Insights, and say if anything should change.</a:t>
            </a:r>
          </a:p>
        </p:txBody>
      </p:sp>
      <p:sp>
        <p:nvSpPr>
          <p:cNvPr id="8" name="Chevron 7"/>
          <p:cNvSpPr/>
          <p:nvPr/>
        </p:nvSpPr>
        <p:spPr>
          <a:xfrm>
            <a:off x="434340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CONFIRM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Go item by item: confirm what is agreed and settle the open questions.</a:t>
            </a:r>
          </a:p>
        </p:txBody>
      </p:sp>
      <p:sp>
        <p:nvSpPr>
          <p:cNvPr id="11" name="Chevron 10"/>
          <p:cNvSpPr/>
          <p:nvPr/>
        </p:nvSpPr>
        <p:spPr>
          <a:xfrm>
            <a:off x="813816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PROVIDE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331720"/>
            <a:ext cx="3063240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Agree who provides the remaining lists and links, and by when.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82296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2569"/>
                </a:solidFill>
              </a:rPr>
              <a:t>How each item is marked in this deck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280160" cy="329184"/>
          </a:xfrm>
          <a:prstGeom prst="round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75623"/>
                </a:solidFill>
              </a:rPr>
              <a:t>Agreed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Settled earlier. Confirm it still stands.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4526280"/>
            <a:ext cx="1280160" cy="329184"/>
          </a:xfrm>
          <a:prstGeom prst="round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F6000"/>
                </a:solidFill>
              </a:rPr>
              <a:t>To 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decision is needed in this session.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526280"/>
            <a:ext cx="1280160" cy="329184"/>
          </a:xfrm>
          <a:prstGeom prst="round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C00000"/>
                </a:solidFill>
              </a:rPr>
              <a:t>Input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480560"/>
            <a:ext cx="237744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list, link or figure is needed from RAC.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FULL MOCKUP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Shared for reference: the complete picture of what will be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417320"/>
            <a:ext cx="4434840" cy="23317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60920" y="12801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OPEN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2569"/>
                </a:solidFill>
                <a:hlinkClick r:id="rId3"/>
              </a:rPr>
              <a:t>Release 2026.4 mockup (PDF)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Every page of Bank-wide Oversight and Department Insights, so you can see the full report.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Names and labels have been revised and shortened, as agreed in our last discussion.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All figures are sample data. They show layout, not actual EDRMS usage.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4069080"/>
            <a:ext cx="4434840" cy="14173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393192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297680"/>
            <a:ext cx="4251959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Are you okay with the mockup design?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Is there anything you wish to change, or remove as not needed?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RELEASE 2026.4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Two dashboards are the MVP for this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4828032" cy="402178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v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4754880" cy="39486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280160"/>
            <a:ext cx="62179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02569"/>
                </a:solidFill>
              </a:rPr>
              <a:t>In this release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Bank-wide Oversight</a:t>
            </a:r>
          </a:p>
          <a:p>
            <a:pPr marL="228600" indent="-228600">
              <a:spcAft>
                <a:spcPts val="10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Department Insights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2569"/>
                </a:solidFill>
              </a:rPr>
              <a:t>Future release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300" b="0">
                <a:solidFill>
                  <a:srgbClr val="262626"/>
                </a:solidFill>
              </a:rPr>
              <a:t>Project Insights, Institutional File Plan, Retention &amp; Disposal, Records &amp; Archive Holdings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3977639"/>
            <a:ext cx="6263640" cy="16002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32120" y="3840479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4206240"/>
            <a:ext cx="6080759" cy="1325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For the four future dashboards: keep them visible but disabled (as in the mockup), or hide them completely from the Utilization Report site?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BANK-WIDE OVERSIGHT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Four headline cards and three panels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ACTIVE EDRMS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4: compliant, active sites with the Top 10 chart and the sites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EDRMS 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marked EDRMS in Cloud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Top 10 by number of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Ranked bars, units with the most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Searchable, paged table from the Cloud Governance Department field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1051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Is the Department / Office / RM / RO list the one Sir Rotsen provided earlier?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Or are Offices, RMs and ROs on a separate list? We currently have the department list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EDRMS USERS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4: approximate workforce headcount, users active, no access and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695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621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Approximate (rounded) headcount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in last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an EDRMS site (SharePoint activity report; 180 days is the longest window)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No access in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Headcount minus active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Completed training and Training %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Training completion from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1051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Completed training list per department (manual, as agreed, until a source is identified)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 IN EDRMS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4: documents and storage, with the history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5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_bw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536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on EDRMS sites (File Count, SharePoint site usage report)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by unit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Documents and storage used (GB)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Storage used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Storage Used, also in Cloud Governance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 IN EDRMS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4: records declared, declaration rate and the people declaring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869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Rows in the EDRMS Records table (drm-npr). Declared records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Declaration rate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divided by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Unique users declaring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Distinct people who declared a record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per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follow their site to a department via the site URL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95935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822191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18795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declared records that also exist on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488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14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Declared records flagged as also existing on paper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Share with a counterpart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 divided by records declared, with donut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 by unit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Counterparts, records and share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70332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5661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93192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panel is complete as shown.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approximate headcount against documents or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014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7282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Paired bars per unit, each measure on its own scale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records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Same view, with records declared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values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The green bars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 (the same list as EDRMS Users)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DECLARATION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records declared per month and the running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39171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w_panel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1856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Presets and custom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Last 3, 6, 12 months, year to date, all time, or a date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Per month bars and running total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By declaration date, Manila time, from the Records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in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Total for the chosen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panel is complete as shown.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DEPARTMENT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Department profile, five cards and library usage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DEPARTMENT PROFILE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Department picker, Go-Live date and site convention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192294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_dp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184979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Department picker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Filters the whole dashboard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Go-Live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When the department started using EDRMS. Entered by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convention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Link to each department’s approved site guide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9601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Go-Live date for each department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convention link for each department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5: EDRMS sites, owners and creation 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7695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69639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EDRMS sites for the chosen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Site, owner, created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Cloud Governance: Primary Business Owner and Created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created over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per year; click a year for its months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Year and custom range filter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Narrows the table and chart by creation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79476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65760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02336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 VISITORS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5: unique people who opened each site in the last 180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80381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80722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visitors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Unique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Internal and external split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ADB accounts against guests. Shown with sample figures; no source proven yet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type column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Project or Traditional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Most visited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Top 10 by unique visitors: all, internal or external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1430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868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Internal / external split: may the Microsoft 365 audit logs be used as the source?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type: confirm it is taken from Cloud Governance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5: files and storage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stored in EDRMS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 Count and storage for each EDRMS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788920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6517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017520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5: records and the people who declared them,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table,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and people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and distinct people declaring,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95351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816352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18211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5 of 5: records that also have a paper version,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car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82295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with a paper or physical version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Counterparts, records and share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Per-site table with share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2953512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2816352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182112"/>
            <a:ext cx="4309567" cy="5943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LIBRARY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document libraries by Department / Office / RM / RO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15835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p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0852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2023567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Libraries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 libraries in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Documents, records, counterparts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Per-library table and Largest libraries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users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or edited files in the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05156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7772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Microsoft 365 reports activity per site, never per library. Drop Active users per library, or show it as "Not captured"?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EXPORT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New in this release: take a table or a whole dashboard out of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5394960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table  →  Excel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On every table, beside its search box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Exports all rows, not just the page on screen, with the current sort and filter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table</a:t>
            </a:r>
          </a:p>
        </p:txBody>
      </p:sp>
      <p:pic>
        <p:nvPicPr>
          <p:cNvPr id="6" name="Picture 5" descr="b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514600"/>
            <a:ext cx="2377440" cy="2745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" y="2807465"/>
            <a:ext cx="24688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19856" y="2459736"/>
            <a:ext cx="2432304" cy="17567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l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8" y="2487168"/>
            <a:ext cx="2377440" cy="17018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01568" y="4234724"/>
            <a:ext cx="25603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Sites by department office RM RO.xlsx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188720"/>
            <a:ext cx="5394960" cy="1143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to PDF  →  PDF file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At the top right of each dashboard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Saves the dashboard exactly as on screen, including any open breakdown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dashboard and date</a:t>
            </a:r>
          </a:p>
        </p:txBody>
      </p:sp>
      <p:pic>
        <p:nvPicPr>
          <p:cNvPr id="13" name="Picture 12" descr="b_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2514600"/>
            <a:ext cx="2377440" cy="3025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2835471"/>
            <a:ext cx="24688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3959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9448" y="2459736"/>
            <a:ext cx="2290672" cy="22951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df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2487168"/>
            <a:ext cx="2235808" cy="2240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81159" y="4773168"/>
            <a:ext cx="2418688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EDRMS Bank-wide Oversight 2026-10-12.pdf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486400"/>
            <a:ext cx="11384280" cy="5029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534924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715000"/>
            <a:ext cx="11201400" cy="228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Are these two export options enough, or is another format needed (e.g. CSV, PowerPoint)?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SUMMARY OF INPUTS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What we are asking RAC to provide or decide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280160"/>
          <a:ext cx="10972799" cy="39502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11480"/>
                <a:gridCol w="5394960"/>
                <a:gridCol w="2286000"/>
                <a:gridCol w="100584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Used in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Owner / target date</a:t>
                      </a:r>
                    </a:p>
                  </a:txBody>
                  <a:tcPr anchor="ctr" marT="27432" marB="27432">
                    <a:solidFill>
                      <a:srgbClr val="00256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Approximate workforce headcount per Department / Office / RM / RO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Users, Comparison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Completed training list per department (manual for now)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Go-Live date per department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convention link per department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anchor="ctr" marT="27432" marB="27432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/ Office / RM / RO list: Sir Rotsen’s list or separate lists?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EDRMS Sites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Future dashboards: disabled or hidden?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Release scope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Internal / external visitors: may audit logs be used?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type: confirm Cloud Governance as the source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9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users per library: drop or mark "Not captured"?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Library Usage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Mockup design: okay as is, or anything to change or remove?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Full Mockup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options: Excel and PDF enough?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anchor="ctr" marT="27432" marB="27432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anchor="ctr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3071167"/>
            <a:ext cx="6000000" cy="715666"/>
          </a:xfrm>
        </p:spPr>
        <p:txBody>
          <a:bodyPr/>
          <a:lstStyle/>
          <a:p>
            <a:pPr algn="l"/>
            <a:r>
              <a:rPr sz="3000"/>
              <a:t>Q &amp;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5398" y="1093242"/>
            <a:ext cx="5136905" cy="715666"/>
          </a:xfrm>
        </p:spPr>
        <p:txBody>
          <a:bodyPr/>
          <a:lstStyle/>
          <a:p>
            <a:r>
              <a:t>REFERENCE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5029200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02569"/>
                </a:solidFill>
                <a:hlinkClick r:id="rId2"/>
              </a:rPr>
              <a:t>1.  Release 2026.4 mockup (PDF)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02569"/>
                </a:solidFill>
                <a:hlinkClick r:id="rId3"/>
              </a:rPr>
              <a:t>2.  Interactive prototype (web)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TD Template">
      <a:dk1>
        <a:srgbClr val="000000"/>
      </a:dk1>
      <a:lt1>
        <a:srgbClr val="FFFFFF"/>
      </a:lt1>
      <a:dk2>
        <a:srgbClr val="164074"/>
      </a:dk2>
      <a:lt2>
        <a:srgbClr val="E3E3E3"/>
      </a:lt2>
      <a:accent1>
        <a:srgbClr val="0088C7"/>
      </a:accent1>
      <a:accent2>
        <a:srgbClr val="00B6C9"/>
      </a:accent2>
      <a:accent3>
        <a:srgbClr val="8DC63F"/>
      </a:accent3>
      <a:accent4>
        <a:srgbClr val="C8DA2B"/>
      </a:accent4>
      <a:accent5>
        <a:srgbClr val="FFDA09"/>
      </a:accent5>
      <a:accent6>
        <a:srgbClr val="F57F29"/>
      </a:accent6>
      <a:hlink>
        <a:srgbClr val="0563C1"/>
      </a:hlink>
      <a:folHlink>
        <a:srgbClr val="954F72"/>
      </a:folHlink>
    </a:clrScheme>
    <a:fontScheme name="Segoe">
      <a:majorFont>
        <a:latin typeface="Segoe UI 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  <Value>3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OIST</TermName>
          <TermId xmlns="http://schemas.microsoft.com/office/infopath/2007/PartnerControls">4621b76d-230c-4b6a-bc66-73d65c026a27</TermId>
        </TermInfo>
      </Terms>
    </j78542b1fffc4a1c84659474212e3133>
    <ADBMonth xmlns="5996128d-704d-4a9a-b273-f1b0c0083f8c" xsi:nil="true"/>
    <ADBYear xmlns="5996128d-704d-4a9a-b273-f1b0c0083f8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2F61D02-7138-47CC-A8F4-04D03EB081A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958923-3C36-4A63-9F3A-94D939C618D8}">
  <ds:schemaRefs>
    <ds:schemaRef ds:uri="5996128d-704d-4a9a-b273-f1b0c0083f8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CB0D5FA-359E-4E67-A5DA-A4173A511114}">
  <ds:schemaRefs>
    <ds:schemaRef ds:uri="5996128d-704d-4a9a-b273-f1b0c0083f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16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EDRMS Release 2026.2  UAT Briefing</vt:lpstr>
      <vt:lpstr>AGENDA</vt:lpstr>
      <vt:lpstr>RELEASE OVERVIEW</vt:lpstr>
      <vt:lpstr>PowerPoint Presentation</vt:lpstr>
      <vt:lpstr>UAT SCHEDULE 24 Mar – 27 Mar</vt:lpstr>
      <vt:lpstr>UAT SCHEDULE 24 Mar – 27 Mar</vt:lpstr>
      <vt:lpstr>TESTING SCHEDULE</vt:lpstr>
      <vt:lpstr>UAT EXECUTION &amp; TRACKING</vt:lpstr>
      <vt:lpstr>UAT EXECUTION &amp; TRACKING</vt:lpstr>
      <vt:lpstr>UAT EXECUTION &amp; TRACKING</vt:lpstr>
      <vt:lpstr>UAT EXECUTION &amp; TRACKING</vt:lpstr>
      <vt:lpstr>UAT EXECUTION &amp; TRACKING</vt:lpstr>
      <vt:lpstr>UAT EXECUTION &amp; TRACKING</vt:lpstr>
      <vt:lpstr>TESTING DEMO</vt:lpstr>
      <vt:lpstr>Q &amp; A</vt:lpstr>
      <vt:lpstr>REFERENCE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ITD Template</dc:title>
  <dc:creator>Bianca Canoza</dc:creator>
  <cp:revision>109</cp:revision>
  <dcterms:created xsi:type="dcterms:W3CDTF">2024-01-26T01:27:40Z</dcterms:created>
  <dcterms:modified xsi:type="dcterms:W3CDTF">2026-03-27T08:56:31Z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MSIP_Label_817d4574-7375-4d17-b29c-6e4c6df0fcb0_Enabled">
    <vt:lpwstr>true</vt:lpwstr>
  </property>
  <property fmtid="{D5CDD505-2E9C-101B-9397-08002B2CF9AE}" pid="4" name="MSIP_Label_817d4574-7375-4d17-b29c-6e4c6df0fcb0_SetDate">
    <vt:lpwstr>2024-01-26T02:07:38Z</vt:lpwstr>
  </property>
  <property fmtid="{D5CDD505-2E9C-101B-9397-08002B2CF9AE}" pid="5" name="MSIP_Label_817d4574-7375-4d17-b29c-6e4c6df0fcb0_Method">
    <vt:lpwstr>Standard</vt:lpwstr>
  </property>
  <property fmtid="{D5CDD505-2E9C-101B-9397-08002B2CF9AE}" pid="6" name="MSIP_Label_817d4574-7375-4d17-b29c-6e4c6df0fcb0_Name">
    <vt:lpwstr>ADB Internal</vt:lpwstr>
  </property>
  <property fmtid="{D5CDD505-2E9C-101B-9397-08002B2CF9AE}" pid="7" name="MSIP_Label_817d4574-7375-4d17-b29c-6e4c6df0fcb0_SiteId">
    <vt:lpwstr>9495d6bb-41c2-4c58-848f-92e52cf3d640</vt:lpwstr>
  </property>
  <property fmtid="{D5CDD505-2E9C-101B-9397-08002B2CF9AE}" pid="8" name="MSIP_Label_817d4574-7375-4d17-b29c-6e4c6df0fcb0_ActionId">
    <vt:lpwstr>76fc5473-5ead-4b09-833c-09bb204bb696</vt:lpwstr>
  </property>
  <property fmtid="{D5CDD505-2E9C-101B-9397-08002B2CF9AE}" pid="9" name="MSIP_Label_817d4574-7375-4d17-b29c-6e4c6df0fcb0_ContentBits">
    <vt:lpwstr>2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INTERNAL. This information is accessible to ADB Management and staff. It may be shared outside ADB with appropriate permission.</vt:lpwstr>
  </property>
  <property fmtid="{D5CDD505-2E9C-101B-9397-08002B2CF9AE}" pid="12" name="MediaServiceImageTags">
    <vt:lpwstr/>
  </property>
  <property fmtid="{D5CDD505-2E9C-101B-9397-08002B2CF9AE}" pid="13" name="e66b052db1f74fef8cf6c021d80acaf9">
    <vt:lpwstr/>
  </property>
  <property fmtid="{D5CDD505-2E9C-101B-9397-08002B2CF9AE}" pid="14" name="l958b3bf17ea460d99759c18e045518e">
    <vt:lpwstr/>
  </property>
  <property fmtid="{D5CDD505-2E9C-101B-9397-08002B2CF9AE}" pid="15" name="ADBICTDocumentType">
    <vt:lpwstr/>
  </property>
  <property fmtid="{D5CDD505-2E9C-101B-9397-08002B2CF9AE}" pid="16" name="ADBSector">
    <vt:lpwstr/>
  </property>
  <property fmtid="{D5CDD505-2E9C-101B-9397-08002B2CF9AE}" pid="17" name="ADBICTSystem">
    <vt:lpwstr/>
  </property>
  <property fmtid="{D5CDD505-2E9C-101B-9397-08002B2CF9AE}" pid="18" name="ADBDocumentSecurity">
    <vt:lpwstr/>
  </property>
  <property fmtid="{D5CDD505-2E9C-101B-9397-08002B2CF9AE}" pid="19" name="ADBDocumentLanguage">
    <vt:lpwstr>1;#English|16ac8743-31bb-43f8-9a73-533a041667d6</vt:lpwstr>
  </property>
  <property fmtid="{D5CDD505-2E9C-101B-9397-08002B2CF9AE}" pid="20" name="ADBDocumentType">
    <vt:lpwstr/>
  </property>
  <property fmtid="{D5CDD505-2E9C-101B-9397-08002B2CF9AE}" pid="21" name="ADBDepartmentOwner">
    <vt:lpwstr/>
  </property>
  <property fmtid="{D5CDD505-2E9C-101B-9397-08002B2CF9AE}" pid="22" name="ADBCountry">
    <vt:lpwstr/>
  </property>
  <property fmtid="{D5CDD505-2E9C-101B-9397-08002B2CF9AE}" pid="23" name="ADBContentGroup">
    <vt:lpwstr>3;#OIST|4621b76d-230c-4b6a-bc66-73d65c026a27</vt:lpwstr>
  </property>
  <property fmtid="{D5CDD505-2E9C-101B-9397-08002B2CF9AE}" pid="24" name="ADBDivision">
    <vt:lpwstr/>
  </property>
  <property fmtid="{D5CDD505-2E9C-101B-9397-08002B2CF9AE}" pid="25" name="a37ff23a602146d4934a49238d370ca5">
    <vt:lpwstr/>
  </property>
  <property fmtid="{D5CDD505-2E9C-101B-9397-08002B2CF9AE}" pid="26" name="k985dbdc596c44d7acaf8184f33920f0">
    <vt:lpwstr/>
  </property>
  <property fmtid="{D5CDD505-2E9C-101B-9397-08002B2CF9AE}" pid="27" name="j78542b1fffc4a1c84659474212e3133">
    <vt:lpwstr>OIST|4621b76d-230c-4b6a-bc66-73d65c026a27</vt:lpwstr>
  </property>
  <property fmtid="{D5CDD505-2E9C-101B-9397-08002B2CF9AE}" pid="28" name="d01a0ce1b141461dbfb235a3ab729a2c">
    <vt:lpwstr/>
  </property>
  <property fmtid="{D5CDD505-2E9C-101B-9397-08002B2CF9AE}" pid="29" name="ia017ac09b1942648b563fe0b2b14d52">
    <vt:lpwstr/>
  </property>
  <property fmtid="{D5CDD505-2E9C-101B-9397-08002B2CF9AE}" pid="30" name="h00e4aaaf4624e24a7df7f06faa038c6">
    <vt:lpwstr>English|16ac8743-31bb-43f8-9a73-533a041667d6</vt:lpwstr>
  </property>
  <property fmtid="{D5CDD505-2E9C-101B-9397-08002B2CF9AE}" pid="31" name="lcf76f155ced4ddcb4097134ff3c332f">
    <vt:lpwstr/>
  </property>
  <property fmtid="{D5CDD505-2E9C-101B-9397-08002B2CF9AE}" pid="32" name="p030e467f78f45b4ae8f7e2c17ea4d82">
    <vt:lpwstr/>
  </property>
  <property fmtid="{D5CDD505-2E9C-101B-9397-08002B2CF9AE}" pid="33" name="d61536b25a8a4fedb48bb564279be82a">
    <vt:lpwstr/>
  </property>
</Properties>
</file>