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Gap Checker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workbook, six tabs, 250 requirements — and the columns that matter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492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492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block most of it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COLUMNS TO READ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862072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8437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114800" y="2843784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or No. This is the honest state of the build today, not a plan.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1071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there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0" y="3410712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a requirement was removed or relabelled. Read this before assuming anything is missing by accident.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995928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7764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needs before it can be built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0" y="3977640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or decision that would unblock it. This column is the agenda for today.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562856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445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0" y="4544568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requirement appears in the prototype, so you can see it working.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39512"/>
            <a:ext cx="11094415" cy="56692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312664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relabelling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5312664"/>
            <a:ext cx="835121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requirements are built but renamed — "total EDRMS users" is live as "users with recorded activity, last 180 days". Those count as built. We will flag the renames as we go.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workshop in one 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We Need From You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requirements are unbuilt. Six data dependencies account for nearly all of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24530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64026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register with employment type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that flags each EDRMS user as staff, contractor or consultant.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/ Identity management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2122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32122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15002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22" name="Text 20"/>
          <p:cNvSpPr/>
          <p:nvPr/>
        </p:nvSpPr>
        <p:spPr>
          <a:xfrm>
            <a:off x="4515002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8013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47509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15002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definition and source for Division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15002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Division means at ADB, and which system holds it per user or per site.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15002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15002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15002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 / HR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15605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15605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2" name="Shape 30"/>
          <p:cNvSpPr/>
          <p:nvPr/>
        </p:nvSpPr>
        <p:spPr>
          <a:xfrm>
            <a:off x="8298485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33" name="Text 31"/>
          <p:cNvSpPr/>
          <p:nvPr/>
        </p:nvSpPr>
        <p:spPr>
          <a:xfrm>
            <a:off x="8298485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591495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11130991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98485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 source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98485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can read it.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298485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98485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98485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&amp; Development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43" name="Shape 41"/>
          <p:cNvSpPr/>
          <p:nvPr/>
        </p:nvSpPr>
        <p:spPr>
          <a:xfrm>
            <a:off x="731520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024530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564026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31520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31520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per site — or your agreement that site creation date stands in.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1520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31520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rollout team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332122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32122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4" name="Shape 52"/>
          <p:cNvSpPr/>
          <p:nvPr/>
        </p:nvSpPr>
        <p:spPr>
          <a:xfrm>
            <a:off x="4515002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55" name="Text 53"/>
          <p:cNvSpPr/>
          <p:nvPr/>
        </p:nvSpPr>
        <p:spPr>
          <a:xfrm>
            <a:off x="4515002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808013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7347509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515002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project attributes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4515002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facility type, modality, country, status, effectivity and closing date — and who owns it.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15002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15002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515002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— this is the key name we need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8115605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15605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65" name="Shape 63"/>
          <p:cNvSpPr/>
          <p:nvPr/>
        </p:nvSpPr>
        <p:spPr>
          <a:xfrm>
            <a:off x="8298485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66" name="Text 64"/>
          <p:cNvSpPr/>
          <p:nvPr/>
        </p:nvSpPr>
        <p:spPr>
          <a:xfrm>
            <a:off x="8298485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591495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11130991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298485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Site-to-project register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8298485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mapping EDRMS sites to project IDs, so site activity can roll up to a project.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8298485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298485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98485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6163056"/>
            <a:ext cx="11094415" cy="38404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1520" y="6236208"/>
            <a:ext cx="107286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 1–4 unblock 18 gaps.  Deps 5–6 source 21 built-but-unsourced requirements.  </a:t>
            </a:r>
            <a:pPr algn="ctr" indent="0" marL="0">
              <a:buNone/>
            </a:pPr>
            <a:r>
              <a:rPr lang="en-US" sz="10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37 gaps carry no recorded reason — we need your steer on those.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Bank-wide Oversight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counts of users, records declared, physical counterparts and records due for disposal.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built tiles were relabelled, not dropped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EDRMS users" → "users with recorded activity, last 180 days"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"Due for disposal" → "due within 30 / 90 days / 12 months"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2" name="Text 2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 rate built as "share of documents declared as records"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contractor / consultant counts, training completion, onboarded since go-live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users declaring, per division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 Approved / Declined / Extended, month-on-month, completion rate, overdue actions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 physical custody  ·  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to RAC is a physical event no reachable system records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Bank-wide Oversight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Oversight: The Asks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gaps. Five questions close most of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user register, and can we read employment type from it?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5 requirements  ·  If not: Report total users 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Division at ADB, and which system holds it?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4 requirements  ·  If not: Department-level reporting only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site creation date acceptable as a stand-in for go-live?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onboarding metrics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the disposal workflow removed? Is it out of scope, or unsourced?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7 requirements  ·  If not: We need your steer — no reason is recorded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 record of physical turnover to RAC we have not found?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Confirmed dead end — drop it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Department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unit, with drill-down to site and library.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tab: 86 requirements, 59 built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site visitors" → "total site visits" — visits, not unique people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due dates rebuilt as 3 / 6 / 12 month bands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2" name="Text 2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size in GB and declaration counts all built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contractor, consultant counts and training completion rate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declared, users declaring, per-library indicators by division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split  ·  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vs external visitors — which report shows this split?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  ·  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granted and denied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818888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7" name="Text 35"/>
          <p:cNvSpPr/>
          <p:nvPr/>
        </p:nvSpPr>
        <p:spPr>
          <a:xfrm>
            <a:off x="713232" y="4800600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3232" y="5001768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statuses, records disposed per year and month, disposed size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531266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0" name="Text 38"/>
          <p:cNvSpPr/>
          <p:nvPr/>
        </p:nvSpPr>
        <p:spPr>
          <a:xfrm>
            <a:off x="713232" y="529437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conventions &amp; go-live  ·  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13232" y="549554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site / library / folder convention, go-live date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Department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Insights: The Asks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gaps — but 8 of them are the same two questions asked on Bank-wide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shows site visitors split by internal and external?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Report total visits only, no split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SharePoint site, library and folder convention we can measure against?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convention compliance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 grants and denials logged anywhere we can reach?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access request metrics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register and Division questions as Bank-wide — one answer settles both tabs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8 requirements  ·  If not: See dependencies 1 and 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'visits' rather than 'unique visitors' meet your need?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Confirms 2 built tiles  ·  If not: Currently built as visits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Project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Insights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— facility type, modality, country, status, effectivity and closing date — against EDRMS site activity.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658368"/>
          </a:xfrm>
          <a:prstGeom prst="rect">
            <a:avLst/>
          </a:prstGeom>
          <a:solidFill>
            <a:srgbClr val="FDF2F4"/>
          </a:solidFill>
          <a:ln w="19050">
            <a:solidFill>
              <a:srgbClr val="C41E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81328"/>
            <a:ext cx="64008" cy="65836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BUT UNSOURCED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4672" y="1792224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20 requirements is built in the prototype. Not one of them has a confirmed data source.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488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1488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UI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7490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data source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11094415" cy="347472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4198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37490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7673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37124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project attributes — facility type, modality, country, status, dates?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40050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Project Insights stays a mockup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43525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43708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43159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that system, and can we get read access?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46085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No source, no dashboard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495604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497433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491947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Site activity cannot roll up to a project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555955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557784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552297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exists, can we derive the link by scanning site names?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581558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Workbook notes: "The register. Then SCAN."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616305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618134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612648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project-level reporting in scope for this phase at all?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641908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Scope decision  ·  If not: Defer the whole tab to phase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Institutional File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File Plan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 and how records map onto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file plan hierarchy shown match your current approved plan?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any structural changes now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Retention and Disposal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 and Disposal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terms and disposal volumes across the bank.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0" y="1499616"/>
            <a:ext cx="5973775" cy="731520"/>
          </a:xfrm>
          <a:prstGeom prst="rect">
            <a:avLst/>
          </a:prstGeom>
          <a:solidFill>
            <a:srgbClr val="FFF6EF"/>
          </a:solidFill>
          <a:ln w="15875">
            <a:solidFill>
              <a:srgbClr val="E67C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157276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0" y="1773936"/>
            <a:ext cx="560801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gaps are marked only "Removed." — no reason and no dependency is recorded in the workbook.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44144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REMOVED ITEMS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Departments / Offices / RMs provisioned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libraries provisioned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declared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physical counterparts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due for disposal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disposed  (appears twice)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8056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Term (Top level)  (appears twice)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96849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68096" y="429768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" y="431596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9 items were removed with no reason recorded. Were they descoped deliberately?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7280" y="455371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9 requirements  ·  If not: We need your decision before we can act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68096" y="490118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491947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97280" y="486460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duplicate measures already on Bank-wide. Is that the reason they were dropped?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97280" y="515721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overlap  ·  If not: Likely intentional de-duplication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68096" y="550468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552297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97280" y="546811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top-level retention Term breakdown still wanted here?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97280" y="576072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the Term rows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Records and Archive Holdings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and Archive Holdings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digital archive holdings and their retention position.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holdings breakdown match how RAC actually reports its inventory?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discrepancies now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2026-08-25T01:42:37Z</dcterms:created>
  <dcterms:modified xsi:type="dcterms:W3CDTF">2026-08-25T01:42:37Z</dcterms:modified>
</cp:coreProperties>
</file>