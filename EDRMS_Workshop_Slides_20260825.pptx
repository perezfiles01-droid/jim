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Gap Checker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of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B8A"/>
                </a:solidFill>
                <a:latin typeface="Calibria" pitchFamily="34" charset="0"/>
                <a:ea typeface="Calibria" pitchFamily="34" charset="-122"/>
                <a:cs typeface="Calibria" pitchFamily="34" charset="-120"/>
              </a:rPr>
              <a:t>What is this file?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778 requirements mapped across 6 dashboards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Columns to Understand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Implementation Status (Built / Not Built)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Client Questions (decisions needed)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Blockers (why something isn't built)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Slide Reference (where in this deck)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029200"/>
            <a:ext cx="8229600" cy="128016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512064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familiar with the 6 dashboard types we'll cover?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understand how "built" vs "not built" is categorized?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 about the structure before we proceed?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 Dashboard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Bank-wide Metrics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3774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view of file volume, retention status, disposal progress across the entire bank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 (193 of 250 features):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 count by retention category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414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Aging analysis (how old files are)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7340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Disposal rate tracking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Compliance status overview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1737360"/>
            <a:ext cx="3200400" cy="2560320"/>
          </a:xfrm>
          <a:prstGeom prst="rect">
            <a:avLst/>
          </a:prstGeom>
          <a:solidFill>
            <a:srgbClr val="F9F9F9"/>
          </a:solidFill>
          <a:ln w="12700">
            <a:solidFill>
              <a:srgbClr val="009B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745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Categories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12080" y="2240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Volume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97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Aging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154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Disposal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3611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Compliance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This is the foundation dashboard—all other dashboards build on this data.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Oversight: Decisions Needed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Built: 57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reporting features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8105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drill-down analytics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06654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Comparison reports (period-over-period)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2257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date ranges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7860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Export/download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require additional metadata from EDRMS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need data quality improvements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93192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Decisions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57 features would provide the most value?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4348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invest in data cleanup?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formats needed? (Excel, PDF, CSV?)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892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date ranges or fiscal/calendar year sufficient?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 Dashboard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Dashboard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377440" y="128016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into file performance, retention, and disposal by department—identify department-level patterns and blockers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 (524 features):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Department-level file metrics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786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Retention analysis by department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87121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Disposal tracking by department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1638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Department comparison views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Drill-down to individual files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1737360"/>
            <a:ext cx="3200400" cy="2560320"/>
          </a:xfrm>
          <a:prstGeom prst="rect">
            <a:avLst/>
          </a:prstGeom>
          <a:solidFill>
            <a:srgbClr val="E8F7F5"/>
          </a:solidFill>
          <a:ln w="12700">
            <a:solidFill>
              <a:srgbClr val="009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745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Path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22860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Bank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29260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Department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32461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Individual File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524 built features across all department-level views and drill-paths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Insights: Decisions Needed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Department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Built: Advanced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department comparisons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8105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Trend analysis (improvement over time)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06654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Department-level compliance scoring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2257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alerts for targets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Department-level targets/goals not defined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09067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Department contacts &amp; escalation paths missing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34670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Some features depend on data cleanup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8229600" cy="237744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8404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Questions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department-level retention targets?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3434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show dept heads their own data?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want trend analysis? (requires 12+ months history)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800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underperforming depts trigger alerts?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CRITICAL DECISION REQUIRED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Insights Dashboard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Dashboard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of 10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280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dashboard was designed but NOT built. It requires project metadata from EDRMS.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148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Built: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project metadata in current EDRMS export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6791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"Project" definition unclear (code? initiative ID?)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935224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file-to-project link exists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137160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Options: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03520" y="1691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Skip this dashboard now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0" y="2011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Configure EDRMS for project metadata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Build simplified version (file naming)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219456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02336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Decision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2976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project IDs tracked outside EDRMS?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526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critical is project-level tracking?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configure EDRMS for project metadata?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983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skipping this impact compliance needs?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File Plan Dashboard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of 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3774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all files to institutional structure—the 'playbook' for where things live and how long they stay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 count by category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4048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Retention schedule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6609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Coverage analysis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1737360"/>
            <a:ext cx="3566160" cy="1645920"/>
          </a:xfrm>
          <a:prstGeom prst="rect">
            <a:avLst/>
          </a:prstGeom>
          <a:solidFill>
            <a:srgbClr val="F9F9F9"/>
          </a:solidFill>
          <a:ln w="12700">
            <a:solidFill>
              <a:srgbClr val="009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18745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2194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How do you define a 'series'?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12080" y="2514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codes: Your retention codes?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12080" y="28346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Mapping: Who decides file placement?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246888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5760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Decisions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files currently mapped to file plan?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retention schedules need changes?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3891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deprecated categories to archive?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6177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 you update the file plan?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 &amp; Disposal Dashboard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834640" y="1280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ready to dispose, retention compliance, schedule adherence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Files by retention category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134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Files ready for disposal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69464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Disposal completion tracking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825496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Exception files (legal holds)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828800"/>
            <a:ext cx="3657600" cy="1097280"/>
          </a:xfrm>
          <a:prstGeom prst="rect">
            <a:avLst/>
          </a:prstGeom>
          <a:solidFill>
            <a:srgbClr val="F9F9F9"/>
          </a:solidFill>
          <a:ln w="12700">
            <a:solidFill>
              <a:srgbClr val="009B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9202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Timeline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2240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→ Approved → Disposed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7180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Dashboard shows eligible files, not approved or disposed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256032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7472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Decisions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Governance/approval process for disposal?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9776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holds beyond legal holds?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process timeline?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audit trail for every disposed file?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disposal rate? (Monthly/Annual?)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&amp; Archive Holdings Dashboard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Archival Storage Inventory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377440" y="1280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of records in archival storage—who has what, where, and condition status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 location tracking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591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Archive occupancy by location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15184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File retrieval requests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871216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Condition/quality status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737360"/>
            <a:ext cx="3657600" cy="228600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7452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Dependency: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214884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eServe Integration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03520" y="24688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dashboard requires real-time data from your archive storage system.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Integration is planned but needs confirmation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&amp; Archive Holdings: Decisions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Capability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Utilization Report Requirements Workshop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0" y="6537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of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Built: Advanced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retrieval analytics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81051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Condition-based recommendations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06654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Long-term storage planning &amp; forecasts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2257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Climate/preservation monitoring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Blockers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eServe integration status unclear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09067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Condition data not currently captured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34670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Off-site storage metadata missing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2743200"/>
          </a:xfrm>
          <a:prstGeom prst="rect">
            <a:avLst/>
          </a:prstGeom>
          <a:solidFill>
            <a:srgbClr val="E8F7F5"/>
          </a:solidFill>
          <a:ln w="25400">
            <a:solidFill>
              <a:srgbClr val="009B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65760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Questions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systems used? (eServe, Iron Mountain, other?)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integrate with archive system APIs?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3891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needed? (Monthly/Real-time?)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file condition/preservation status?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8463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capacity limits? Should we alert?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2026-08-25T01:33:04Z</dcterms:created>
  <dcterms:modified xsi:type="dcterms:W3CDTF">2026-08-25T01:33:04Z</dcterms:modified>
</cp:coreProperties>
</file>