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omments/modernComment_102_B6576F15.xml" ContentType="application/vnd.ms-powerpoint.comments+xml"/>
  <Override PartName="/ppt/comments/modernComment_105_B08BC1AF.xml" ContentType="application/vnd.ms-powerpoint.comments+xml"/>
  <Override PartName="/ppt/comments/modernComment_108_E81DD6AC.xml" ContentType="application/vnd.ms-powerpoint.comments+xml"/>
  <Override PartName="/ppt/comments/modernComment_109_30AE6588.xml" ContentType="application/vnd.ms-powerpoint.comments+xml"/>
  <Override PartName="/ppt/comments/modernComment_10A_CCC53681.xml" ContentType="application/vnd.ms-powerpoint.comments+xml"/>
  <Override PartName="/ppt/comments/modernComment_10B_69AAD145.xml" ContentType="application/vnd.ms-powerpoint.comments+xml"/>
  <Override PartName="/ppt/comments/modernComment_10C_E72659BD.xml" ContentType="application/vnd.ms-powerpoint.comments+xml"/>
  <Override PartName="/ppt/comments/modernComment_111_CBB9D19C.xml" ContentType="application/vnd.ms-powerpoint.comments+xml"/>
  <Override PartName="/ppt/comments/modernComment_11F_E08A40F4.xml" ContentType="application/vnd.ms-powerpoint.comments+xml"/>
  <Override PartName="/ppt/comments/modernComment_146_59D15E90.xml" ContentType="application/vnd.ms-powerpoint.comments+xml"/>
  <Override PartName="/ppt/notesSlides/notesSlide1.xml" ContentType="application/vnd.openxmlformats-officedocument.presentationml.notesSlide+xml"/>
  <Override PartName="/ppt/comments/modernComment_104_68E40293.xml" ContentType="application/vnd.ms-powerpoint.comments+xml"/>
  <Override PartName="/ppt/comments/modernComment_106_E03EA2BC.xml" ContentType="application/vnd.ms-powerpoint.comments+xml"/>
  <Override PartName="/ppt/notesSlides/notesSlide2.xml" ContentType="application/vnd.openxmlformats-officedocument.presentationml.notesSlide+xml"/>
  <Override PartName="/ppt/comments/modernComment_114_2A553132.xml" ContentType="application/vnd.ms-powerpoint.comments+xml"/>
  <Override PartName="/ppt/comments/modernComment_115_E9E3DBDE.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39_25796A60.xml" ContentType="application/vnd.ms-powerpoint.comments+xml"/>
  <Override PartName="/ppt/notesSlides/notesSlide5.xml" ContentType="application/vnd.openxmlformats-officedocument.presentationml.notesSlide+xml"/>
  <Override PartName="/ppt/comments/modernComment_13C_653518B3.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4"/>
  </p:sldMasterIdLst>
  <p:notesMasterIdLst>
    <p:notesMasterId r:id="rId74"/>
  </p:notesMasterIdLst>
  <p:handoutMasterIdLst>
    <p:handoutMasterId r:id="rId75"/>
  </p:handoutMasterIdLst>
  <p:sldIdLst>
    <p:sldId id="257" r:id="rId5"/>
    <p:sldId id="258" r:id="rId6"/>
    <p:sldId id="261" r:id="rId7"/>
    <p:sldId id="264" r:id="rId8"/>
    <p:sldId id="265" r:id="rId9"/>
    <p:sldId id="266" r:id="rId10"/>
    <p:sldId id="267" r:id="rId11"/>
    <p:sldId id="268" r:id="rId12"/>
    <p:sldId id="273" r:id="rId13"/>
    <p:sldId id="274" r:id="rId14"/>
    <p:sldId id="287" r:id="rId15"/>
    <p:sldId id="288" r:id="rId16"/>
    <p:sldId id="290" r:id="rId17"/>
    <p:sldId id="326" r:id="rId18"/>
    <p:sldId id="260" r:id="rId19"/>
    <p:sldId id="262" r:id="rId20"/>
    <p:sldId id="263" r:id="rId21"/>
    <p:sldId id="272" r:id="rId22"/>
    <p:sldId id="269" r:id="rId23"/>
    <p:sldId id="271" r:id="rId24"/>
    <p:sldId id="276" r:id="rId25"/>
    <p:sldId id="277" r:id="rId26"/>
    <p:sldId id="278" r:id="rId27"/>
    <p:sldId id="275" r:id="rId28"/>
    <p:sldId id="279" r:id="rId29"/>
    <p:sldId id="280" r:id="rId30"/>
    <p:sldId id="281" r:id="rId31"/>
    <p:sldId id="282" r:id="rId32"/>
    <p:sldId id="283" r:id="rId33"/>
    <p:sldId id="284" r:id="rId34"/>
    <p:sldId id="285" r:id="rId35"/>
    <p:sldId id="286" r:id="rId36"/>
    <p:sldId id="289" r:id="rId37"/>
    <p:sldId id="291" r:id="rId38"/>
    <p:sldId id="292" r:id="rId39"/>
    <p:sldId id="293" r:id="rId40"/>
    <p:sldId id="294"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270" r:id="rId57"/>
    <p:sldId id="313" r:id="rId58"/>
    <p:sldId id="312" r:id="rId59"/>
    <p:sldId id="314" r:id="rId60"/>
    <p:sldId id="315" r:id="rId61"/>
    <p:sldId id="316" r:id="rId62"/>
    <p:sldId id="317" r:id="rId63"/>
    <p:sldId id="318" r:id="rId64"/>
    <p:sldId id="319" r:id="rId65"/>
    <p:sldId id="320" r:id="rId66"/>
    <p:sldId id="321" r:id="rId67"/>
    <p:sldId id="322" r:id="rId68"/>
    <p:sldId id="295" r:id="rId69"/>
    <p:sldId id="296" r:id="rId70"/>
    <p:sldId id="323" r:id="rId71"/>
    <p:sldId id="324" r:id="rId72"/>
    <p:sldId id="325"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3A08C5-D651-491B-A1A1-0145C6636205}">
          <p14:sldIdLst>
            <p14:sldId id="257"/>
            <p14:sldId id="258"/>
            <p14:sldId id="261"/>
          </p14:sldIdLst>
        </p14:section>
        <p14:section name="Review" id="{426EFD84-7253-42C6-8E19-32349D596DE7}">
          <p14:sldIdLst>
            <p14:sldId id="264"/>
            <p14:sldId id="265"/>
            <p14:sldId id="266"/>
            <p14:sldId id="267"/>
            <p14:sldId id="268"/>
            <p14:sldId id="273"/>
            <p14:sldId id="274"/>
            <p14:sldId id="287"/>
            <p14:sldId id="288"/>
          </p14:sldIdLst>
        </p14:section>
        <p14:section name="Requirements - proposal" id="{457BAC8B-C909-4229-ABED-9E98C35330F2}">
          <p14:sldIdLst>
            <p14:sldId id="290"/>
            <p14:sldId id="326"/>
            <p14:sldId id="260"/>
            <p14:sldId id="262"/>
            <p14:sldId id="263"/>
            <p14:sldId id="272"/>
            <p14:sldId id="269"/>
            <p14:sldId id="271"/>
            <p14:sldId id="276"/>
            <p14:sldId id="277"/>
            <p14:sldId id="278"/>
            <p14:sldId id="275"/>
            <p14:sldId id="279"/>
            <p14:sldId id="280"/>
            <p14:sldId id="281"/>
            <p14:sldId id="282"/>
            <p14:sldId id="283"/>
            <p14:sldId id="284"/>
            <p14:sldId id="285"/>
            <p14:sldId id="286"/>
            <p14:sldId id="289"/>
            <p14:sldId id="291"/>
            <p14:sldId id="292"/>
            <p14:sldId id="293"/>
            <p14:sldId id="294"/>
            <p14:sldId id="297"/>
            <p14:sldId id="298"/>
            <p14:sldId id="299"/>
            <p14:sldId id="300"/>
            <p14:sldId id="301"/>
            <p14:sldId id="302"/>
            <p14:sldId id="303"/>
            <p14:sldId id="304"/>
            <p14:sldId id="305"/>
            <p14:sldId id="306"/>
            <p14:sldId id="307"/>
            <p14:sldId id="308"/>
            <p14:sldId id="309"/>
            <p14:sldId id="310"/>
            <p14:sldId id="311"/>
            <p14:sldId id="270"/>
            <p14:sldId id="313"/>
            <p14:sldId id="312"/>
            <p14:sldId id="314"/>
            <p14:sldId id="315"/>
            <p14:sldId id="316"/>
            <p14:sldId id="317"/>
            <p14:sldId id="318"/>
            <p14:sldId id="319"/>
            <p14:sldId id="320"/>
            <p14:sldId id="321"/>
            <p14:sldId id="322"/>
            <p14:sldId id="295"/>
            <p14:sldId id="296"/>
            <p14:sldId id="323"/>
            <p14:sldId id="324"/>
            <p14:sldId id="32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ACAA209-DFA0-7037-B191-B5B6951D93D6}" name="Kate O. Del Rosario" initials="Kd" userId="S::kdelrosario@adb.org::fbf686e6-7702-41e0-99e9-97ef6dc81a3d" providerId="AD"/>
  <p188:author id="{11C44B2F-E739-F1D4-961C-E19BB3161618}" name="Heidi Kalayaan Dizon" initials="HD" userId="S::hdizon@adb.org::41eb0bd2-67ee-48f1-827f-8f4611ba4672" providerId="AD"/>
  <p188:author id="{DF751567-34E9-9986-DB45-AA4AF7D37AEA}" name="Patrick Vermeij" initials="" userId="S::pvermeij@adb.org::ea49f23f-1c45-49b9-a55b-6583e4b0da56" providerId="AD"/>
  <p188:author id="{BCF662F1-2C2F-A34D-097D-81913E5655FB}" name="Kylee Williamson" initials="KW" userId="S::kwilliamson.consultant@adb.org::2962f0c7-bd38-421a-8a27-2e74e8061edb" providerId="AD"/>
  <p188:author id="{BB1262FC-BCC6-427C-7313-E8C278F234F4}" name="Aldo Enriquez" initials="TE" userId="S::tenriquez@adb.org::5a0227ac-91b4-4059-9aab-c7f111a8605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ylee Williamson" initials="KW" lastIdx="1" clrIdx="0">
    <p:extLst>
      <p:ext uri="{19B8F6BF-5375-455C-9EA6-DF929625EA0E}">
        <p15:presenceInfo xmlns:p15="http://schemas.microsoft.com/office/powerpoint/2012/main" userId="S::kwilliamson.consultant@adb.org::2962f0c7-bd38-421a-8a27-2e74e8061ed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800"/>
    <a:srgbClr val="83CBEB"/>
    <a:srgbClr val="46B1E1"/>
    <a:srgbClr val="00AABC"/>
    <a:srgbClr val="0B3041"/>
    <a:srgbClr val="72BB07"/>
    <a:srgbClr val="29C2FF"/>
    <a:srgbClr val="FFDA09"/>
    <a:srgbClr val="D7D7D7"/>
    <a:srgbClr val="686D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CAEA82-2F3C-D3C1-C5FA-2CD286C0CC76}" v="2" dt="2026-08-13T05:21:49.2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164" y="4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82" Type="http://schemas.microsoft.com/office/2018/10/relationships/authors" Targe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viewProps" Target="viewProps.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commentAuthors" Target="commentAuthor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omments/modernComment_10A_CCC53681.xml><?xml version="1.0" encoding="utf-8"?>
<p188:cmLst xmlns:a="http://schemas.openxmlformats.org/drawingml/2006/main" xmlns:r="http://schemas.openxmlformats.org/officeDocument/2006/relationships" xmlns:p188="http://schemas.microsoft.com/office/powerpoint/2018/8/main">
  <p188:cm id="{AF9555EB-90C5-4AE1-A1B5-4EF3C964F7C5}" authorId="{0ACAA209-DFA0-7037-B191-B5B6951D93D6}" created="2026-08-08T05:04:37.661">
    <ac:deMkLst xmlns:ac="http://schemas.microsoft.com/office/drawing/2013/main/command">
      <pc:docMk xmlns:pc="http://schemas.microsoft.com/office/powerpoint/2013/main/command"/>
      <pc:sldMk xmlns:pc="http://schemas.microsoft.com/office/powerpoint/2013/main/command" cId="3435476609" sldId="266"/>
      <ac:spMk id="8" creationId="{3E4F85B7-C1F2-0BF8-4193-FFAE92856E0D}"/>
    </ac:deMkLst>
    <p188:txBody>
      <a:bodyPr/>
      <a:lstStyle/>
      <a:p>
        <a:r>
          <a:rPr lang="en-PH"/>
          <a:t>Agree. I can’t see the value of comparing record volumes across departments. Maybe % of users declaring records to show compliance rate? Agree with documents against number of records declared. </a:t>
        </a:r>
      </a:p>
    </p188:txBody>
  </p188:cm>
</p188:cmLst>
</file>

<file path=ppt/comments/modernComment_10B_69AAD145.xml><?xml version="1.0" encoding="utf-8"?>
<p188:cmLst xmlns:a="http://schemas.openxmlformats.org/drawingml/2006/main" xmlns:r="http://schemas.openxmlformats.org/officeDocument/2006/relationships" xmlns:p188="http://schemas.microsoft.com/office/powerpoint/2018/8/main">
  <p188:cm id="{14512147-AD56-4FBE-8D9F-CC8B9E07570C}" authorId="{11C44B2F-E739-F1D4-961C-E19BB3161618}" created="2026-08-06T12:14:17.929">
    <pc:sldMkLst xmlns:pc="http://schemas.microsoft.com/office/powerpoint/2013/main/command">
      <pc:docMk/>
      <pc:sldMk cId="1772802373" sldId="267"/>
    </pc:sldMkLst>
    <p188:txBody>
      <a:bodyPr/>
      <a:lstStyle/>
      <a:p>
        <a:r>
          <a:rPr lang="en-US"/>
          <a:t>Agree</a:t>
        </a:r>
      </a:p>
    </p188:txBody>
  </p188:cm>
  <p188:cm id="{73D98473-DF75-4B6D-A9B6-1A1C48C53D36}" authorId="{0ACAA209-DFA0-7037-B191-B5B6951D93D6}" created="2026-08-08T04:29:17.975">
    <ac:deMkLst xmlns:ac="http://schemas.microsoft.com/office/drawing/2013/main/command">
      <pc:docMk xmlns:pc="http://schemas.microsoft.com/office/powerpoint/2013/main/command"/>
      <pc:sldMk xmlns:pc="http://schemas.microsoft.com/office/powerpoint/2013/main/command" cId="1772802373" sldId="267"/>
      <ac:spMk id="12" creationId="{0E5EA165-9C9E-7FFB-6AFB-6BBD041CB177}"/>
    </ac:deMkLst>
    <p188:txBody>
      <a:bodyPr/>
      <a:lstStyle/>
      <a:p>
        <a:r>
          <a:rPr lang="en-PH"/>
          <a:t>Agree and I think Rotsen is working on a similar dashboard already</a:t>
        </a:r>
      </a:p>
    </p188:txBody>
  </p188:cm>
</p188:cmLst>
</file>

<file path=ppt/comments/modernComment_10C_E72659BD.xml><?xml version="1.0" encoding="utf-8"?>
<p188:cmLst xmlns:a="http://schemas.openxmlformats.org/drawingml/2006/main" xmlns:r="http://schemas.openxmlformats.org/officeDocument/2006/relationships" xmlns:p188="http://schemas.microsoft.com/office/powerpoint/2018/8/main">
  <p188:cm id="{258CA8C7-885E-4992-80EC-4DB573961893}" authorId="{0ACAA209-DFA0-7037-B191-B5B6951D93D6}" created="2026-08-08T05:07:48.862">
    <ac:txMkLst xmlns:ac="http://schemas.microsoft.com/office/drawing/2013/main/command">
      <pc:docMk xmlns:pc="http://schemas.microsoft.com/office/powerpoint/2013/main/command"/>
      <pc:sldMk xmlns:pc="http://schemas.microsoft.com/office/powerpoint/2013/main/command" cId="3878050237" sldId="268"/>
      <ac:spMk id="12" creationId="{D19A8FA7-EC30-8F65-19EF-0FBF206901D0}"/>
      <ac:txMk cp="108" len="20">
        <ac:context len="130" hash="2390903023"/>
      </ac:txMk>
    </ac:txMkLst>
    <p188:pos x="3313040" y="1562231"/>
    <p188:txBody>
      <a:bodyPr/>
      <a:lstStyle/>
      <a:p>
        <a:r>
          <a:rPr lang="en-PH"/>
          <a:t>agree</a:t>
        </a:r>
      </a:p>
    </p188:txBody>
  </p188:cm>
</p188:cmLst>
</file>

<file path=ppt/comments/modernComment_11F_E08A40F4.xml><?xml version="1.0" encoding="utf-8"?>
<p188:cmLst xmlns:a="http://schemas.openxmlformats.org/drawingml/2006/main" xmlns:r="http://schemas.openxmlformats.org/officeDocument/2006/relationships" xmlns:p188="http://schemas.microsoft.com/office/powerpoint/2018/8/main">
  <p188:cm id="{B43172FE-4183-4280-A56C-847AD45762B8}" authorId="{0ACAA209-DFA0-7037-B191-B5B6951D93D6}" created="2026-08-08T05:22:31.625">
    <ac:deMkLst xmlns:ac="http://schemas.microsoft.com/office/drawing/2013/main/command">
      <pc:docMk xmlns:pc="http://schemas.microsoft.com/office/powerpoint/2013/main/command"/>
      <pc:sldMk xmlns:pc="http://schemas.microsoft.com/office/powerpoint/2013/main/command" cId="3767156980" sldId="287"/>
      <ac:spMk id="12" creationId="{2099B611-ECD6-73CF-F745-FF5A21700C2C}"/>
    </ac:deMkLst>
    <p188:txBody>
      <a:bodyPr/>
      <a:lstStyle/>
      <a:p>
        <a:r>
          <a:rPr lang="en-PH"/>
          <a:t>Agree as this dashboard is not for the rollout. This can be used at the department site though for monitoring and site usage indicator.</a:t>
        </a:r>
      </a:p>
    </p188:txBody>
  </p188:cm>
</p188:cmLst>
</file>

<file path=ppt/comments/modernComment_13C_653518B3.xml><?xml version="1.0" encoding="utf-8"?>
<p188:cmLst xmlns:a="http://schemas.openxmlformats.org/drawingml/2006/main" xmlns:r="http://schemas.openxmlformats.org/officeDocument/2006/relationships" xmlns:p188="http://schemas.microsoft.com/office/powerpoint/2018/8/main">
  <p188:cm id="{731F60DA-D9E1-42A2-9EE3-F41796BCFA9B}" authorId="{0ACAA209-DFA0-7037-B191-B5B6951D93D6}" created="2026-08-08T08:02:11.711">
    <ac:txMkLst xmlns:ac="http://schemas.microsoft.com/office/drawing/2013/main/command">
      <pc:docMk xmlns:pc="http://schemas.microsoft.com/office/powerpoint/2013/main/command"/>
      <pc:sldMk xmlns:pc="http://schemas.microsoft.com/office/powerpoint/2013/main/command" cId="1697978547" sldId="316"/>
      <ac:graphicFrameMk id="2" creationId="{D3C9B91B-9608-1578-B14A-901EEE67A45C}"/>
      <ac:tblMk/>
      <ac:tcMk rowId="1414282666" colId="96822938"/>
      <ac:txMk cp="0" len="46">
        <ac:context len="47" hash="863127492"/>
      </ac:txMk>
    </ac:txMkLst>
    <p188:pos x="9022043" y="323583"/>
    <p188:txBody>
      <a:bodyPr/>
      <a:lstStyle/>
      <a:p>
        <a:r>
          <a:rPr lang="en-PH"/>
          <a:t>I’m not sure how can this be reflected. Please see proposed table.</a:t>
        </a:r>
      </a:p>
    </p188:txBody>
    <p188:extLst>
      <p:ext xmlns:p="http://schemas.openxmlformats.org/presentationml/2006/main" uri="{57CB4572-C831-44C2-8A1C-0ADB6CCDFE69}">
        <p223:reactions xmlns:p223="http://schemas.microsoft.com/office/powerpoint/2022/03/main">
          <p223:rxn type="👍">
            <p223:instance time="2026-08-10T00:01:57.568" authorId="{BCF662F1-2C2F-A34D-097D-81913E5655FB}"/>
          </p223:rxn>
        </p223:reactions>
      </p:ext>
    </p188:extLst>
  </p188:cm>
</p188:cmLst>
</file>

<file path=ppt/comments/modernComment_102_B6576F15.xml><?xml version="1.0" encoding="utf-8"?>
<p188:cmLst xmlns:a="http://schemas.openxmlformats.org/drawingml/2006/main" xmlns:r="http://schemas.openxmlformats.org/officeDocument/2006/relationships" xmlns:p188="http://schemas.microsoft.com/office/powerpoint/2018/8/main">
  <p188:cm id="{605EF279-49E7-4954-95FD-C6A5E7593A1E}" authorId="{0ACAA209-DFA0-7037-B191-B5B6951D93D6}" created="2026-08-08T04:25:48.892">
    <ac:txMkLst xmlns:ac="http://schemas.microsoft.com/office/drawing/2013/main/command">
      <pc:docMk xmlns:pc="http://schemas.microsoft.com/office/powerpoint/2013/main/command"/>
      <pc:sldMk xmlns:pc="http://schemas.microsoft.com/office/powerpoint/2013/main/command" cId="3059183381" sldId="258"/>
      <ac:spMk id="3" creationId="{5F998B47-2A93-BA17-ACDA-6E97368C4A77}"/>
      <ac:txMk cp="105" len="16">
        <ac:context len="413" hash="129501862"/>
      </ac:txMk>
    </ac:txMkLst>
    <p188:pos x="6443133" y="865364"/>
    <p188:txBody>
      <a:bodyPr/>
      <a:lstStyle/>
      <a:p>
        <a:r>
          <a:rPr lang="en-PH"/>
          <a:t>Agree that the objective emphasizes that the dashboard is for BAU monitoring. The trends can also help the RAC team determine which department/office needs support in terms of library maintenance and records declaration.</a:t>
        </a:r>
      </a:p>
    </p188:txBody>
  </p188:cm>
</p188:cmLst>
</file>

<file path=ppt/comments/modernComment_104_68E40293.xml><?xml version="1.0" encoding="utf-8"?>
<p188:cmLst xmlns:a="http://schemas.openxmlformats.org/drawingml/2006/main" xmlns:r="http://schemas.openxmlformats.org/officeDocument/2006/relationships" xmlns:p188="http://schemas.microsoft.com/office/powerpoint/2018/8/main">
  <p188:cm id="{5316B6B7-1D5C-4673-8284-3CBBDB972780}" authorId="{BB1262FC-BCC6-427C-7313-E8C278F234F4}" created="2026-08-10T01:13:45.105" startDate="2026-08-10T01:13:45.105" dueDate="2026-08-10T01:13:45.105" assignedTo="{BB1262FC-BCC6-427C-7313-E8C278F234F4}" title="@Kylee Williamson We may need to determine whether these are active O365 users or those who have only declared records? We could select both but we might have to determine a minimum threshold for “EDRMS User” (who might have declared a records - say the…">
    <ac:txMkLst xmlns:ac="http://schemas.microsoft.com/office/drawing/2013/main/command">
      <pc:docMk xmlns:pc="http://schemas.microsoft.com/office/powerpoint/2013/main/command"/>
      <pc:sldMk xmlns:pc="http://schemas.microsoft.com/office/powerpoint/2013/main/command" cId="1759773331" sldId="260"/>
      <ac:spMk id="3" creationId="{A15EBA49-8958-DCEE-61B7-734613DB4E82}"/>
      <ac:txMk cp="213" len="27">
        <ac:context len="367" hash="1772211966"/>
      </ac:txMk>
    </ac:txMkLst>
    <p188:pos x="5768163" y="2661315"/>
    <p188:replyLst>
      <p188:reply id="{FC0AF19B-4936-4BCD-A0ED-364F9C1EA65A}" authorId="{BCF662F1-2C2F-A34D-097D-81913E5655FB}" created="2026-08-10T03:34:21.548">
        <p188:txBody>
          <a:bodyPr/>
          <a:lstStyle/>
          <a:p>
            <a:r>
              <a:rPr lang="en-US"/>
              <a:t>Absolutely valid [@Aldo Enriquez] EDRMS users will need to be defined. </a:t>
            </a:r>
          </a:p>
        </p188:txBody>
      </p188:reply>
    </p188:replyLst>
    <p188:txBody>
      <a:bodyPr/>
      <a:lstStyle/>
      <a:p>
        <a:r>
          <a:rPr lang="en-PH"/>
          <a:t>[@Kylee Williamson] We may need to determine whether these are active O365 users or those who have only declared records? We could select both but we might have to determine a minimum threshold for “EDRMS User” (who might have declared a records - say the “last 3 months”)?</a:t>
        </a:r>
      </a:p>
    </p188:txBody>
    <p188:extLst>
      <p:ext xmlns:p="http://schemas.openxmlformats.org/presentationml/2006/main" uri="{5BB2D875-25FF-4072-B9AC-8F64D62656EB}">
        <p228:taskDetails xmlns:p228="http://schemas.microsoft.com/office/powerpoint/2022/08/main">
          <p228:history>
            <p228:event time="2026-08-10T01:13:45.105" id="{68E77957-8083-48B3-A771-E95106AA2DA9}">
              <p228:atrbtn authorId="{BB1262FC-BCC6-427C-7313-E8C278F234F4}"/>
              <p228:anchr>
                <p228:comment id="{5316B6B7-1D5C-4673-8284-3CBBDB972780}"/>
              </p228:anchr>
              <p228:add/>
            </p228:event>
            <p228:event time="2026-08-10T01:13:45.105" id="{10FB62E5-F827-4EEE-BDBA-0B82FF7F81E0}">
              <p228:atrbtn authorId="{BB1262FC-BCC6-427C-7313-E8C278F234F4}"/>
              <p228:anchr>
                <p228:comment id="{5316B6B7-1D5C-4673-8284-3CBBDB972780}"/>
              </p228:anchr>
              <p228:asgn authorId="{BCF662F1-2C2F-A34D-097D-81913E5655FB}"/>
            </p228:event>
            <p228:event time="2026-08-10T01:13:45.105" id="{598A8C75-62FB-44FB-BF6E-B1F4DEB1A2B0}">
              <p228:atrbtn authorId="{BB1262FC-BCC6-427C-7313-E8C278F234F4}"/>
              <p228:anchr>
                <p228:comment id="{5316B6B7-1D5C-4673-8284-3CBBDB972780}"/>
              </p228:anchr>
              <p228:title val="@Kylee Williamson We may need to determine whether these are active O365 users or those who have only declared records? We could select both but we might have to determine a minimum threshold for “EDRMS User” (who might have declared a records - say the…"/>
            </p228:event>
            <p228:event time="2026-08-10T01:13:45.105" id="{F5E310E8-1099-4580-BA75-7CABCDDBDC0B}">
              <p228:atrbtn authorId="{BB1262FC-BCC6-427C-7313-E8C278F234F4}"/>
              <p228:anchr>
                <p228:comment id="{5316B6B7-1D5C-4673-8284-3CBBDB972780}"/>
              </p228:anchr>
              <p228:date stDt="2026-08-10T01:13:45.105" endDt="2026-08-10T01:13:45.105"/>
            </p228:event>
            <p228:event time="2026-08-10T03:34:21.548" id="{8BB4FC5A-FF0E-4ADD-8C90-D9CFA7B6EF07}">
              <p228:atrbtn authorId="{BCF662F1-2C2F-A34D-097D-81913E5655FB}"/>
              <p228:anchr>
                <p228:comment id="{FC0AF19B-4936-4BCD-A0ED-364F9C1EA65A}"/>
              </p228:anchr>
              <p228:unasgnAll/>
            </p228:event>
            <p228:event time="2026-08-10T03:34:21.548" id="{7A49BC6A-CCE1-4919-A3D9-F715F8AD127E}">
              <p228:atrbtn authorId="{BCF662F1-2C2F-A34D-097D-81913E5655FB}"/>
              <p228:anchr>
                <p228:comment id="{FC0AF19B-4936-4BCD-A0ED-364F9C1EA65A}"/>
              </p228:anchr>
              <p228:asgn authorId="{BB1262FC-BCC6-427C-7313-E8C278F234F4}"/>
            </p228:event>
          </p228:history>
        </p228:taskDetails>
      </p:ext>
    </p188:extLst>
  </p188:cm>
</p188:cmLst>
</file>

<file path=ppt/comments/modernComment_105_B08BC1AF.xml><?xml version="1.0" encoding="utf-8"?>
<p188:cmLst xmlns:a="http://schemas.openxmlformats.org/drawingml/2006/main" xmlns:r="http://schemas.openxmlformats.org/officeDocument/2006/relationships" xmlns:p188="http://schemas.microsoft.com/office/powerpoint/2018/8/main">
  <p188:cm id="{30DED71A-AD91-4777-ADA9-B2C86B3264B9}" authorId="{0ACAA209-DFA0-7037-B191-B5B6951D93D6}" created="2026-08-08T04:43:56.448">
    <pc:sldMkLst xmlns:pc="http://schemas.microsoft.com/office/powerpoint/2013/main/command">
      <pc:docMk/>
      <pc:sldMk cId="2961949103" sldId="261"/>
    </pc:sldMkLst>
    <p188:txBody>
      <a:bodyPr/>
      <a:lstStyle/>
      <a:p>
        <a:r>
          <a:rPr lang="en-PH"/>
          <a:t>I agree with the audience list. This can be connected to slide 13: EDRMS insights dashboard key views (using linked data).</a:t>
        </a:r>
      </a:p>
    </p188:txBody>
    <p188:extLst>
      <p:ext xmlns:p="http://schemas.openxmlformats.org/presentationml/2006/main" uri="{57CB4572-C831-44C2-8A1C-0ADB6CCDFE69}">
        <p223:reactions xmlns:p223="http://schemas.microsoft.com/office/powerpoint/2022/03/main">
          <p223:rxn type="👍">
            <p223:instance time="2026-08-09T23:54:05.380" authorId="{BCF662F1-2C2F-A34D-097D-81913E5655FB}"/>
          </p223:rxn>
        </p223:reactions>
      </p:ext>
    </p188:extLst>
  </p188:cm>
</p188:cmLst>
</file>

<file path=ppt/comments/modernComment_106_E03EA2BC.xml><?xml version="1.0" encoding="utf-8"?>
<p188:cmLst xmlns:a="http://schemas.openxmlformats.org/drawingml/2006/main" xmlns:r="http://schemas.openxmlformats.org/officeDocument/2006/relationships" xmlns:p188="http://schemas.microsoft.com/office/powerpoint/2018/8/main">
  <p188:cm id="{B783C483-1528-4983-B866-7D6378CA901C}" authorId="{0ACAA209-DFA0-7037-B191-B5B6951D93D6}" created="2026-08-08T05:57:09.336">
    <ac:txMkLst xmlns:ac="http://schemas.microsoft.com/office/drawing/2013/main/command">
      <pc:docMk xmlns:pc="http://schemas.microsoft.com/office/powerpoint/2013/main/command"/>
      <pc:sldMk xmlns:pc="http://schemas.microsoft.com/office/powerpoint/2013/main/command" cId="3762201276" sldId="262"/>
      <ac:graphicFrameMk id="6" creationId="{7D3C94CE-950E-8A75-E5D7-6B9637872601}"/>
      <ac:tblMk/>
      <ac:tcMk rowId="1414282666" colId="384871762"/>
      <ac:txMk cp="0" len="24">
        <ac:context len="25" hash="3654203178"/>
      </ac:txMk>
    </ac:txMkLst>
    <p188:pos x="2437198" y="388870"/>
    <p188:txBody>
      <a:bodyPr/>
      <a:lstStyle/>
      <a:p>
        <a:r>
          <a:rPr lang="en-PH"/>
          <a:t>Suggest making the Department/Office/RM list searchable and filterable. With 50+ entities, an alphabetical list alone may not be user-friendly.</a:t>
        </a:r>
      </a:p>
    </p188:txBody>
    <p188:extLst>
      <p:ext xmlns:p="http://schemas.openxmlformats.org/presentationml/2006/main" uri="{57CB4572-C831-44C2-8A1C-0ADB6CCDFE69}">
        <p223:reactions xmlns:p223="http://schemas.microsoft.com/office/powerpoint/2022/03/main">
          <p223:rxn type="👍">
            <p223:instance time="2026-08-09T23:56:47.465" authorId="{BCF662F1-2C2F-A34D-097D-81913E5655FB}"/>
          </p223:rxn>
        </p223:reactions>
      </p:ext>
    </p188:extLst>
  </p188:cm>
  <p188:cm id="{B1F86AC2-B830-4F47-AAFC-20FA95CC9A6E}" authorId="{0ACAA209-DFA0-7037-B191-B5B6951D93D6}" created="2026-08-08T06:06:22.240">
    <ac:deMkLst xmlns:ac="http://schemas.microsoft.com/office/drawing/2013/main/command">
      <pc:docMk xmlns:pc="http://schemas.microsoft.com/office/powerpoint/2013/main/command"/>
      <pc:sldMk xmlns:pc="http://schemas.microsoft.com/office/powerpoint/2013/main/command" cId="3762201276" sldId="262"/>
      <ac:graphicFrameMk id="6" creationId="{7D3C94CE-950E-8A75-E5D7-6B9637872601}"/>
    </ac:deMkLst>
    <p188:txBody>
      <a:bodyPr/>
      <a:lstStyle/>
      <a:p>
        <a:r>
          <a:rPr lang="en-PH"/>
          <a:t>Although disposal activities may still be years from now, I suggest including Total number of records due for disposal as a metric now so it’s already integrated in the dashboard structure.</a:t>
        </a:r>
      </a:p>
    </p188:txBody>
  </p188:cm>
  <p188:cm id="{2FD672A4-A8AA-4040-9B49-3F328213B1DD}" authorId="{0ACAA209-DFA0-7037-B191-B5B6951D93D6}" created="2026-08-08T06:33:37.010">
    <pc:sldMkLst xmlns:pc="http://schemas.microsoft.com/office/powerpoint/2013/main/command">
      <pc:docMk/>
      <pc:sldMk cId="3762201276" sldId="262"/>
    </pc:sldMkLst>
    <p188:txBody>
      <a:bodyPr/>
      <a:lstStyle/>
      <a:p>
        <a:r>
          <a:rPr lang="en-PH"/>
          <a:t>Based on slide 14, Total number of EDRMS users is part of the top panel stats. Do we include a column here for this?</a:t>
        </a:r>
      </a:p>
    </p188:txBody>
  </p188:cm>
</p188:cmLst>
</file>

<file path=ppt/comments/modernComment_108_E81DD6AC.xml><?xml version="1.0" encoding="utf-8"?>
<p188:cmLst xmlns:a="http://schemas.openxmlformats.org/drawingml/2006/main" xmlns:r="http://schemas.openxmlformats.org/officeDocument/2006/relationships" xmlns:p188="http://schemas.microsoft.com/office/powerpoint/2018/8/main">
  <p188:cm id="{4D32F59F-9A33-41A9-A01A-B2AD2DA8A2E9}" authorId="{11C44B2F-E739-F1D4-961C-E19BB3161618}" created="2026-08-06T12:11:05.782">
    <pc:sldMkLst xmlns:pc="http://schemas.microsoft.com/office/powerpoint/2013/main/command">
      <pc:docMk/>
      <pc:sldMk cId="3894269612" sldId="264"/>
    </pc:sldMkLst>
    <p188:txBody>
      <a:bodyPr/>
      <a:lstStyle/>
      <a:p>
        <a:r>
          <a:rPr lang="en-US"/>
          <a:t>Agree</a:t>
        </a:r>
      </a:p>
    </p188:txBody>
  </p188:cm>
  <p188:cm id="{107FFF63-2CDC-436C-9CB2-81DE3D8B94BB}" authorId="{0ACAA209-DFA0-7037-B191-B5B6951D93D6}" created="2026-08-08T04:48:50.686">
    <ac:deMkLst xmlns:ac="http://schemas.microsoft.com/office/drawing/2013/main/command">
      <pc:docMk xmlns:pc="http://schemas.microsoft.com/office/powerpoint/2013/main/command"/>
      <pc:sldMk xmlns:pc="http://schemas.microsoft.com/office/powerpoint/2013/main/command" cId="3894269612" sldId="264"/>
      <ac:spMk id="7" creationId="{8DDD7603-97E7-DE96-98CD-61D47176326D}"/>
    </ac:deMkLst>
    <p188:txBody>
      <a:bodyPr/>
      <a:lstStyle/>
      <a:p>
        <a:r>
          <a:rPr lang="en-PH"/>
          <a:t>I agree not to include this in the top panel. But, it may still be useful to track new files created or migrated over time as a usage indicator, since a decline in migration/new files could suggest that a site is no longer being actively used and may require check-in.</a:t>
        </a:r>
      </a:p>
    </p188:txBody>
  </p188:cm>
</p188:cmLst>
</file>

<file path=ppt/comments/modernComment_109_30AE6588.xml><?xml version="1.0" encoding="utf-8"?>
<p188:cmLst xmlns:a="http://schemas.openxmlformats.org/drawingml/2006/main" xmlns:r="http://schemas.openxmlformats.org/officeDocument/2006/relationships" xmlns:p188="http://schemas.microsoft.com/office/powerpoint/2018/8/main">
  <p188:cm id="{BAFAC233-772C-4CE0-9885-A5DFE8E0FF1C}" authorId="{0ACAA209-DFA0-7037-B191-B5B6951D93D6}" created="2026-08-08T04:56:09.706">
    <ac:txMkLst xmlns:ac="http://schemas.microsoft.com/office/drawing/2013/main/command">
      <pc:docMk xmlns:pc="http://schemas.microsoft.com/office/powerpoint/2013/main/command"/>
      <pc:sldMk xmlns:pc="http://schemas.microsoft.com/office/powerpoint/2013/main/command" cId="816735624" sldId="265"/>
      <ac:spMk id="10" creationId="{8C3E783E-C5FA-AD20-AAB0-E6FCFC573481}"/>
      <ac:txMk cp="72" len="15">
        <ac:context len="355" hash="1087200799"/>
      </ac:txMk>
    </ac:txMkLst>
    <p188:pos x="4241982" y="660996"/>
    <p188:txBody>
      <a:bodyPr/>
      <a:lstStyle/>
      <a:p>
        <a:r>
          <a:rPr lang="en-PH"/>
          <a:t>Or make it sortable and can be filtered by all fields. </a:t>
        </a:r>
      </a:p>
    </p188:txBody>
    <p188:extLst>
      <p:ext xmlns:p="http://schemas.openxmlformats.org/presentationml/2006/main" uri="{57CB4572-C831-44C2-8A1C-0ADB6CCDFE69}">
        <p223:reactions xmlns:p223="http://schemas.microsoft.com/office/powerpoint/2022/03/main">
          <p223:rxn type="👍">
            <p223:instance time="2026-08-09T23:54:39.135" authorId="{BCF662F1-2C2F-A34D-097D-81913E5655FB}"/>
          </p223:rxn>
        </p223:reactions>
      </p:ext>
    </p188:extLst>
  </p188:cm>
</p188:cmLst>
</file>

<file path=ppt/comments/modernComment_111_CBB9D19C.xml><?xml version="1.0" encoding="utf-8"?>
<p188:cmLst xmlns:a="http://schemas.openxmlformats.org/drawingml/2006/main" xmlns:r="http://schemas.openxmlformats.org/officeDocument/2006/relationships" xmlns:p188="http://schemas.microsoft.com/office/powerpoint/2018/8/main">
  <p188:cm id="{597DC64B-AD73-4975-B20B-FD3F6DDAA08E}" authorId="{0ACAA209-DFA0-7037-B191-B5B6951D93D6}" created="2026-08-08T05:17:27.620">
    <pc:sldMkLst xmlns:pc="http://schemas.microsoft.com/office/powerpoint/2013/main/command">
      <pc:docMk/>
      <pc:sldMk cId="3417952668" sldId="273"/>
    </pc:sldMkLst>
    <p188:txBody>
      <a:bodyPr/>
      <a:lstStyle/>
      <a:p>
        <a:r>
          <a:rPr lang="en-PH"/>
          <a:t>If the filter dropdown can display the department, I suggest to not include a column for department. Suggested columns: Site | Libraries with Records (should not be a number, suggest to reflect Library Name) | Declared Records | Total Size (MB) | Physical Counterpart (number value) | Due for Disposal (number value) </a:t>
        </a:r>
      </a:p>
    </p188:txBody>
    <p188:extLst>
      <p:ext xmlns:p="http://schemas.openxmlformats.org/presentationml/2006/main" uri="{57CB4572-C831-44C2-8A1C-0ADB6CCDFE69}">
        <p223:reactions xmlns:p223="http://schemas.microsoft.com/office/powerpoint/2022/03/main">
          <p223:rxn type="👍">
            <p223:instance time="2026-08-09T23:56:02.678" authorId="{BCF662F1-2C2F-A34D-097D-81913E5655FB}"/>
          </p223:rxn>
        </p223:reactions>
      </p:ext>
    </p188:extLst>
  </p188:cm>
</p188:cmLst>
</file>

<file path=ppt/comments/modernComment_114_2A553132.xml><?xml version="1.0" encoding="utf-8"?>
<p188:cmLst xmlns:a="http://schemas.openxmlformats.org/drawingml/2006/main" xmlns:r="http://schemas.openxmlformats.org/officeDocument/2006/relationships" xmlns:p188="http://schemas.microsoft.com/office/powerpoint/2018/8/main">
  <p188:cm id="{2BADA28E-5849-4889-AB7F-2F458FDDC285}" authorId="{BB1262FC-BCC6-427C-7313-E8C278F234F4}" created="2026-08-10T01:47:28.380">
    <ac:deMkLst xmlns:ac="http://schemas.microsoft.com/office/drawing/2013/main/command">
      <pc:docMk xmlns:pc="http://schemas.microsoft.com/office/powerpoint/2013/main/command"/>
      <pc:sldMk xmlns:pc="http://schemas.microsoft.com/office/powerpoint/2013/main/command" cId="710226226" sldId="276"/>
      <ac:graphicFrameMk id="6" creationId="{D9F0C9B7-52D8-A926-0112-1C4F337E2FCA}"/>
    </ac:deMkLst>
    <p188:replyLst>
      <p188:reply id="{1A0641CE-8C6F-4480-AFE4-A61C6F856803}" authorId="{BB1262FC-BCC6-427C-7313-E8C278F234F4}" created="2026-08-10T01:50:47.541">
        <p188:txBody>
          <a:bodyPr/>
          <a:lstStyle/>
          <a:p>
            <a:r>
              <a:rPr lang="en-PH"/>
              <a:t>I propose simply to have a master data of ADB personnel count which can be updated on a quarterly/annual basis which might be further drilled down onto this.</a:t>
            </a:r>
          </a:p>
        </p188:txBody>
      </p188:reply>
      <p188:reply id="{B9AB8E7A-372C-4668-84EF-030134531367}" authorId="{BCF662F1-2C2F-A34D-097D-81913E5655FB}" created="2026-08-10T03:35:23.878">
        <p188:txBody>
          <a:bodyPr/>
          <a:lstStyle/>
          <a:p>
            <a:r>
              <a:rPr lang="en-US"/>
              <a:t>I am not sure, it is related to the previous comment on Total number of EDRMS users - how do we monitor and manage the number of users?</a:t>
            </a:r>
          </a:p>
        </p188:txBody>
      </p188:reply>
    </p188:replyLst>
    <p188:txBody>
      <a:bodyPr/>
      <a:lstStyle/>
      <a:p>
        <a:r>
          <a:rPr lang="en-PH"/>
          <a:t>[@Kylee Williamson] This is nice to have, but honestly, I am not sure how sustainable it is to trace the numbers of staff, consultants, and contractors in the long run, as this is a hyper-fluid/dynamic variable. In case we have this, it might still offset the data for a given period.</a:t>
        </a:r>
      </a:p>
    </p188:txBody>
  </p188:cm>
</p188:cmLst>
</file>

<file path=ppt/comments/modernComment_115_E9E3DBDE.xml><?xml version="1.0" encoding="utf-8"?>
<p188:cmLst xmlns:a="http://schemas.openxmlformats.org/drawingml/2006/main" xmlns:r="http://schemas.openxmlformats.org/officeDocument/2006/relationships" xmlns:p188="http://schemas.microsoft.com/office/powerpoint/2018/8/main">
  <p188:cm id="{0FB17524-10A5-4355-A2B6-59BD88181E2F}" authorId="{BB1262FC-BCC6-427C-7313-E8C278F234F4}" created="2026-08-10T01:49:17.357">
    <pc:sldMkLst xmlns:pc="http://schemas.microsoft.com/office/powerpoint/2013/main/command">
      <pc:docMk/>
      <pc:sldMk cId="3924024286" sldId="277"/>
    </pc:sldMkLst>
    <p188:txBody>
      <a:bodyPr/>
      <a:lstStyle/>
      <a:p>
        <a:r>
          <a:rPr lang="en-PH"/>
          <a:t>[@Kylee Williamson] agree for inclusion.</a:t>
        </a:r>
      </a:p>
    </p188:txBody>
  </p188:cm>
</p188:cmLst>
</file>

<file path=ppt/comments/modernComment_139_25796A60.xml><?xml version="1.0" encoding="utf-8"?>
<p188:cmLst xmlns:a="http://schemas.openxmlformats.org/drawingml/2006/main" xmlns:r="http://schemas.openxmlformats.org/officeDocument/2006/relationships" xmlns:p188="http://schemas.microsoft.com/office/powerpoint/2018/8/main">
  <p188:cm id="{3FCFB2F4-D393-4FD0-A62E-8741EBE6F36B}" authorId="{0ACAA209-DFA0-7037-B191-B5B6951D93D6}" created="2026-08-08T07:40:49.223">
    <ac:txMkLst xmlns:ac="http://schemas.microsoft.com/office/drawing/2013/main/command">
      <pc:docMk xmlns:pc="http://schemas.microsoft.com/office/powerpoint/2013/main/command"/>
      <pc:sldMk xmlns:pc="http://schemas.microsoft.com/office/powerpoint/2013/main/command" cId="628714080" sldId="313"/>
      <ac:graphicFrameMk id="5" creationId="{1DE9942A-C769-A7D2-9C62-384F8F3C1B7D}"/>
      <ac:tblMk/>
      <ac:tcMk rowId="3176347642" colId="384871762"/>
      <ac:txMk cp="0">
        <ac:context len="11" hash="1052673891"/>
      </ac:txMk>
    </ac:txMkLst>
    <p188:pos x="669319" y="1103357"/>
    <p188:replyLst>
      <p188:reply id="{70E7EFAE-A349-47F9-8425-6200EDD17522}" authorId="{BCF662F1-2C2F-A34D-097D-81913E5655FB}" created="2026-08-10T00:01:22.796">
        <p188:txBody>
          <a:bodyPr/>
          <a:lstStyle/>
          <a:p>
            <a:r>
              <a:rPr lang="en-AU"/>
              <a:t>Or both? Department/office/RM - able to drill down to per site.</a:t>
            </a:r>
          </a:p>
        </p188:txBody>
        <p188:extLst>
          <p:ext xmlns:p="http://schemas.openxmlformats.org/presentationml/2006/main" uri="{57CB4572-C831-44C2-8A1C-0ADB6CCDFE69}">
            <p223:reactions xmlns:p223="http://schemas.microsoft.com/office/powerpoint/2022/03/main">
              <p223:rxn type="👍">
                <p223:instance time="2026-08-10T01:52:06.835" authorId="{0ACAA209-DFA0-7037-B191-B5B6951D93D6}"/>
              </p223:rxn>
            </p223:reactions>
          </p:ext>
        </p188:extLst>
      </p188:reply>
    </p188:replyLst>
    <p188:txBody>
      <a:bodyPr/>
      <a:lstStyle/>
      <a:p>
        <a:r>
          <a:rPr lang="en-PH"/>
          <a:t>Do we monitor per site or per department/ office / RM?</a:t>
        </a:r>
      </a:p>
    </p188:txBody>
  </p188:cm>
</p188:cmLst>
</file>

<file path=ppt/comments/modernComment_146_59D15E90.xml><?xml version="1.0" encoding="utf-8"?>
<p188:cmLst xmlns:a="http://schemas.openxmlformats.org/drawingml/2006/main" xmlns:r="http://schemas.openxmlformats.org/officeDocument/2006/relationships" xmlns:p188="http://schemas.microsoft.com/office/powerpoint/2018/8/main">
  <p188:cm id="{F17C4329-853F-4FA6-BB3E-5096136E904C}" authorId="{BCF662F1-2C2F-A34D-097D-81913E5655FB}" created="2026-08-09T23:58:19.035">
    <pc:sldMkLst xmlns:pc="http://schemas.microsoft.com/office/powerpoint/2013/main/command">
      <pc:docMk/>
      <pc:sldMk cId="2106345959" sldId="326"/>
    </pc:sldMkLst>
    <p188:replyLst>
      <p188:reply id="{8725B375-3EBC-4FBB-9D9D-1F204A60F24B}" authorId="{0ACAA209-DFA0-7037-B191-B5B6951D93D6}" created="2026-08-10T01:53:51.859">
        <p188:txBody>
          <a:bodyPr/>
          <a:lstStyle/>
          <a:p>
            <a:r>
              <a:rPr lang="en-PH"/>
              <a:t>❤️</a:t>
            </a:r>
          </a:p>
        </p188:txBody>
      </p188:reply>
    </p188:replyLst>
    <p188:txBody>
      <a:bodyPr/>
      <a:lstStyle/>
      <a:p>
        <a:r>
          <a:rPr lang="en-AU"/>
          <a:t>[@Kate O. Del Rosario]  love this!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3028BE7-D89A-55FE-2211-4844C7364F1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DE35B46-59C9-AE45-EB4D-10203FCEADD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4C978A-796C-F843-84E6-714013A20B67}" type="datetimeFigureOut">
              <a:rPr lang="en-US" smtClean="0"/>
              <a:t>8/12/2026</a:t>
            </a:fld>
            <a:endParaRPr lang="en-US"/>
          </a:p>
        </p:txBody>
      </p:sp>
      <p:sp>
        <p:nvSpPr>
          <p:cNvPr id="4" name="Footer Placeholder 3">
            <a:extLst>
              <a:ext uri="{FF2B5EF4-FFF2-40B4-BE49-F238E27FC236}">
                <a16:creationId xmlns:a16="http://schemas.microsoft.com/office/drawing/2014/main" id="{F2B9FA62-3023-D878-7925-3C21451A712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57917AA-05E6-BDF5-2C93-84FB5535C9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01C596-06EB-D947-81DF-6B0662C79033}" type="slidenum">
              <a:rPr lang="en-US" smtClean="0"/>
              <a:t>‹#›</a:t>
            </a:fld>
            <a:endParaRPr lang="en-US"/>
          </a:p>
        </p:txBody>
      </p:sp>
    </p:spTree>
    <p:extLst>
      <p:ext uri="{BB962C8B-B14F-4D97-AF65-F5344CB8AC3E}">
        <p14:creationId xmlns:p14="http://schemas.microsoft.com/office/powerpoint/2010/main" val="25146406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15D786-766A-EA43-882D-06E02203EF6A}" type="datetimeFigureOut">
              <a:rPr lang="en-US" smtClean="0"/>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FDCFDE-EAF7-EF48-BBFC-8599043DBE4C}" type="slidenum">
              <a:rPr lang="en-US" smtClean="0"/>
              <a:t>‹#›</a:t>
            </a:fld>
            <a:endParaRPr lang="en-US"/>
          </a:p>
        </p:txBody>
      </p:sp>
    </p:spTree>
    <p:extLst>
      <p:ext uri="{BB962C8B-B14F-4D97-AF65-F5344CB8AC3E}">
        <p14:creationId xmlns:p14="http://schemas.microsoft.com/office/powerpoint/2010/main" val="4250336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adb.org/projects/57318-001/main"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CDFDCFDE-EAF7-EF48-BBFC-8599043DBE4C}" type="slidenum">
              <a:rPr lang="en-US" smtClean="0"/>
              <a:t>15</a:t>
            </a:fld>
            <a:endParaRPr lang="en-US"/>
          </a:p>
        </p:txBody>
      </p:sp>
    </p:spTree>
    <p:extLst>
      <p:ext uri="{BB962C8B-B14F-4D97-AF65-F5344CB8AC3E}">
        <p14:creationId xmlns:p14="http://schemas.microsoft.com/office/powerpoint/2010/main" val="1627426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06ECA-89CD-10C8-98E1-1E5CC8272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A233E9-66FF-32EA-B64A-4574667F21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3F5CC2-1186-6DFE-D1B3-4DFBE480546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4FC6BC7-D919-C95A-36E2-5755C39B426E}"/>
              </a:ext>
            </a:extLst>
          </p:cNvPr>
          <p:cNvSpPr>
            <a:spLocks noGrp="1"/>
          </p:cNvSpPr>
          <p:nvPr>
            <p:ph type="sldNum" sz="quarter" idx="5"/>
          </p:nvPr>
        </p:nvSpPr>
        <p:spPr/>
        <p:txBody>
          <a:bodyPr/>
          <a:lstStyle/>
          <a:p>
            <a:fld id="{CDFDCFDE-EAF7-EF48-BBFC-8599043DBE4C}" type="slidenum">
              <a:rPr lang="en-US" smtClean="0"/>
              <a:t>19</a:t>
            </a:fld>
            <a:endParaRPr lang="en-US"/>
          </a:p>
        </p:txBody>
      </p:sp>
    </p:spTree>
    <p:extLst>
      <p:ext uri="{BB962C8B-B14F-4D97-AF65-F5344CB8AC3E}">
        <p14:creationId xmlns:p14="http://schemas.microsoft.com/office/powerpoint/2010/main" val="1213177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C31E5-52B6-5BE4-E021-9CEBFAB8A3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76D417-A87C-D415-5239-9E6F4101C1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579B07-3CE0-282A-FC9D-D3B93AF73CD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042D3F6-F635-9DCB-484F-B23D8606E512}"/>
              </a:ext>
            </a:extLst>
          </p:cNvPr>
          <p:cNvSpPr>
            <a:spLocks noGrp="1"/>
          </p:cNvSpPr>
          <p:nvPr>
            <p:ph type="sldNum" sz="quarter" idx="5"/>
          </p:nvPr>
        </p:nvSpPr>
        <p:spPr/>
        <p:txBody>
          <a:bodyPr/>
          <a:lstStyle/>
          <a:p>
            <a:fld id="{CDFDCFDE-EAF7-EF48-BBFC-8599043DBE4C}" type="slidenum">
              <a:rPr lang="en-US" smtClean="0"/>
              <a:t>29</a:t>
            </a:fld>
            <a:endParaRPr lang="en-US"/>
          </a:p>
        </p:txBody>
      </p:sp>
    </p:spTree>
    <p:extLst>
      <p:ext uri="{BB962C8B-B14F-4D97-AF65-F5344CB8AC3E}">
        <p14:creationId xmlns:p14="http://schemas.microsoft.com/office/powerpoint/2010/main" val="797138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t>
            </a:r>
            <a:r>
              <a:rPr lang="en-PH" dirty="0">
                <a:hlinkClick r:id="rId3"/>
              </a:rPr>
              <a:t>57318-001: Tropical Cyclone Lola Emergency Response Project | Asian Development Bank</a:t>
            </a:r>
            <a:endParaRPr lang="en-PH" dirty="0"/>
          </a:p>
        </p:txBody>
      </p:sp>
      <p:sp>
        <p:nvSpPr>
          <p:cNvPr id="4" name="Slide Number Placeholder 3"/>
          <p:cNvSpPr>
            <a:spLocks noGrp="1"/>
          </p:cNvSpPr>
          <p:nvPr>
            <p:ph type="sldNum" sz="quarter" idx="5"/>
          </p:nvPr>
        </p:nvSpPr>
        <p:spPr/>
        <p:txBody>
          <a:bodyPr/>
          <a:lstStyle/>
          <a:p>
            <a:fld id="{CE5E9CC1-C706-0F49-92D6-E571CC5EEA8F}" type="slidenum">
              <a:rPr lang="en-US" smtClean="0"/>
              <a:t>38</a:t>
            </a:fld>
            <a:endParaRPr lang="en-US"/>
          </a:p>
        </p:txBody>
      </p:sp>
    </p:spTree>
    <p:extLst>
      <p:ext uri="{BB962C8B-B14F-4D97-AF65-F5344CB8AC3E}">
        <p14:creationId xmlns:p14="http://schemas.microsoft.com/office/powerpoint/2010/main" val="985978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dirty="0"/>
          </a:p>
        </p:txBody>
      </p:sp>
      <p:sp>
        <p:nvSpPr>
          <p:cNvPr id="4" name="Slide Number Placeholder 3"/>
          <p:cNvSpPr>
            <a:spLocks noGrp="1"/>
          </p:cNvSpPr>
          <p:nvPr>
            <p:ph type="sldNum" sz="quarter" idx="5"/>
          </p:nvPr>
        </p:nvSpPr>
        <p:spPr/>
        <p:txBody>
          <a:bodyPr/>
          <a:lstStyle/>
          <a:p>
            <a:fld id="{CDFDCFDE-EAF7-EF48-BBFC-8599043DBE4C}" type="slidenum">
              <a:rPr lang="en-US" smtClean="0"/>
              <a:t>55</a:t>
            </a:fld>
            <a:endParaRPr lang="en-US"/>
          </a:p>
        </p:txBody>
      </p:sp>
    </p:spTree>
    <p:extLst>
      <p:ext uri="{BB962C8B-B14F-4D97-AF65-F5344CB8AC3E}">
        <p14:creationId xmlns:p14="http://schemas.microsoft.com/office/powerpoint/2010/main" val="10568647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3" Type="http://schemas.microsoft.com/office/2007/relationships/hdphoto" Target="../media/hdphoto2.wdp"/><Relationship Id="rId7" Type="http://schemas.microsoft.com/office/2007/relationships/hdphoto" Target="../media/hdphoto1.wdp"/><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3" Type="http://schemas.microsoft.com/office/2007/relationships/hdphoto" Target="../media/hdphoto2.wdp"/><Relationship Id="rId7" Type="http://schemas.microsoft.com/office/2007/relationships/hdphoto" Target="../media/hdphoto1.wdp"/><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3" Type="http://schemas.microsoft.com/office/2007/relationships/hdphoto" Target="../media/hdphoto7.wdp"/><Relationship Id="rId7"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8.emf"/><Relationship Id="rId5" Type="http://schemas.openxmlformats.org/officeDocument/2006/relationships/oleObject" Target="../embeddings/oleObject1.bin"/><Relationship Id="rId4"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A colorful shapes and lines on a black background&#10;&#10;AI-generated content may be incorrect.">
            <a:extLst>
              <a:ext uri="{FF2B5EF4-FFF2-40B4-BE49-F238E27FC236}">
                <a16:creationId xmlns:a16="http://schemas.microsoft.com/office/drawing/2014/main" id="{329A0388-E2F6-525C-55E1-2F461084D94D}"/>
              </a:ext>
            </a:extLst>
          </p:cNvPr>
          <p:cNvPicPr>
            <a:picLocks noChangeAspect="1"/>
          </p:cNvPicPr>
          <p:nvPr/>
        </p:nvPicPr>
        <p:blipFill>
          <a:blip r:embed="rId2"/>
          <a:stretch>
            <a:fillRect/>
          </a:stretch>
        </p:blipFill>
        <p:spPr>
          <a:xfrm>
            <a:off x="7741497" y="-4464054"/>
            <a:ext cx="11963400" cy="12446000"/>
          </a:xfrm>
          <a:prstGeom prst="rect">
            <a:avLst/>
          </a:prstGeom>
        </p:spPr>
      </p:pic>
      <p:sp>
        <p:nvSpPr>
          <p:cNvPr id="2" name="Title 1">
            <a:extLst>
              <a:ext uri="{FF2B5EF4-FFF2-40B4-BE49-F238E27FC236}">
                <a16:creationId xmlns:a16="http://schemas.microsoft.com/office/drawing/2014/main" id="{F452561F-78E2-CDBA-FF94-9EDD9F4BF662}"/>
              </a:ext>
            </a:extLst>
          </p:cNvPr>
          <p:cNvSpPr>
            <a:spLocks noGrp="1"/>
          </p:cNvSpPr>
          <p:nvPr>
            <p:ph type="ctrTitle"/>
          </p:nvPr>
        </p:nvSpPr>
        <p:spPr>
          <a:xfrm>
            <a:off x="130835" y="3255961"/>
            <a:ext cx="7833298" cy="1029631"/>
          </a:xfrm>
        </p:spPr>
        <p:txBody>
          <a:bodyPr anchor="t">
            <a:noAutofit/>
          </a:bodyPr>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72921D6D-35F0-AFB0-AC5D-0D8063DC257F}"/>
              </a:ext>
            </a:extLst>
          </p:cNvPr>
          <p:cNvSpPr>
            <a:spLocks noGrp="1"/>
          </p:cNvSpPr>
          <p:nvPr>
            <p:ph type="subTitle" idx="1"/>
          </p:nvPr>
        </p:nvSpPr>
        <p:spPr>
          <a:xfrm>
            <a:off x="130836" y="4285592"/>
            <a:ext cx="785903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EC40A9-954F-A604-25DF-36AF98BC5C0A}"/>
              </a:ext>
            </a:extLst>
          </p:cNvPr>
          <p:cNvSpPr>
            <a:spLocks noGrp="1"/>
          </p:cNvSpPr>
          <p:nvPr>
            <p:ph type="dt" sz="half" idx="10"/>
          </p:nvPr>
        </p:nvSpPr>
        <p:spPr/>
        <p:txBody>
          <a:bodyPr/>
          <a:lstStyle/>
          <a:p>
            <a:fld id="{C788538D-D471-1B46-8E81-CA2C6EC09DC6}" type="datetimeFigureOut">
              <a:rPr lang="en-US" smtClean="0"/>
              <a:t>8/12/2026</a:t>
            </a:fld>
            <a:endParaRPr lang="en-US"/>
          </a:p>
        </p:txBody>
      </p:sp>
      <p:sp>
        <p:nvSpPr>
          <p:cNvPr id="5" name="Footer Placeholder 4">
            <a:extLst>
              <a:ext uri="{FF2B5EF4-FFF2-40B4-BE49-F238E27FC236}">
                <a16:creationId xmlns:a16="http://schemas.microsoft.com/office/drawing/2014/main" id="{F8ED90DE-C955-ADB1-E590-7E159FF975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AC3319-9F51-9EAC-7C9B-F124E82C4B83}"/>
              </a:ext>
            </a:extLst>
          </p:cNvPr>
          <p:cNvSpPr>
            <a:spLocks noGrp="1"/>
          </p:cNvSpPr>
          <p:nvPr>
            <p:ph type="sldNum" sz="quarter" idx="12"/>
          </p:nvPr>
        </p:nvSpPr>
        <p:spPr/>
        <p:txBody>
          <a:bodyPr/>
          <a:lstStyle/>
          <a:p>
            <a:fld id="{C7FDEC95-032C-4F4A-AE8A-E8BF2DA06372}" type="slidenum">
              <a:rPr lang="en-US" smtClean="0"/>
              <a:t>‹#›</a:t>
            </a:fld>
            <a:endParaRPr lang="en-US"/>
          </a:p>
        </p:txBody>
      </p:sp>
      <p:pic>
        <p:nvPicPr>
          <p:cNvPr id="8" name="Picture 7">
            <a:extLst>
              <a:ext uri="{FF2B5EF4-FFF2-40B4-BE49-F238E27FC236}">
                <a16:creationId xmlns:a16="http://schemas.microsoft.com/office/drawing/2014/main" id="{3FAAB8BE-0975-36C3-AFD4-3CA246830E19}"/>
              </a:ext>
            </a:extLst>
          </p:cNvPr>
          <p:cNvPicPr>
            <a:picLocks noChangeAspect="1"/>
          </p:cNvPicPr>
          <p:nvPr/>
        </p:nvPicPr>
        <p:blipFill>
          <a:blip r:embed="rId3"/>
          <a:stretch>
            <a:fillRect/>
          </a:stretch>
        </p:blipFill>
        <p:spPr>
          <a:xfrm>
            <a:off x="87761" y="1569719"/>
            <a:ext cx="4408464" cy="1655761"/>
          </a:xfrm>
          <a:prstGeom prst="rect">
            <a:avLst/>
          </a:prstGeom>
        </p:spPr>
      </p:pic>
      <p:pic>
        <p:nvPicPr>
          <p:cNvPr id="9" name="Picture 8" descr="A blue and white logo&#10;&#10;Description automatically generated">
            <a:extLst>
              <a:ext uri="{FF2B5EF4-FFF2-40B4-BE49-F238E27FC236}">
                <a16:creationId xmlns:a16="http://schemas.microsoft.com/office/drawing/2014/main" id="{C545F430-EAA4-8AB3-B9B7-2F7BA39621B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pic>
        <p:nvPicPr>
          <p:cNvPr id="10" name="Picture 9" descr="A colorful shapes and lines on a black background&#10;&#10;AI-generated content may be incorrect.">
            <a:extLst>
              <a:ext uri="{FF2B5EF4-FFF2-40B4-BE49-F238E27FC236}">
                <a16:creationId xmlns:a16="http://schemas.microsoft.com/office/drawing/2014/main" id="{692DB57B-988F-F8D4-F48C-9C9BEC4B9F5F}"/>
              </a:ext>
            </a:extLst>
          </p:cNvPr>
          <p:cNvPicPr>
            <a:picLocks noChangeAspect="1"/>
          </p:cNvPicPr>
          <p:nvPr userDrawn="1"/>
        </p:nvPicPr>
        <p:blipFill>
          <a:blip r:embed="rId2"/>
          <a:stretch>
            <a:fillRect/>
          </a:stretch>
        </p:blipFill>
        <p:spPr>
          <a:xfrm>
            <a:off x="7741497" y="-4464054"/>
            <a:ext cx="11963400" cy="12446000"/>
          </a:xfrm>
          <a:prstGeom prst="rect">
            <a:avLst/>
          </a:prstGeom>
        </p:spPr>
      </p:pic>
      <p:pic>
        <p:nvPicPr>
          <p:cNvPr id="11" name="Picture 10">
            <a:extLst>
              <a:ext uri="{FF2B5EF4-FFF2-40B4-BE49-F238E27FC236}">
                <a16:creationId xmlns:a16="http://schemas.microsoft.com/office/drawing/2014/main" id="{A2CB81EF-7E14-B265-E032-66606E8C0F59}"/>
              </a:ext>
            </a:extLst>
          </p:cNvPr>
          <p:cNvPicPr>
            <a:picLocks noChangeAspect="1"/>
          </p:cNvPicPr>
          <p:nvPr userDrawn="1"/>
        </p:nvPicPr>
        <p:blipFill>
          <a:blip r:embed="rId3"/>
          <a:stretch>
            <a:fillRect/>
          </a:stretch>
        </p:blipFill>
        <p:spPr>
          <a:xfrm>
            <a:off x="87761" y="1569719"/>
            <a:ext cx="4408464" cy="1655761"/>
          </a:xfrm>
          <a:prstGeom prst="rect">
            <a:avLst/>
          </a:prstGeom>
        </p:spPr>
      </p:pic>
      <p:pic>
        <p:nvPicPr>
          <p:cNvPr id="12" name="Picture 11" descr="A blue and white logo&#10;&#10;Description automatically generated">
            <a:extLst>
              <a:ext uri="{FF2B5EF4-FFF2-40B4-BE49-F238E27FC236}">
                <a16:creationId xmlns:a16="http://schemas.microsoft.com/office/drawing/2014/main" id="{39921732-78F1-4060-782D-F126DCCB195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spTree>
    <p:extLst>
      <p:ext uri="{BB962C8B-B14F-4D97-AF65-F5344CB8AC3E}">
        <p14:creationId xmlns:p14="http://schemas.microsoft.com/office/powerpoint/2010/main" val="1024078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55DB73D-FDF6-E139-9093-06CDD33F1C4E}"/>
              </a:ext>
            </a:extLst>
          </p:cNvPr>
          <p:cNvPicPr>
            <a:picLocks noChangeAspect="1"/>
          </p:cNvPicPr>
          <p:nvPr/>
        </p:nvPicPr>
        <p:blipFill>
          <a:blip r:embed="rId2"/>
          <a:stretch>
            <a:fillRect/>
          </a:stretch>
        </p:blipFill>
        <p:spPr>
          <a:xfrm>
            <a:off x="73572" y="5855247"/>
            <a:ext cx="2705100" cy="1016000"/>
          </a:xfrm>
          <a:prstGeom prst="rect">
            <a:avLst/>
          </a:prstGeom>
        </p:spPr>
      </p:pic>
      <p:pic>
        <p:nvPicPr>
          <p:cNvPr id="7" name="Picture 6" descr="A colorful shapes and lines on a black background&#10;&#10;AI-generated content may be incorrect.">
            <a:extLst>
              <a:ext uri="{FF2B5EF4-FFF2-40B4-BE49-F238E27FC236}">
                <a16:creationId xmlns:a16="http://schemas.microsoft.com/office/drawing/2014/main" id="{A58AC174-7BC3-44F7-7699-BEFEABBD43C8}"/>
              </a:ext>
            </a:extLst>
          </p:cNvPr>
          <p:cNvPicPr>
            <a:picLocks noChangeAspect="1"/>
          </p:cNvPicPr>
          <p:nvPr/>
        </p:nvPicPr>
        <p:blipFill>
          <a:blip r:embed="rId3"/>
          <a:stretch>
            <a:fillRect/>
          </a:stretch>
        </p:blipFill>
        <p:spPr>
          <a:xfrm>
            <a:off x="9643240" y="-2676333"/>
            <a:ext cx="5105401" cy="5311351"/>
          </a:xfrm>
          <a:prstGeom prst="rect">
            <a:avLst/>
          </a:prstGeom>
        </p:spPr>
      </p:pic>
      <p:sp>
        <p:nvSpPr>
          <p:cNvPr id="2" name="Title 1">
            <a:extLst>
              <a:ext uri="{FF2B5EF4-FFF2-40B4-BE49-F238E27FC236}">
                <a16:creationId xmlns:a16="http://schemas.microsoft.com/office/drawing/2014/main" id="{52A52030-539D-6665-24C3-17B68CB7B3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39078F-85B8-3A32-C3C6-EC2FCB6CC4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B31BB2-EA9A-C40F-BA99-ECAB8242DE99}"/>
              </a:ext>
            </a:extLst>
          </p:cNvPr>
          <p:cNvSpPr>
            <a:spLocks noGrp="1"/>
          </p:cNvSpPr>
          <p:nvPr>
            <p:ph type="dt" sz="half" idx="10"/>
          </p:nvPr>
        </p:nvSpPr>
        <p:spPr/>
        <p:txBody>
          <a:bodyPr/>
          <a:lstStyle/>
          <a:p>
            <a:fld id="{C788538D-D471-1B46-8E81-CA2C6EC09DC6}" type="datetimeFigureOut">
              <a:rPr lang="en-US" smtClean="0"/>
              <a:t>8/12/2026</a:t>
            </a:fld>
            <a:endParaRPr lang="en-US"/>
          </a:p>
        </p:txBody>
      </p:sp>
      <p:sp>
        <p:nvSpPr>
          <p:cNvPr id="5" name="Footer Placeholder 4">
            <a:extLst>
              <a:ext uri="{FF2B5EF4-FFF2-40B4-BE49-F238E27FC236}">
                <a16:creationId xmlns:a16="http://schemas.microsoft.com/office/drawing/2014/main" id="{D4EDEE73-E1F3-5300-30CC-B16C29E2F8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788287-B4A0-467C-BECC-2A785199551C}"/>
              </a:ext>
            </a:extLst>
          </p:cNvPr>
          <p:cNvSpPr>
            <a:spLocks noGrp="1"/>
          </p:cNvSpPr>
          <p:nvPr>
            <p:ph type="sldNum" sz="quarter" idx="12"/>
          </p:nvPr>
        </p:nvSpPr>
        <p:spPr/>
        <p:txBody>
          <a:bodyPr/>
          <a:lstStyle/>
          <a:p>
            <a:fld id="{C7FDEC95-032C-4F4A-AE8A-E8BF2DA06372}" type="slidenum">
              <a:rPr lang="en-US" smtClean="0"/>
              <a:t>‹#›</a:t>
            </a:fld>
            <a:endParaRPr lang="en-US"/>
          </a:p>
        </p:txBody>
      </p:sp>
      <p:pic>
        <p:nvPicPr>
          <p:cNvPr id="9" name="Picture 8" descr="A blue and white logo&#10;&#10;Description automatically generated">
            <a:extLst>
              <a:ext uri="{FF2B5EF4-FFF2-40B4-BE49-F238E27FC236}">
                <a16:creationId xmlns:a16="http://schemas.microsoft.com/office/drawing/2014/main" id="{19C3D94E-9093-A259-9824-1655F90BC77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pic>
        <p:nvPicPr>
          <p:cNvPr id="10" name="Picture 9">
            <a:extLst>
              <a:ext uri="{FF2B5EF4-FFF2-40B4-BE49-F238E27FC236}">
                <a16:creationId xmlns:a16="http://schemas.microsoft.com/office/drawing/2014/main" id="{A22E2042-32D1-04F1-54B7-56EF19273631}"/>
              </a:ext>
            </a:extLst>
          </p:cNvPr>
          <p:cNvPicPr>
            <a:picLocks noChangeAspect="1"/>
          </p:cNvPicPr>
          <p:nvPr userDrawn="1"/>
        </p:nvPicPr>
        <p:blipFill>
          <a:blip r:embed="rId2"/>
          <a:stretch>
            <a:fillRect/>
          </a:stretch>
        </p:blipFill>
        <p:spPr>
          <a:xfrm>
            <a:off x="73572" y="5855247"/>
            <a:ext cx="2705100" cy="1016000"/>
          </a:xfrm>
          <a:prstGeom prst="rect">
            <a:avLst/>
          </a:prstGeom>
        </p:spPr>
      </p:pic>
      <p:pic>
        <p:nvPicPr>
          <p:cNvPr id="11" name="Picture 10" descr="A colorful shapes and lines on a black background&#10;&#10;AI-generated content may be incorrect.">
            <a:extLst>
              <a:ext uri="{FF2B5EF4-FFF2-40B4-BE49-F238E27FC236}">
                <a16:creationId xmlns:a16="http://schemas.microsoft.com/office/drawing/2014/main" id="{42FE3B9C-7A1B-740A-161D-C44CA3F516D2}"/>
              </a:ext>
            </a:extLst>
          </p:cNvPr>
          <p:cNvPicPr>
            <a:picLocks noChangeAspect="1"/>
          </p:cNvPicPr>
          <p:nvPr userDrawn="1"/>
        </p:nvPicPr>
        <p:blipFill>
          <a:blip r:embed="rId3"/>
          <a:stretch>
            <a:fillRect/>
          </a:stretch>
        </p:blipFill>
        <p:spPr>
          <a:xfrm>
            <a:off x="9643240" y="-2676333"/>
            <a:ext cx="5105401" cy="5311351"/>
          </a:xfrm>
          <a:prstGeom prst="rect">
            <a:avLst/>
          </a:prstGeom>
        </p:spPr>
      </p:pic>
      <p:pic>
        <p:nvPicPr>
          <p:cNvPr id="12" name="Picture 11" descr="A blue and white logo&#10;&#10;Description automatically generated">
            <a:extLst>
              <a:ext uri="{FF2B5EF4-FFF2-40B4-BE49-F238E27FC236}">
                <a16:creationId xmlns:a16="http://schemas.microsoft.com/office/drawing/2014/main" id="{6B337569-0134-9DD3-2680-1682168DF62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spTree>
    <p:extLst>
      <p:ext uri="{BB962C8B-B14F-4D97-AF65-F5344CB8AC3E}">
        <p14:creationId xmlns:p14="http://schemas.microsoft.com/office/powerpoint/2010/main" val="1622410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7574D01-5472-5F2E-2C2E-55B99B7ED226}"/>
              </a:ext>
            </a:extLst>
          </p:cNvPr>
          <p:cNvPicPr>
            <a:picLocks noChangeAspect="1"/>
          </p:cNvPicPr>
          <p:nvPr/>
        </p:nvPicPr>
        <p:blipFill>
          <a:blip r:embed="rId2"/>
          <a:stretch>
            <a:fillRect/>
          </a:stretch>
        </p:blipFill>
        <p:spPr>
          <a:xfrm>
            <a:off x="234950" y="6272212"/>
            <a:ext cx="3949700" cy="533400"/>
          </a:xfrm>
          <a:prstGeom prst="rect">
            <a:avLst/>
          </a:prstGeom>
        </p:spPr>
      </p:pic>
      <p:pic>
        <p:nvPicPr>
          <p:cNvPr id="7" name="Picture 6" descr="A colorful shapes and lines on a black background&#10;&#10;AI-generated content may be incorrect.">
            <a:extLst>
              <a:ext uri="{FF2B5EF4-FFF2-40B4-BE49-F238E27FC236}">
                <a16:creationId xmlns:a16="http://schemas.microsoft.com/office/drawing/2014/main" id="{A58AC174-7BC3-44F7-7699-BEFEABBD43C8}"/>
              </a:ext>
            </a:extLst>
          </p:cNvPr>
          <p:cNvPicPr>
            <a:picLocks noChangeAspect="1"/>
          </p:cNvPicPr>
          <p:nvPr/>
        </p:nvPicPr>
        <p:blipFill>
          <a:blip r:embed="rId3"/>
          <a:stretch>
            <a:fillRect/>
          </a:stretch>
        </p:blipFill>
        <p:spPr>
          <a:xfrm>
            <a:off x="9643240" y="-2661093"/>
            <a:ext cx="5105401" cy="5311351"/>
          </a:xfrm>
          <a:prstGeom prst="rect">
            <a:avLst/>
          </a:prstGeom>
        </p:spPr>
      </p:pic>
      <p:sp>
        <p:nvSpPr>
          <p:cNvPr id="2" name="Title 1">
            <a:extLst>
              <a:ext uri="{FF2B5EF4-FFF2-40B4-BE49-F238E27FC236}">
                <a16:creationId xmlns:a16="http://schemas.microsoft.com/office/drawing/2014/main" id="{52A52030-539D-6665-24C3-17B68CB7B3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39078F-85B8-3A32-C3C6-EC2FCB6CC4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B31BB2-EA9A-C40F-BA99-ECAB8242DE99}"/>
              </a:ext>
            </a:extLst>
          </p:cNvPr>
          <p:cNvSpPr>
            <a:spLocks noGrp="1"/>
          </p:cNvSpPr>
          <p:nvPr>
            <p:ph type="dt" sz="half" idx="10"/>
          </p:nvPr>
        </p:nvSpPr>
        <p:spPr/>
        <p:txBody>
          <a:bodyPr/>
          <a:lstStyle/>
          <a:p>
            <a:fld id="{C788538D-D471-1B46-8E81-CA2C6EC09DC6}" type="datetimeFigureOut">
              <a:rPr lang="en-US" smtClean="0"/>
              <a:t>8/12/2026</a:t>
            </a:fld>
            <a:endParaRPr lang="en-US"/>
          </a:p>
        </p:txBody>
      </p:sp>
      <p:sp>
        <p:nvSpPr>
          <p:cNvPr id="5" name="Footer Placeholder 4">
            <a:extLst>
              <a:ext uri="{FF2B5EF4-FFF2-40B4-BE49-F238E27FC236}">
                <a16:creationId xmlns:a16="http://schemas.microsoft.com/office/drawing/2014/main" id="{D4EDEE73-E1F3-5300-30CC-B16C29E2F8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788287-B4A0-467C-BECC-2A785199551C}"/>
              </a:ext>
            </a:extLst>
          </p:cNvPr>
          <p:cNvSpPr>
            <a:spLocks noGrp="1"/>
          </p:cNvSpPr>
          <p:nvPr>
            <p:ph type="sldNum" sz="quarter" idx="12"/>
          </p:nvPr>
        </p:nvSpPr>
        <p:spPr/>
        <p:txBody>
          <a:bodyPr/>
          <a:lstStyle/>
          <a:p>
            <a:fld id="{C7FDEC95-032C-4F4A-AE8A-E8BF2DA06372}" type="slidenum">
              <a:rPr lang="en-US" smtClean="0"/>
              <a:t>‹#›</a:t>
            </a:fld>
            <a:endParaRPr lang="en-US"/>
          </a:p>
        </p:txBody>
      </p:sp>
      <p:pic>
        <p:nvPicPr>
          <p:cNvPr id="10" name="Picture 9" descr="A blue and white logo&#10;&#10;Description automatically generated">
            <a:extLst>
              <a:ext uri="{FF2B5EF4-FFF2-40B4-BE49-F238E27FC236}">
                <a16:creationId xmlns:a16="http://schemas.microsoft.com/office/drawing/2014/main" id="{42AB2DF2-5E34-6BC8-526F-930D8B2740B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pic>
        <p:nvPicPr>
          <p:cNvPr id="8" name="Picture 7">
            <a:extLst>
              <a:ext uri="{FF2B5EF4-FFF2-40B4-BE49-F238E27FC236}">
                <a16:creationId xmlns:a16="http://schemas.microsoft.com/office/drawing/2014/main" id="{2A93345F-D34D-D95C-7A71-C375B9DAD326}"/>
              </a:ext>
            </a:extLst>
          </p:cNvPr>
          <p:cNvPicPr>
            <a:picLocks noChangeAspect="1"/>
          </p:cNvPicPr>
          <p:nvPr userDrawn="1"/>
        </p:nvPicPr>
        <p:blipFill>
          <a:blip r:embed="rId2"/>
          <a:stretch>
            <a:fillRect/>
          </a:stretch>
        </p:blipFill>
        <p:spPr>
          <a:xfrm>
            <a:off x="234950" y="6272212"/>
            <a:ext cx="3949700" cy="533400"/>
          </a:xfrm>
          <a:prstGeom prst="rect">
            <a:avLst/>
          </a:prstGeom>
        </p:spPr>
      </p:pic>
      <p:pic>
        <p:nvPicPr>
          <p:cNvPr id="11" name="Picture 10" descr="A colorful shapes and lines on a black background&#10;&#10;AI-generated content may be incorrect.">
            <a:extLst>
              <a:ext uri="{FF2B5EF4-FFF2-40B4-BE49-F238E27FC236}">
                <a16:creationId xmlns:a16="http://schemas.microsoft.com/office/drawing/2014/main" id="{E263CD4C-48CC-C78F-3C80-7D87C77AE1DD}"/>
              </a:ext>
            </a:extLst>
          </p:cNvPr>
          <p:cNvPicPr>
            <a:picLocks noChangeAspect="1"/>
          </p:cNvPicPr>
          <p:nvPr userDrawn="1"/>
        </p:nvPicPr>
        <p:blipFill>
          <a:blip r:embed="rId3"/>
          <a:stretch>
            <a:fillRect/>
          </a:stretch>
        </p:blipFill>
        <p:spPr>
          <a:xfrm>
            <a:off x="9643240" y="-2661093"/>
            <a:ext cx="5105401" cy="5311351"/>
          </a:xfrm>
          <a:prstGeom prst="rect">
            <a:avLst/>
          </a:prstGeom>
        </p:spPr>
      </p:pic>
      <p:pic>
        <p:nvPicPr>
          <p:cNvPr id="12" name="Picture 11" descr="A blue and white logo&#10;&#10;Description automatically generated">
            <a:extLst>
              <a:ext uri="{FF2B5EF4-FFF2-40B4-BE49-F238E27FC236}">
                <a16:creationId xmlns:a16="http://schemas.microsoft.com/office/drawing/2014/main" id="{234C3F49-7C4D-2816-32A9-436177303F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spTree>
    <p:extLst>
      <p:ext uri="{BB962C8B-B14F-4D97-AF65-F5344CB8AC3E}">
        <p14:creationId xmlns:p14="http://schemas.microsoft.com/office/powerpoint/2010/main" val="3460776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5" name="Picture 14" descr="A colorful rectangular shapes on a black background&#10;&#10;AI-generated content may be incorrect.">
            <a:extLst>
              <a:ext uri="{FF2B5EF4-FFF2-40B4-BE49-F238E27FC236}">
                <a16:creationId xmlns:a16="http://schemas.microsoft.com/office/drawing/2014/main" id="{BBD787A5-7E25-DFBE-28A6-89C4E01DB562}"/>
              </a:ext>
            </a:extLst>
          </p:cNvPr>
          <p:cNvPicPr>
            <a:picLocks/>
          </p:cNvPicPr>
          <p:nvPr/>
        </p:nvPicPr>
        <p:blipFill>
          <a:blip r:embed="rId2">
            <a:alphaModFix/>
          </a:blip>
          <a:stretch>
            <a:fillRect/>
          </a:stretch>
        </p:blipFill>
        <p:spPr>
          <a:xfrm rot="16200000">
            <a:off x="4533900" y="-1887537"/>
            <a:ext cx="2362200" cy="12954000"/>
          </a:xfrm>
          <a:prstGeom prst="rect">
            <a:avLst/>
          </a:prstGeom>
          <a:noFill/>
        </p:spPr>
      </p:pic>
      <p:sp>
        <p:nvSpPr>
          <p:cNvPr id="2" name="Title 1">
            <a:extLst>
              <a:ext uri="{FF2B5EF4-FFF2-40B4-BE49-F238E27FC236}">
                <a16:creationId xmlns:a16="http://schemas.microsoft.com/office/drawing/2014/main" id="{089A9A71-4C74-D53D-D777-33638CF3FCFF}"/>
              </a:ext>
            </a:extLst>
          </p:cNvPr>
          <p:cNvSpPr>
            <a:spLocks noGrp="1"/>
          </p:cNvSpPr>
          <p:nvPr>
            <p:ph type="title"/>
          </p:nvPr>
        </p:nvSpPr>
        <p:spPr>
          <a:xfrm>
            <a:off x="831850" y="1709738"/>
            <a:ext cx="10515600" cy="186372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F9D3A0-8B63-68EA-5B46-A3D56FC700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6701EA-B0D0-62F9-EEF9-C55FD709E539}"/>
              </a:ext>
            </a:extLst>
          </p:cNvPr>
          <p:cNvSpPr>
            <a:spLocks noGrp="1"/>
          </p:cNvSpPr>
          <p:nvPr>
            <p:ph type="dt" sz="half" idx="10"/>
          </p:nvPr>
        </p:nvSpPr>
        <p:spPr/>
        <p:txBody>
          <a:bodyPr/>
          <a:lstStyle/>
          <a:p>
            <a:fld id="{C788538D-D471-1B46-8E81-CA2C6EC09DC6}" type="datetimeFigureOut">
              <a:rPr lang="en-US" smtClean="0"/>
              <a:t>8/12/2026</a:t>
            </a:fld>
            <a:endParaRPr lang="en-US"/>
          </a:p>
        </p:txBody>
      </p:sp>
      <p:sp>
        <p:nvSpPr>
          <p:cNvPr id="5" name="Footer Placeholder 4">
            <a:extLst>
              <a:ext uri="{FF2B5EF4-FFF2-40B4-BE49-F238E27FC236}">
                <a16:creationId xmlns:a16="http://schemas.microsoft.com/office/drawing/2014/main" id="{DAB335F0-7F43-9B3E-BF45-2675A0C9E2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BC5B17-AF4F-7FC4-CDDB-608F6933E0A5}"/>
              </a:ext>
            </a:extLst>
          </p:cNvPr>
          <p:cNvSpPr>
            <a:spLocks noGrp="1"/>
          </p:cNvSpPr>
          <p:nvPr>
            <p:ph type="sldNum" sz="quarter" idx="12"/>
          </p:nvPr>
        </p:nvSpPr>
        <p:spPr/>
        <p:txBody>
          <a:bodyPr/>
          <a:lstStyle/>
          <a:p>
            <a:fld id="{C7FDEC95-032C-4F4A-AE8A-E8BF2DA06372}" type="slidenum">
              <a:rPr lang="en-US" smtClean="0"/>
              <a:t>‹#›</a:t>
            </a:fld>
            <a:endParaRPr lang="en-US"/>
          </a:p>
        </p:txBody>
      </p:sp>
      <p:pic>
        <p:nvPicPr>
          <p:cNvPr id="7" name="Picture 6">
            <a:extLst>
              <a:ext uri="{FF2B5EF4-FFF2-40B4-BE49-F238E27FC236}">
                <a16:creationId xmlns:a16="http://schemas.microsoft.com/office/drawing/2014/main" id="{988A5206-CC94-E0D2-6EEA-FEAE446FE4B8}"/>
              </a:ext>
            </a:extLst>
          </p:cNvPr>
          <p:cNvPicPr>
            <a:picLocks noChangeAspect="1"/>
          </p:cNvPicPr>
          <p:nvPr/>
        </p:nvPicPr>
        <p:blipFill>
          <a:blip r:embed="rId3"/>
          <a:stretch>
            <a:fillRect/>
          </a:stretch>
        </p:blipFill>
        <p:spPr>
          <a:xfrm>
            <a:off x="0" y="5848350"/>
            <a:ext cx="2705100" cy="1016000"/>
          </a:xfrm>
          <a:prstGeom prst="rect">
            <a:avLst/>
          </a:prstGeom>
        </p:spPr>
      </p:pic>
      <p:pic>
        <p:nvPicPr>
          <p:cNvPr id="9" name="Picture 8" descr="A blue and white logo&#10;&#10;Description automatically generated">
            <a:extLst>
              <a:ext uri="{FF2B5EF4-FFF2-40B4-BE49-F238E27FC236}">
                <a16:creationId xmlns:a16="http://schemas.microsoft.com/office/drawing/2014/main" id="{E373A29A-33AE-F43C-882C-AEBBEB03CE6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pic>
        <p:nvPicPr>
          <p:cNvPr id="8" name="Picture 7" descr="A colorful rectangular shapes on a black background&#10;&#10;AI-generated content may be incorrect.">
            <a:extLst>
              <a:ext uri="{FF2B5EF4-FFF2-40B4-BE49-F238E27FC236}">
                <a16:creationId xmlns:a16="http://schemas.microsoft.com/office/drawing/2014/main" id="{F03A6CCA-2950-2EE6-7C29-FA0A895666C8}"/>
              </a:ext>
            </a:extLst>
          </p:cNvPr>
          <p:cNvPicPr>
            <a:picLocks/>
          </p:cNvPicPr>
          <p:nvPr userDrawn="1"/>
        </p:nvPicPr>
        <p:blipFill>
          <a:blip r:embed="rId2">
            <a:alphaModFix/>
          </a:blip>
          <a:stretch>
            <a:fillRect/>
          </a:stretch>
        </p:blipFill>
        <p:spPr>
          <a:xfrm rot="16200000">
            <a:off x="4533900" y="-1887537"/>
            <a:ext cx="2362200" cy="12954000"/>
          </a:xfrm>
          <a:prstGeom prst="rect">
            <a:avLst/>
          </a:prstGeom>
          <a:noFill/>
        </p:spPr>
      </p:pic>
      <p:pic>
        <p:nvPicPr>
          <p:cNvPr id="10" name="Picture 9">
            <a:extLst>
              <a:ext uri="{FF2B5EF4-FFF2-40B4-BE49-F238E27FC236}">
                <a16:creationId xmlns:a16="http://schemas.microsoft.com/office/drawing/2014/main" id="{4C0AAD39-0FCB-B0EC-04C9-EF264F023306}"/>
              </a:ext>
            </a:extLst>
          </p:cNvPr>
          <p:cNvPicPr>
            <a:picLocks noChangeAspect="1"/>
          </p:cNvPicPr>
          <p:nvPr userDrawn="1"/>
        </p:nvPicPr>
        <p:blipFill>
          <a:blip r:embed="rId3"/>
          <a:stretch>
            <a:fillRect/>
          </a:stretch>
        </p:blipFill>
        <p:spPr>
          <a:xfrm>
            <a:off x="0" y="5848350"/>
            <a:ext cx="2705100" cy="1016000"/>
          </a:xfrm>
          <a:prstGeom prst="rect">
            <a:avLst/>
          </a:prstGeom>
        </p:spPr>
      </p:pic>
      <p:pic>
        <p:nvPicPr>
          <p:cNvPr id="11" name="Picture 10" descr="A blue and white logo&#10;&#10;Description automatically generated">
            <a:extLst>
              <a:ext uri="{FF2B5EF4-FFF2-40B4-BE49-F238E27FC236}">
                <a16:creationId xmlns:a16="http://schemas.microsoft.com/office/drawing/2014/main" id="{80F258DA-75BD-72F2-D6B5-2C21EB87DB3F}"/>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spTree>
    <p:extLst>
      <p:ext uri="{BB962C8B-B14F-4D97-AF65-F5344CB8AC3E}">
        <p14:creationId xmlns:p14="http://schemas.microsoft.com/office/powerpoint/2010/main" val="2118110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EFCFD-055D-7389-798F-34A687E2B9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586094-E81B-5468-E8C7-0C17913D77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4692F9-D2EE-771D-8B4D-9E0A62A11F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9770FD9-F878-9D1E-E150-5B298A80FDF7}"/>
              </a:ext>
            </a:extLst>
          </p:cNvPr>
          <p:cNvSpPr>
            <a:spLocks noGrp="1"/>
          </p:cNvSpPr>
          <p:nvPr>
            <p:ph type="dt" sz="half" idx="10"/>
          </p:nvPr>
        </p:nvSpPr>
        <p:spPr/>
        <p:txBody>
          <a:bodyPr/>
          <a:lstStyle/>
          <a:p>
            <a:fld id="{C788538D-D471-1B46-8E81-CA2C6EC09DC6}" type="datetimeFigureOut">
              <a:rPr lang="en-US" smtClean="0"/>
              <a:t>8/12/2026</a:t>
            </a:fld>
            <a:endParaRPr lang="en-US"/>
          </a:p>
        </p:txBody>
      </p:sp>
      <p:sp>
        <p:nvSpPr>
          <p:cNvPr id="6" name="Footer Placeholder 5">
            <a:extLst>
              <a:ext uri="{FF2B5EF4-FFF2-40B4-BE49-F238E27FC236}">
                <a16:creationId xmlns:a16="http://schemas.microsoft.com/office/drawing/2014/main" id="{CE88EEBA-48A2-BBF7-F64F-A13465BE3B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2018B1-1BE7-4AB5-0326-DAC58FCF32BB}"/>
              </a:ext>
            </a:extLst>
          </p:cNvPr>
          <p:cNvSpPr>
            <a:spLocks noGrp="1"/>
          </p:cNvSpPr>
          <p:nvPr>
            <p:ph type="sldNum" sz="quarter" idx="12"/>
          </p:nvPr>
        </p:nvSpPr>
        <p:spPr/>
        <p:txBody>
          <a:bodyPr/>
          <a:lstStyle/>
          <a:p>
            <a:fld id="{C7FDEC95-032C-4F4A-AE8A-E8BF2DA06372}" type="slidenum">
              <a:rPr lang="en-US" smtClean="0"/>
              <a:t>‹#›</a:t>
            </a:fld>
            <a:endParaRPr lang="en-US"/>
          </a:p>
        </p:txBody>
      </p:sp>
    </p:spTree>
    <p:extLst>
      <p:ext uri="{BB962C8B-B14F-4D97-AF65-F5344CB8AC3E}">
        <p14:creationId xmlns:p14="http://schemas.microsoft.com/office/powerpoint/2010/main" val="1380084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66642-3B0C-3F12-EBB6-D75B134448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D8532C-25FF-2B7A-6C77-9C69AE7B0A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CCEF69-2736-1E03-FD81-3A28949332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223EE3-67E0-C74F-3538-79BF5A3674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EE0092-BEEC-D29D-46AD-51DA5160E6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D4248B-C660-3857-3E93-4CA41AD56364}"/>
              </a:ext>
            </a:extLst>
          </p:cNvPr>
          <p:cNvSpPr>
            <a:spLocks noGrp="1"/>
          </p:cNvSpPr>
          <p:nvPr>
            <p:ph type="dt" sz="half" idx="10"/>
          </p:nvPr>
        </p:nvSpPr>
        <p:spPr/>
        <p:txBody>
          <a:bodyPr/>
          <a:lstStyle/>
          <a:p>
            <a:fld id="{C788538D-D471-1B46-8E81-CA2C6EC09DC6}" type="datetimeFigureOut">
              <a:rPr lang="en-US" smtClean="0"/>
              <a:t>8/12/2026</a:t>
            </a:fld>
            <a:endParaRPr lang="en-US"/>
          </a:p>
        </p:txBody>
      </p:sp>
      <p:sp>
        <p:nvSpPr>
          <p:cNvPr id="8" name="Footer Placeholder 7">
            <a:extLst>
              <a:ext uri="{FF2B5EF4-FFF2-40B4-BE49-F238E27FC236}">
                <a16:creationId xmlns:a16="http://schemas.microsoft.com/office/drawing/2014/main" id="{F1BEEEF5-B74A-01EF-435E-A77E77C7B0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FCF5B61-0005-CFCF-1D35-D3A71B8645E8}"/>
              </a:ext>
            </a:extLst>
          </p:cNvPr>
          <p:cNvSpPr>
            <a:spLocks noGrp="1"/>
          </p:cNvSpPr>
          <p:nvPr>
            <p:ph type="sldNum" sz="quarter" idx="12"/>
          </p:nvPr>
        </p:nvSpPr>
        <p:spPr/>
        <p:txBody>
          <a:bodyPr/>
          <a:lstStyle/>
          <a:p>
            <a:fld id="{C7FDEC95-032C-4F4A-AE8A-E8BF2DA06372}" type="slidenum">
              <a:rPr lang="en-US" smtClean="0"/>
              <a:t>‹#›</a:t>
            </a:fld>
            <a:endParaRPr lang="en-US"/>
          </a:p>
        </p:txBody>
      </p:sp>
    </p:spTree>
    <p:extLst>
      <p:ext uri="{BB962C8B-B14F-4D97-AF65-F5344CB8AC3E}">
        <p14:creationId xmlns:p14="http://schemas.microsoft.com/office/powerpoint/2010/main" val="916313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8728F-2CD7-BB3B-90A0-6DA909D209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B50A52-175E-8A50-822D-48C49F778E9E}"/>
              </a:ext>
            </a:extLst>
          </p:cNvPr>
          <p:cNvSpPr>
            <a:spLocks noGrp="1"/>
          </p:cNvSpPr>
          <p:nvPr>
            <p:ph type="dt" sz="half" idx="10"/>
          </p:nvPr>
        </p:nvSpPr>
        <p:spPr/>
        <p:txBody>
          <a:bodyPr/>
          <a:lstStyle/>
          <a:p>
            <a:fld id="{C788538D-D471-1B46-8E81-CA2C6EC09DC6}" type="datetimeFigureOut">
              <a:rPr lang="en-US" smtClean="0"/>
              <a:t>8/12/2026</a:t>
            </a:fld>
            <a:endParaRPr lang="en-US"/>
          </a:p>
        </p:txBody>
      </p:sp>
      <p:sp>
        <p:nvSpPr>
          <p:cNvPr id="4" name="Footer Placeholder 3">
            <a:extLst>
              <a:ext uri="{FF2B5EF4-FFF2-40B4-BE49-F238E27FC236}">
                <a16:creationId xmlns:a16="http://schemas.microsoft.com/office/drawing/2014/main" id="{8B8FF92C-1BB8-91C0-C6FA-E9885D18F4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187024-5DD4-E3ED-57A6-18E7F606B927}"/>
              </a:ext>
            </a:extLst>
          </p:cNvPr>
          <p:cNvSpPr>
            <a:spLocks noGrp="1"/>
          </p:cNvSpPr>
          <p:nvPr>
            <p:ph type="sldNum" sz="quarter" idx="12"/>
          </p:nvPr>
        </p:nvSpPr>
        <p:spPr/>
        <p:txBody>
          <a:bodyPr/>
          <a:lstStyle/>
          <a:p>
            <a:fld id="{C7FDEC95-032C-4F4A-AE8A-E8BF2DA06372}" type="slidenum">
              <a:rPr lang="en-US" smtClean="0"/>
              <a:t>‹#›</a:t>
            </a:fld>
            <a:endParaRPr lang="en-US"/>
          </a:p>
        </p:txBody>
      </p:sp>
    </p:spTree>
    <p:extLst>
      <p:ext uri="{BB962C8B-B14F-4D97-AF65-F5344CB8AC3E}">
        <p14:creationId xmlns:p14="http://schemas.microsoft.com/office/powerpoint/2010/main" val="2944142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983794-7366-62A4-6CD2-2C5BF042245C}"/>
              </a:ext>
            </a:extLst>
          </p:cNvPr>
          <p:cNvSpPr>
            <a:spLocks noGrp="1"/>
          </p:cNvSpPr>
          <p:nvPr>
            <p:ph type="dt" sz="half" idx="10"/>
          </p:nvPr>
        </p:nvSpPr>
        <p:spPr/>
        <p:txBody>
          <a:bodyPr/>
          <a:lstStyle/>
          <a:p>
            <a:fld id="{C788538D-D471-1B46-8E81-CA2C6EC09DC6}" type="datetimeFigureOut">
              <a:rPr lang="en-US" smtClean="0"/>
              <a:t>8/12/2026</a:t>
            </a:fld>
            <a:endParaRPr lang="en-US"/>
          </a:p>
        </p:txBody>
      </p:sp>
      <p:sp>
        <p:nvSpPr>
          <p:cNvPr id="3" name="Footer Placeholder 2">
            <a:extLst>
              <a:ext uri="{FF2B5EF4-FFF2-40B4-BE49-F238E27FC236}">
                <a16:creationId xmlns:a16="http://schemas.microsoft.com/office/drawing/2014/main" id="{565A81B1-1DA3-917C-FB93-63D7EDB958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E563E1-24E6-9B58-71AE-43EBC3DF9E1D}"/>
              </a:ext>
            </a:extLst>
          </p:cNvPr>
          <p:cNvSpPr>
            <a:spLocks noGrp="1"/>
          </p:cNvSpPr>
          <p:nvPr>
            <p:ph type="sldNum" sz="quarter" idx="12"/>
          </p:nvPr>
        </p:nvSpPr>
        <p:spPr/>
        <p:txBody>
          <a:bodyPr/>
          <a:lstStyle/>
          <a:p>
            <a:fld id="{C7FDEC95-032C-4F4A-AE8A-E8BF2DA06372}" type="slidenum">
              <a:rPr lang="en-US" smtClean="0"/>
              <a:t>‹#›</a:t>
            </a:fld>
            <a:endParaRPr lang="en-US"/>
          </a:p>
        </p:txBody>
      </p:sp>
    </p:spTree>
    <p:extLst>
      <p:ext uri="{BB962C8B-B14F-4D97-AF65-F5344CB8AC3E}">
        <p14:creationId xmlns:p14="http://schemas.microsoft.com/office/powerpoint/2010/main" val="1686977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983794-7366-62A4-6CD2-2C5BF042245C}"/>
              </a:ext>
            </a:extLst>
          </p:cNvPr>
          <p:cNvSpPr>
            <a:spLocks noGrp="1"/>
          </p:cNvSpPr>
          <p:nvPr>
            <p:ph type="dt" sz="half" idx="10"/>
          </p:nvPr>
        </p:nvSpPr>
        <p:spPr/>
        <p:txBody>
          <a:bodyPr/>
          <a:lstStyle/>
          <a:p>
            <a:fld id="{C788538D-D471-1B46-8E81-CA2C6EC09DC6}" type="datetimeFigureOut">
              <a:rPr lang="en-US" smtClean="0"/>
              <a:t>8/12/2026</a:t>
            </a:fld>
            <a:endParaRPr lang="en-US"/>
          </a:p>
        </p:txBody>
      </p:sp>
      <p:sp>
        <p:nvSpPr>
          <p:cNvPr id="3" name="Footer Placeholder 2">
            <a:extLst>
              <a:ext uri="{FF2B5EF4-FFF2-40B4-BE49-F238E27FC236}">
                <a16:creationId xmlns:a16="http://schemas.microsoft.com/office/drawing/2014/main" id="{565A81B1-1DA3-917C-FB93-63D7EDB958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E563E1-24E6-9B58-71AE-43EBC3DF9E1D}"/>
              </a:ext>
            </a:extLst>
          </p:cNvPr>
          <p:cNvSpPr>
            <a:spLocks noGrp="1"/>
          </p:cNvSpPr>
          <p:nvPr>
            <p:ph type="sldNum" sz="quarter" idx="12"/>
          </p:nvPr>
        </p:nvSpPr>
        <p:spPr/>
        <p:txBody>
          <a:bodyPr/>
          <a:lstStyle/>
          <a:p>
            <a:fld id="{C7FDEC95-032C-4F4A-AE8A-E8BF2DA06372}" type="slidenum">
              <a:rPr lang="en-US" smtClean="0"/>
              <a:t>‹#›</a:t>
            </a:fld>
            <a:endParaRPr lang="en-US"/>
          </a:p>
        </p:txBody>
      </p:sp>
      <p:pic>
        <p:nvPicPr>
          <p:cNvPr id="7" name="Picture 6" descr="A colorful rectangular shapes on a black background&#10;&#10;AI-generated content may be incorrect.">
            <a:extLst>
              <a:ext uri="{FF2B5EF4-FFF2-40B4-BE49-F238E27FC236}">
                <a16:creationId xmlns:a16="http://schemas.microsoft.com/office/drawing/2014/main" id="{9DE80220-9A9A-CEC3-19FC-BCA730A47F70}"/>
              </a:ext>
            </a:extLst>
          </p:cNvPr>
          <p:cNvPicPr>
            <a:picLocks/>
          </p:cNvPicPr>
          <p:nvPr/>
        </p:nvPicPr>
        <p:blipFill>
          <a:blip r:embed="rId2"/>
          <a:stretch>
            <a:fillRect/>
          </a:stretch>
        </p:blipFill>
        <p:spPr>
          <a:xfrm rot="16200000">
            <a:off x="4914900" y="-5159375"/>
            <a:ext cx="2362200" cy="12954000"/>
          </a:xfrm>
          <a:prstGeom prst="rect">
            <a:avLst/>
          </a:prstGeom>
        </p:spPr>
      </p:pic>
      <p:pic>
        <p:nvPicPr>
          <p:cNvPr id="9" name="Picture 8" descr="A colorful rectangular shapes on a black background&#10;&#10;AI-generated content may be incorrect.">
            <a:extLst>
              <a:ext uri="{FF2B5EF4-FFF2-40B4-BE49-F238E27FC236}">
                <a16:creationId xmlns:a16="http://schemas.microsoft.com/office/drawing/2014/main" id="{B83B434C-061E-A335-79BA-282BD1B592E6}"/>
              </a:ext>
            </a:extLst>
          </p:cNvPr>
          <p:cNvPicPr>
            <a:picLocks noChangeAspect="1"/>
          </p:cNvPicPr>
          <p:nvPr/>
        </p:nvPicPr>
        <p:blipFill>
          <a:blip r:embed="rId2"/>
          <a:stretch>
            <a:fillRect/>
          </a:stretch>
        </p:blipFill>
        <p:spPr>
          <a:xfrm>
            <a:off x="10172700" y="1120775"/>
            <a:ext cx="2362200" cy="6477000"/>
          </a:xfrm>
          <a:prstGeom prst="rect">
            <a:avLst/>
          </a:prstGeom>
        </p:spPr>
      </p:pic>
      <p:pic>
        <p:nvPicPr>
          <p:cNvPr id="5" name="Picture 4" descr="A colorful rectangular shapes on a black background&#10;&#10;AI-generated content may be incorrect.">
            <a:extLst>
              <a:ext uri="{FF2B5EF4-FFF2-40B4-BE49-F238E27FC236}">
                <a16:creationId xmlns:a16="http://schemas.microsoft.com/office/drawing/2014/main" id="{26131EEA-F9AE-3B1B-063F-AF31BD4076E2}"/>
              </a:ext>
            </a:extLst>
          </p:cNvPr>
          <p:cNvPicPr>
            <a:picLocks/>
          </p:cNvPicPr>
          <p:nvPr userDrawn="1"/>
        </p:nvPicPr>
        <p:blipFill>
          <a:blip r:embed="rId2"/>
          <a:stretch>
            <a:fillRect/>
          </a:stretch>
        </p:blipFill>
        <p:spPr>
          <a:xfrm rot="16200000">
            <a:off x="4914900" y="-5159375"/>
            <a:ext cx="2362200" cy="12954000"/>
          </a:xfrm>
          <a:prstGeom prst="rect">
            <a:avLst/>
          </a:prstGeom>
        </p:spPr>
      </p:pic>
      <p:pic>
        <p:nvPicPr>
          <p:cNvPr id="6" name="Picture 5" descr="A colorful rectangular shapes on a black background&#10;&#10;AI-generated content may be incorrect.">
            <a:extLst>
              <a:ext uri="{FF2B5EF4-FFF2-40B4-BE49-F238E27FC236}">
                <a16:creationId xmlns:a16="http://schemas.microsoft.com/office/drawing/2014/main" id="{1795CD15-1F3E-74FB-3A30-6A5988E4F68B}"/>
              </a:ext>
            </a:extLst>
          </p:cNvPr>
          <p:cNvPicPr>
            <a:picLocks noChangeAspect="1"/>
          </p:cNvPicPr>
          <p:nvPr userDrawn="1"/>
        </p:nvPicPr>
        <p:blipFill>
          <a:blip r:embed="rId2"/>
          <a:stretch>
            <a:fillRect/>
          </a:stretch>
        </p:blipFill>
        <p:spPr>
          <a:xfrm>
            <a:off x="10172700" y="1120775"/>
            <a:ext cx="2362200" cy="6477000"/>
          </a:xfrm>
          <a:prstGeom prst="rect">
            <a:avLst/>
          </a:prstGeom>
        </p:spPr>
      </p:pic>
    </p:spTree>
    <p:extLst>
      <p:ext uri="{BB962C8B-B14F-4D97-AF65-F5344CB8AC3E}">
        <p14:creationId xmlns:p14="http://schemas.microsoft.com/office/powerpoint/2010/main" val="1003137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983794-7366-62A4-6CD2-2C5BF042245C}"/>
              </a:ext>
            </a:extLst>
          </p:cNvPr>
          <p:cNvSpPr>
            <a:spLocks noGrp="1"/>
          </p:cNvSpPr>
          <p:nvPr>
            <p:ph type="dt" sz="half" idx="10"/>
          </p:nvPr>
        </p:nvSpPr>
        <p:spPr/>
        <p:txBody>
          <a:bodyPr/>
          <a:lstStyle/>
          <a:p>
            <a:fld id="{C788538D-D471-1B46-8E81-CA2C6EC09DC6}" type="datetimeFigureOut">
              <a:rPr lang="en-US" smtClean="0"/>
              <a:t>8/12/2026</a:t>
            </a:fld>
            <a:endParaRPr lang="en-US"/>
          </a:p>
        </p:txBody>
      </p:sp>
      <p:sp>
        <p:nvSpPr>
          <p:cNvPr id="3" name="Footer Placeholder 2">
            <a:extLst>
              <a:ext uri="{FF2B5EF4-FFF2-40B4-BE49-F238E27FC236}">
                <a16:creationId xmlns:a16="http://schemas.microsoft.com/office/drawing/2014/main" id="{565A81B1-1DA3-917C-FB93-63D7EDB958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E563E1-24E6-9B58-71AE-43EBC3DF9E1D}"/>
              </a:ext>
            </a:extLst>
          </p:cNvPr>
          <p:cNvSpPr>
            <a:spLocks noGrp="1"/>
          </p:cNvSpPr>
          <p:nvPr>
            <p:ph type="sldNum" sz="quarter" idx="12"/>
          </p:nvPr>
        </p:nvSpPr>
        <p:spPr/>
        <p:txBody>
          <a:bodyPr/>
          <a:lstStyle/>
          <a:p>
            <a:fld id="{C7FDEC95-032C-4F4A-AE8A-E8BF2DA06372}" type="slidenum">
              <a:rPr lang="en-US" smtClean="0"/>
              <a:t>‹#›</a:t>
            </a:fld>
            <a:endParaRPr lang="en-US"/>
          </a:p>
        </p:txBody>
      </p:sp>
      <p:pic>
        <p:nvPicPr>
          <p:cNvPr id="5" name="Picture 4">
            <a:extLst>
              <a:ext uri="{FF2B5EF4-FFF2-40B4-BE49-F238E27FC236}">
                <a16:creationId xmlns:a16="http://schemas.microsoft.com/office/drawing/2014/main" id="{FF48BFA8-B980-3393-603F-49BD71102AD5}"/>
              </a:ext>
            </a:extLst>
          </p:cNvPr>
          <p:cNvPicPr>
            <a:picLocks noChangeAspect="1"/>
          </p:cNvPicPr>
          <p:nvPr/>
        </p:nvPicPr>
        <p:blipFill>
          <a:blip r:embed="rId2"/>
          <a:stretch>
            <a:fillRect/>
          </a:stretch>
        </p:blipFill>
        <p:spPr>
          <a:xfrm>
            <a:off x="4419600" y="0"/>
            <a:ext cx="7772400" cy="5578577"/>
          </a:xfrm>
          <a:prstGeom prst="rect">
            <a:avLst/>
          </a:prstGeom>
        </p:spPr>
      </p:pic>
      <p:pic>
        <p:nvPicPr>
          <p:cNvPr id="6" name="Picture 5">
            <a:extLst>
              <a:ext uri="{FF2B5EF4-FFF2-40B4-BE49-F238E27FC236}">
                <a16:creationId xmlns:a16="http://schemas.microsoft.com/office/drawing/2014/main" id="{8132E576-6B80-AD4A-5401-329C53F06505}"/>
              </a:ext>
            </a:extLst>
          </p:cNvPr>
          <p:cNvPicPr>
            <a:picLocks noChangeAspect="1"/>
          </p:cNvPicPr>
          <p:nvPr userDrawn="1"/>
        </p:nvPicPr>
        <p:blipFill>
          <a:blip r:embed="rId2"/>
          <a:stretch>
            <a:fillRect/>
          </a:stretch>
        </p:blipFill>
        <p:spPr>
          <a:xfrm>
            <a:off x="4419600" y="0"/>
            <a:ext cx="7772400" cy="5578577"/>
          </a:xfrm>
          <a:prstGeom prst="rect">
            <a:avLst/>
          </a:prstGeom>
        </p:spPr>
      </p:pic>
    </p:spTree>
    <p:extLst>
      <p:ext uri="{BB962C8B-B14F-4D97-AF65-F5344CB8AC3E}">
        <p14:creationId xmlns:p14="http://schemas.microsoft.com/office/powerpoint/2010/main" val="1497146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983794-7366-62A4-6CD2-2C5BF042245C}"/>
              </a:ext>
            </a:extLst>
          </p:cNvPr>
          <p:cNvSpPr>
            <a:spLocks noGrp="1"/>
          </p:cNvSpPr>
          <p:nvPr>
            <p:ph type="dt" sz="half" idx="10"/>
          </p:nvPr>
        </p:nvSpPr>
        <p:spPr/>
        <p:txBody>
          <a:bodyPr/>
          <a:lstStyle/>
          <a:p>
            <a:fld id="{C788538D-D471-1B46-8E81-CA2C6EC09DC6}" type="datetimeFigureOut">
              <a:rPr lang="en-US" smtClean="0"/>
              <a:t>8/12/2026</a:t>
            </a:fld>
            <a:endParaRPr lang="en-US"/>
          </a:p>
        </p:txBody>
      </p:sp>
      <p:sp>
        <p:nvSpPr>
          <p:cNvPr id="3" name="Footer Placeholder 2">
            <a:extLst>
              <a:ext uri="{FF2B5EF4-FFF2-40B4-BE49-F238E27FC236}">
                <a16:creationId xmlns:a16="http://schemas.microsoft.com/office/drawing/2014/main" id="{565A81B1-1DA3-917C-FB93-63D7EDB958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E563E1-24E6-9B58-71AE-43EBC3DF9E1D}"/>
              </a:ext>
            </a:extLst>
          </p:cNvPr>
          <p:cNvSpPr>
            <a:spLocks noGrp="1"/>
          </p:cNvSpPr>
          <p:nvPr>
            <p:ph type="sldNum" sz="quarter" idx="12"/>
          </p:nvPr>
        </p:nvSpPr>
        <p:spPr/>
        <p:txBody>
          <a:bodyPr/>
          <a:lstStyle/>
          <a:p>
            <a:fld id="{C7FDEC95-032C-4F4A-AE8A-E8BF2DA06372}" type="slidenum">
              <a:rPr lang="en-US" smtClean="0"/>
              <a:t>‹#›</a:t>
            </a:fld>
            <a:endParaRPr lang="en-US"/>
          </a:p>
        </p:txBody>
      </p:sp>
      <p:pic>
        <p:nvPicPr>
          <p:cNvPr id="7" name="Picture 6" descr="A colorful shapes and lines on a black background&#10;&#10;AI-generated content may be incorrect.">
            <a:extLst>
              <a:ext uri="{FF2B5EF4-FFF2-40B4-BE49-F238E27FC236}">
                <a16:creationId xmlns:a16="http://schemas.microsoft.com/office/drawing/2014/main" id="{66B44B68-5C4A-8E2A-F1F8-488A8235ACE4}"/>
              </a:ext>
            </a:extLst>
          </p:cNvPr>
          <p:cNvPicPr>
            <a:picLocks noChangeAspect="1"/>
          </p:cNvPicPr>
          <p:nvPr/>
        </p:nvPicPr>
        <p:blipFill>
          <a:blip r:embed="rId2"/>
          <a:stretch>
            <a:fillRect/>
          </a:stretch>
        </p:blipFill>
        <p:spPr>
          <a:xfrm>
            <a:off x="3105150" y="317500"/>
            <a:ext cx="5981700" cy="6223000"/>
          </a:xfrm>
          <a:prstGeom prst="rect">
            <a:avLst/>
          </a:prstGeom>
        </p:spPr>
      </p:pic>
      <p:pic>
        <p:nvPicPr>
          <p:cNvPr id="5" name="Picture 4" descr="A colorful shapes and lines on a black background&#10;&#10;AI-generated content may be incorrect.">
            <a:extLst>
              <a:ext uri="{FF2B5EF4-FFF2-40B4-BE49-F238E27FC236}">
                <a16:creationId xmlns:a16="http://schemas.microsoft.com/office/drawing/2014/main" id="{6E4B3BF1-BF49-CA78-69D8-6B6341AD7F4B}"/>
              </a:ext>
            </a:extLst>
          </p:cNvPr>
          <p:cNvPicPr>
            <a:picLocks noChangeAspect="1"/>
          </p:cNvPicPr>
          <p:nvPr userDrawn="1"/>
        </p:nvPicPr>
        <p:blipFill>
          <a:blip r:embed="rId2"/>
          <a:stretch>
            <a:fillRect/>
          </a:stretch>
        </p:blipFill>
        <p:spPr>
          <a:xfrm>
            <a:off x="3105150" y="317500"/>
            <a:ext cx="5981700" cy="6223000"/>
          </a:xfrm>
          <a:prstGeom prst="rect">
            <a:avLst/>
          </a:prstGeom>
        </p:spPr>
      </p:pic>
    </p:spTree>
    <p:extLst>
      <p:ext uri="{BB962C8B-B14F-4D97-AF65-F5344CB8AC3E}">
        <p14:creationId xmlns:p14="http://schemas.microsoft.com/office/powerpoint/2010/main" val="52603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A5A0E-D738-5A7B-893A-6FB6D08E92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206399-197A-6956-C2AF-A89FF9A76B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77EE08-7647-8E3B-552B-C2FA9F01C0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ED3CCC-C218-7A76-0D92-60160AC4EE0B}"/>
              </a:ext>
            </a:extLst>
          </p:cNvPr>
          <p:cNvSpPr>
            <a:spLocks noGrp="1"/>
          </p:cNvSpPr>
          <p:nvPr>
            <p:ph type="dt" sz="half" idx="10"/>
          </p:nvPr>
        </p:nvSpPr>
        <p:spPr/>
        <p:txBody>
          <a:bodyPr/>
          <a:lstStyle/>
          <a:p>
            <a:fld id="{C788538D-D471-1B46-8E81-CA2C6EC09DC6}" type="datetimeFigureOut">
              <a:rPr lang="en-US" smtClean="0"/>
              <a:t>8/12/2026</a:t>
            </a:fld>
            <a:endParaRPr lang="en-US"/>
          </a:p>
        </p:txBody>
      </p:sp>
      <p:sp>
        <p:nvSpPr>
          <p:cNvPr id="6" name="Footer Placeholder 5">
            <a:extLst>
              <a:ext uri="{FF2B5EF4-FFF2-40B4-BE49-F238E27FC236}">
                <a16:creationId xmlns:a16="http://schemas.microsoft.com/office/drawing/2014/main" id="{F63C99F3-609F-C88B-9031-B4A817919D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D8AE0B-B895-55B0-4233-8F6965A7DF9F}"/>
              </a:ext>
            </a:extLst>
          </p:cNvPr>
          <p:cNvSpPr>
            <a:spLocks noGrp="1"/>
          </p:cNvSpPr>
          <p:nvPr>
            <p:ph type="sldNum" sz="quarter" idx="12"/>
          </p:nvPr>
        </p:nvSpPr>
        <p:spPr/>
        <p:txBody>
          <a:bodyPr/>
          <a:lstStyle/>
          <a:p>
            <a:fld id="{C7FDEC95-032C-4F4A-AE8A-E8BF2DA06372}" type="slidenum">
              <a:rPr lang="en-US" smtClean="0"/>
              <a:t>‹#›</a:t>
            </a:fld>
            <a:endParaRPr lang="en-US"/>
          </a:p>
        </p:txBody>
      </p:sp>
    </p:spTree>
    <p:extLst>
      <p:ext uri="{BB962C8B-B14F-4D97-AF65-F5344CB8AC3E}">
        <p14:creationId xmlns:p14="http://schemas.microsoft.com/office/powerpoint/2010/main" val="31472751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12298-3EDC-41B3-B39F-3284F2E4D1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BABEFB-8DE8-1033-3293-8FC4DC6808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33AFE32B-63F6-84DA-5222-69F5E4ABC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CB682A-F6A1-5FD2-67E4-723169F74AE0}"/>
              </a:ext>
            </a:extLst>
          </p:cNvPr>
          <p:cNvSpPr>
            <a:spLocks noGrp="1"/>
          </p:cNvSpPr>
          <p:nvPr>
            <p:ph type="dt" sz="half" idx="10"/>
          </p:nvPr>
        </p:nvSpPr>
        <p:spPr/>
        <p:txBody>
          <a:bodyPr/>
          <a:lstStyle/>
          <a:p>
            <a:fld id="{C788538D-D471-1B46-8E81-CA2C6EC09DC6}" type="datetimeFigureOut">
              <a:rPr lang="en-US" smtClean="0"/>
              <a:t>8/12/2026</a:t>
            </a:fld>
            <a:endParaRPr lang="en-US"/>
          </a:p>
        </p:txBody>
      </p:sp>
      <p:sp>
        <p:nvSpPr>
          <p:cNvPr id="6" name="Footer Placeholder 5">
            <a:extLst>
              <a:ext uri="{FF2B5EF4-FFF2-40B4-BE49-F238E27FC236}">
                <a16:creationId xmlns:a16="http://schemas.microsoft.com/office/drawing/2014/main" id="{231EE871-22B2-6349-4A36-269D411F90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A0A88A-CFA8-9284-6C7E-7A9BD24B60FD}"/>
              </a:ext>
            </a:extLst>
          </p:cNvPr>
          <p:cNvSpPr>
            <a:spLocks noGrp="1"/>
          </p:cNvSpPr>
          <p:nvPr>
            <p:ph type="sldNum" sz="quarter" idx="12"/>
          </p:nvPr>
        </p:nvSpPr>
        <p:spPr/>
        <p:txBody>
          <a:bodyPr/>
          <a:lstStyle/>
          <a:p>
            <a:fld id="{C7FDEC95-032C-4F4A-AE8A-E8BF2DA06372}" type="slidenum">
              <a:rPr lang="en-US" smtClean="0"/>
              <a:t>‹#›</a:t>
            </a:fld>
            <a:endParaRPr lang="en-US"/>
          </a:p>
        </p:txBody>
      </p:sp>
    </p:spTree>
    <p:extLst>
      <p:ext uri="{BB962C8B-B14F-4D97-AF65-F5344CB8AC3E}">
        <p14:creationId xmlns:p14="http://schemas.microsoft.com/office/powerpoint/2010/main" val="224680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94DD9-2DBC-19E2-7AC4-97A78835B01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6703E0-CE9E-29A9-8A44-F2486B4649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FC9D08-1ED5-D02E-2F41-EA2478206BC8}"/>
              </a:ext>
            </a:extLst>
          </p:cNvPr>
          <p:cNvSpPr>
            <a:spLocks noGrp="1"/>
          </p:cNvSpPr>
          <p:nvPr>
            <p:ph type="dt" sz="half" idx="10"/>
          </p:nvPr>
        </p:nvSpPr>
        <p:spPr/>
        <p:txBody>
          <a:bodyPr/>
          <a:lstStyle/>
          <a:p>
            <a:fld id="{C788538D-D471-1B46-8E81-CA2C6EC09DC6}" type="datetimeFigureOut">
              <a:rPr lang="en-US" smtClean="0"/>
              <a:t>8/12/2026</a:t>
            </a:fld>
            <a:endParaRPr lang="en-US"/>
          </a:p>
        </p:txBody>
      </p:sp>
      <p:sp>
        <p:nvSpPr>
          <p:cNvPr id="5" name="Footer Placeholder 4">
            <a:extLst>
              <a:ext uri="{FF2B5EF4-FFF2-40B4-BE49-F238E27FC236}">
                <a16:creationId xmlns:a16="http://schemas.microsoft.com/office/drawing/2014/main" id="{CB27B274-523E-6EB2-C7D5-ABF3C163BD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E8D686-EC89-19A7-B830-4745A9098547}"/>
              </a:ext>
            </a:extLst>
          </p:cNvPr>
          <p:cNvSpPr>
            <a:spLocks noGrp="1"/>
          </p:cNvSpPr>
          <p:nvPr>
            <p:ph type="sldNum" sz="quarter" idx="12"/>
          </p:nvPr>
        </p:nvSpPr>
        <p:spPr/>
        <p:txBody>
          <a:bodyPr/>
          <a:lstStyle/>
          <a:p>
            <a:fld id="{C7FDEC95-032C-4F4A-AE8A-E8BF2DA06372}" type="slidenum">
              <a:rPr lang="en-US" smtClean="0"/>
              <a:t>‹#›</a:t>
            </a:fld>
            <a:endParaRPr lang="en-US"/>
          </a:p>
        </p:txBody>
      </p:sp>
    </p:spTree>
    <p:extLst>
      <p:ext uri="{BB962C8B-B14F-4D97-AF65-F5344CB8AC3E}">
        <p14:creationId xmlns:p14="http://schemas.microsoft.com/office/powerpoint/2010/main" val="25427381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A67A29-8E37-BE92-286E-684539E02E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41328C-25C3-D9BF-EC00-17580EF66F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DE85E5-5658-CA2A-8378-372D736828FA}"/>
              </a:ext>
            </a:extLst>
          </p:cNvPr>
          <p:cNvSpPr>
            <a:spLocks noGrp="1"/>
          </p:cNvSpPr>
          <p:nvPr>
            <p:ph type="dt" sz="half" idx="10"/>
          </p:nvPr>
        </p:nvSpPr>
        <p:spPr/>
        <p:txBody>
          <a:bodyPr/>
          <a:lstStyle/>
          <a:p>
            <a:fld id="{C788538D-D471-1B46-8E81-CA2C6EC09DC6}" type="datetimeFigureOut">
              <a:rPr lang="en-US" smtClean="0"/>
              <a:t>8/12/2026</a:t>
            </a:fld>
            <a:endParaRPr lang="en-US"/>
          </a:p>
        </p:txBody>
      </p:sp>
      <p:sp>
        <p:nvSpPr>
          <p:cNvPr id="5" name="Footer Placeholder 4">
            <a:extLst>
              <a:ext uri="{FF2B5EF4-FFF2-40B4-BE49-F238E27FC236}">
                <a16:creationId xmlns:a16="http://schemas.microsoft.com/office/drawing/2014/main" id="{FB9F0C13-92BC-F621-29B0-08F5F1D250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17A9DC-E846-01B5-5609-A9C09609E9B9}"/>
              </a:ext>
            </a:extLst>
          </p:cNvPr>
          <p:cNvSpPr>
            <a:spLocks noGrp="1"/>
          </p:cNvSpPr>
          <p:nvPr>
            <p:ph type="sldNum" sz="quarter" idx="12"/>
          </p:nvPr>
        </p:nvSpPr>
        <p:spPr/>
        <p:txBody>
          <a:bodyPr/>
          <a:lstStyle/>
          <a:p>
            <a:fld id="{C7FDEC95-032C-4F4A-AE8A-E8BF2DA06372}" type="slidenum">
              <a:rPr lang="en-US" smtClean="0"/>
              <a:t>‹#›</a:t>
            </a:fld>
            <a:endParaRPr lang="en-US"/>
          </a:p>
        </p:txBody>
      </p:sp>
    </p:spTree>
    <p:extLst>
      <p:ext uri="{BB962C8B-B14F-4D97-AF65-F5344CB8AC3E}">
        <p14:creationId xmlns:p14="http://schemas.microsoft.com/office/powerpoint/2010/main" val="2274628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Slide 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9E25E5-2E90-E544-AF49-9E3B5DA090C3}"/>
              </a:ext>
            </a:extLst>
          </p:cNvPr>
          <p:cNvSpPr>
            <a:spLocks noGrp="1"/>
          </p:cNvSpPr>
          <p:nvPr>
            <p:ph type="sldNum" sz="quarter" idx="10"/>
          </p:nvPr>
        </p:nvSpPr>
        <p:spPr/>
        <p:txBody>
          <a:bodyPr/>
          <a:lstStyle/>
          <a:p>
            <a:fld id="{4CA4822F-346A-054D-AB12-4FC55F830280}" type="slidenum">
              <a:rPr lang="en-US" smtClean="0"/>
              <a:t>‹#›</a:t>
            </a:fld>
            <a:endParaRPr lang="en-US"/>
          </a:p>
        </p:txBody>
      </p:sp>
      <p:sp>
        <p:nvSpPr>
          <p:cNvPr id="4" name="Title 1">
            <a:extLst>
              <a:ext uri="{FF2B5EF4-FFF2-40B4-BE49-F238E27FC236}">
                <a16:creationId xmlns:a16="http://schemas.microsoft.com/office/drawing/2014/main" id="{B48B916A-1B95-A948-9FFD-643666578FE2}"/>
              </a:ext>
            </a:extLst>
          </p:cNvPr>
          <p:cNvSpPr>
            <a:spLocks noGrp="1"/>
          </p:cNvSpPr>
          <p:nvPr>
            <p:ph type="title"/>
          </p:nvPr>
        </p:nvSpPr>
        <p:spPr>
          <a:xfrm>
            <a:off x="219456" y="365125"/>
            <a:ext cx="11814048" cy="713867"/>
          </a:xfrm>
          <a:prstGeom prst="rect">
            <a:avLst/>
          </a:prstGeom>
        </p:spPr>
        <p:txBody>
          <a:bodyPr/>
          <a:lstStyle>
            <a:lvl1pPr>
              <a:defRPr sz="4000" b="1">
                <a:solidFill>
                  <a:schemeClr val="tx2"/>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4A243C6D-03AC-9C42-8DB6-2E36F3C212D1}"/>
              </a:ext>
            </a:extLst>
          </p:cNvPr>
          <p:cNvSpPr>
            <a:spLocks noGrp="1"/>
          </p:cNvSpPr>
          <p:nvPr>
            <p:ph idx="1"/>
          </p:nvPr>
        </p:nvSpPr>
        <p:spPr>
          <a:xfrm>
            <a:off x="219456" y="1261872"/>
            <a:ext cx="11814048" cy="4791457"/>
          </a:xfrm>
          <a:prstGeom prst="rect">
            <a:avLst/>
          </a:prstGeom>
        </p:spPr>
        <p:txBody>
          <a:bodyPr/>
          <a:lstStyle>
            <a:lvl1pPr>
              <a:defRPr b="0" i="0">
                <a:latin typeface="Calibri Light" panose="020F0302020204030204" pitchFamily="34" charset="0"/>
                <a:cs typeface="Calibri Light" panose="020F0302020204030204" pitchFamily="34" charset="0"/>
              </a:defRPr>
            </a:lvl1pPr>
            <a:lvl2pPr>
              <a:defRPr b="0" i="0">
                <a:latin typeface="Calibri Light" panose="020F0302020204030204" pitchFamily="34" charset="0"/>
                <a:cs typeface="Calibri Light" panose="020F0302020204030204" pitchFamily="34" charset="0"/>
              </a:defRPr>
            </a:lvl2pPr>
            <a:lvl3pPr>
              <a:defRPr b="0" i="0">
                <a:latin typeface="Calibri Light" panose="020F0302020204030204" pitchFamily="34" charset="0"/>
                <a:cs typeface="Calibri Light" panose="020F0302020204030204" pitchFamily="34" charset="0"/>
              </a:defRPr>
            </a:lvl3pPr>
            <a:lvl4pPr>
              <a:defRPr b="0" i="0">
                <a:latin typeface="Calibri Light" panose="020F0302020204030204" pitchFamily="34" charset="0"/>
                <a:cs typeface="Calibri Light" panose="020F0302020204030204" pitchFamily="34" charset="0"/>
              </a:defRPr>
            </a:lvl4pPr>
            <a:lvl5pPr>
              <a:defRPr b="0" i="0">
                <a:latin typeface="Calibri Light" panose="020F0302020204030204" pitchFamily="34" charset="0"/>
                <a:cs typeface="Calibri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A green and blue gradient&#10;&#10;Description automatically generated">
            <a:extLst>
              <a:ext uri="{FF2B5EF4-FFF2-40B4-BE49-F238E27FC236}">
                <a16:creationId xmlns:a16="http://schemas.microsoft.com/office/drawing/2014/main" id="{C27D4F4B-8DB2-9D3F-16B9-6A2317A37E3F}"/>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a:stretch/>
        </p:blipFill>
        <p:spPr>
          <a:xfrm>
            <a:off x="8808098" y="-7925"/>
            <a:ext cx="3383902" cy="1063800"/>
          </a:xfrm>
          <a:prstGeom prst="rect">
            <a:avLst/>
          </a:prstGeom>
        </p:spPr>
      </p:pic>
    </p:spTree>
    <p:extLst>
      <p:ext uri="{BB962C8B-B14F-4D97-AF65-F5344CB8AC3E}">
        <p14:creationId xmlns:p14="http://schemas.microsoft.com/office/powerpoint/2010/main" val="42448798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7940A-D954-B4E7-52A0-8E206093280C}"/>
              </a:ext>
            </a:extLst>
          </p:cNvPr>
          <p:cNvSpPr>
            <a:spLocks noGrp="1"/>
          </p:cNvSpPr>
          <p:nvPr>
            <p:ph type="title"/>
          </p:nvPr>
        </p:nvSpPr>
        <p:spPr>
          <a:xfrm>
            <a:off x="355386" y="365125"/>
            <a:ext cx="11015661" cy="1325563"/>
          </a:xfrm>
        </p:spPr>
        <p:txBody>
          <a:bodyPr>
            <a:normAutofit/>
          </a:bodyPr>
          <a:lstStyle>
            <a:lvl1pPr>
              <a:defRPr sz="3600" b="1">
                <a:solidFill>
                  <a:srgbClr val="00AABB"/>
                </a:solidFill>
              </a:defRPr>
            </a:lvl1pPr>
          </a:lstStyle>
          <a:p>
            <a:r>
              <a:rPr lang="en-US"/>
              <a:t>Click to edit Master title style</a:t>
            </a:r>
            <a:endParaRPr lang="en-PH"/>
          </a:p>
        </p:txBody>
      </p:sp>
      <p:sp>
        <p:nvSpPr>
          <p:cNvPr id="5" name="Slide Number Placeholder 4">
            <a:extLst>
              <a:ext uri="{FF2B5EF4-FFF2-40B4-BE49-F238E27FC236}">
                <a16:creationId xmlns:a16="http://schemas.microsoft.com/office/drawing/2014/main" id="{293C31C3-5528-9AE4-B3B0-776370FB8605}"/>
              </a:ext>
            </a:extLst>
          </p:cNvPr>
          <p:cNvSpPr>
            <a:spLocks noGrp="1"/>
          </p:cNvSpPr>
          <p:nvPr>
            <p:ph type="sldNum" sz="quarter" idx="12"/>
          </p:nvPr>
        </p:nvSpPr>
        <p:spPr/>
        <p:txBody>
          <a:bodyPr/>
          <a:lstStyle>
            <a:lvl1pPr>
              <a:defRPr b="1">
                <a:solidFill>
                  <a:schemeClr val="tx1"/>
                </a:solidFill>
              </a:defRPr>
            </a:lvl1pPr>
          </a:lstStyle>
          <a:p>
            <a:fld id="{B0B62103-952B-40C5-BACA-0A1B9F9E1991}" type="slidenum">
              <a:rPr lang="en-PH" smtClean="0"/>
              <a:pPr/>
              <a:t>‹#›</a:t>
            </a:fld>
            <a:endParaRPr lang="en-PH"/>
          </a:p>
        </p:txBody>
      </p:sp>
      <p:sp>
        <p:nvSpPr>
          <p:cNvPr id="9" name="Content Placeholder 8">
            <a:extLst>
              <a:ext uri="{FF2B5EF4-FFF2-40B4-BE49-F238E27FC236}">
                <a16:creationId xmlns:a16="http://schemas.microsoft.com/office/drawing/2014/main" id="{279A9974-0C06-EC11-9C7A-3C237DD371E2}"/>
              </a:ext>
            </a:extLst>
          </p:cNvPr>
          <p:cNvSpPr>
            <a:spLocks noGrp="1"/>
          </p:cNvSpPr>
          <p:nvPr>
            <p:ph sz="quarter" idx="13"/>
          </p:nvPr>
        </p:nvSpPr>
        <p:spPr>
          <a:xfrm>
            <a:off x="356067" y="1822225"/>
            <a:ext cx="11015662" cy="4121376"/>
          </a:xfrm>
        </p:spPr>
        <p:txBody>
          <a:bodyPr/>
          <a:lstStyle>
            <a:lvl1pPr>
              <a:lnSpc>
                <a:spcPct val="100000"/>
              </a:lnSpc>
              <a:defRPr sz="2000">
                <a:latin typeface="Segoe UI" panose="020B0502040204020203" pitchFamily="34" charset="0"/>
                <a:cs typeface="Segoe UI" panose="020B0502040204020203" pitchFamily="34" charset="0"/>
              </a:defRPr>
            </a:lvl1pPr>
            <a:lvl2pPr>
              <a:lnSpc>
                <a:spcPct val="100000"/>
              </a:lnSpc>
              <a:defRPr sz="2000">
                <a:latin typeface="Segoe UI" panose="020B0502040204020203" pitchFamily="34" charset="0"/>
                <a:cs typeface="Segoe UI" panose="020B0502040204020203" pitchFamily="34" charset="0"/>
              </a:defRPr>
            </a:lvl2pPr>
            <a:lvl3pPr>
              <a:lnSpc>
                <a:spcPct val="100000"/>
              </a:lnSpc>
              <a:defRPr sz="1800">
                <a:latin typeface="Segoe UI" panose="020B0502040204020203" pitchFamily="34" charset="0"/>
                <a:cs typeface="Segoe UI" panose="020B0502040204020203" pitchFamily="34" charset="0"/>
              </a:defRPr>
            </a:lvl3pPr>
            <a:lvl4pPr>
              <a:lnSpc>
                <a:spcPct val="100000"/>
              </a:lnSpc>
              <a:defRPr>
                <a:latin typeface="Segoe UI" panose="020B0502040204020203" pitchFamily="34" charset="0"/>
                <a:cs typeface="Segoe UI" panose="020B0502040204020203" pitchFamily="34" charset="0"/>
              </a:defRPr>
            </a:lvl4pPr>
            <a:lvl5pPr>
              <a:lnSpc>
                <a:spcPct val="100000"/>
              </a:lnSpc>
              <a:defRPr>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pic>
        <p:nvPicPr>
          <p:cNvPr id="4" name="Picture 3">
            <a:extLst>
              <a:ext uri="{FF2B5EF4-FFF2-40B4-BE49-F238E27FC236}">
                <a16:creationId xmlns:a16="http://schemas.microsoft.com/office/drawing/2014/main" id="{E3E4D4D3-21F7-D338-107E-833F8FE591DB}"/>
              </a:ext>
            </a:extLst>
          </p:cNvPr>
          <p:cNvPicPr>
            <a:picLocks noChangeAspect="1"/>
          </p:cNvPicPr>
          <p:nvPr userDrawn="1"/>
        </p:nvPicPr>
        <p:blipFill>
          <a:blip r:embed="rId2">
            <a:extLst>
              <a:ext uri="{28A0092B-C50C-407E-A947-70E740481C1C}">
                <a14:useLocalDpi xmlns:a14="http://schemas.microsoft.com/office/drawing/2010/main" val="0"/>
              </a:ext>
            </a:extLst>
          </a:blip>
          <a:srcRect b="44042"/>
          <a:stretch/>
        </p:blipFill>
        <p:spPr>
          <a:xfrm>
            <a:off x="11376" y="6061397"/>
            <a:ext cx="4291012" cy="587151"/>
          </a:xfrm>
          <a:prstGeom prst="rect">
            <a:avLst/>
          </a:prstGeom>
        </p:spPr>
      </p:pic>
      <p:pic>
        <p:nvPicPr>
          <p:cNvPr id="6" name="Picture 5" descr="A blue and white logo&#10;&#10;Description automatically generated">
            <a:extLst>
              <a:ext uri="{FF2B5EF4-FFF2-40B4-BE49-F238E27FC236}">
                <a16:creationId xmlns:a16="http://schemas.microsoft.com/office/drawing/2014/main" id="{D0396CC1-8A8B-9D24-32EB-E457192AB9A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pic>
        <p:nvPicPr>
          <p:cNvPr id="3" name="Picture 2" descr="A green and blue gradient&#10;&#10;Description automatically generated">
            <a:extLst>
              <a:ext uri="{FF2B5EF4-FFF2-40B4-BE49-F238E27FC236}">
                <a16:creationId xmlns:a16="http://schemas.microsoft.com/office/drawing/2014/main" id="{5F587C6E-FA1A-CCBF-6234-34075B4F13D0}"/>
              </a:ext>
            </a:extLst>
          </p:cNvPr>
          <p:cNvPicPr>
            <a:picLocks noChangeAspect="1"/>
          </p:cNvPicPr>
          <p:nvPr userDrawn="1"/>
        </p:nvPicPr>
        <p:blipFill rotWithShape="1">
          <a:blip r:embed="rId4" cstate="screen">
            <a:extLst>
              <a:ext uri="{BEBA8EAE-BF5A-486C-A8C5-ECC9F3942E4B}">
                <a14:imgProps xmlns:a14="http://schemas.microsoft.com/office/drawing/2010/main">
                  <a14:imgLayer r:embed="rId5">
                    <a14:imgEffect>
                      <a14:brightnessContrast contrast="-20000"/>
                    </a14:imgEffect>
                  </a14:imgLayer>
                </a14:imgProps>
              </a:ext>
              <a:ext uri="{28A0092B-C50C-407E-A947-70E740481C1C}">
                <a14:useLocalDpi xmlns:a14="http://schemas.microsoft.com/office/drawing/2010/main"/>
              </a:ext>
            </a:extLst>
          </a:blip>
          <a:srcRect/>
          <a:stretch/>
        </p:blipFill>
        <p:spPr>
          <a:xfrm>
            <a:off x="8686800" y="-7925"/>
            <a:ext cx="3505200" cy="1101933"/>
          </a:xfrm>
          <a:prstGeom prst="rect">
            <a:avLst/>
          </a:prstGeom>
        </p:spPr>
      </p:pic>
    </p:spTree>
    <p:extLst>
      <p:ext uri="{BB962C8B-B14F-4D97-AF65-F5344CB8AC3E}">
        <p14:creationId xmlns:p14="http://schemas.microsoft.com/office/powerpoint/2010/main" val="5557198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2">
    <p:spTree>
      <p:nvGrpSpPr>
        <p:cNvPr id="1" name=""/>
        <p:cNvGrpSpPr/>
        <p:nvPr/>
      </p:nvGrpSpPr>
      <p:grpSpPr>
        <a:xfrm>
          <a:off x="0" y="0"/>
          <a:ext cx="0" cy="0"/>
          <a:chOff x="0" y="0"/>
          <a:chExt cx="0" cy="0"/>
        </a:xfrm>
      </p:grpSpPr>
      <p:pic>
        <p:nvPicPr>
          <p:cNvPr id="4" name="Picture 3" descr="A yellow and black background&#10;&#10;Description automatically generated">
            <a:extLst>
              <a:ext uri="{FF2B5EF4-FFF2-40B4-BE49-F238E27FC236}">
                <a16:creationId xmlns:a16="http://schemas.microsoft.com/office/drawing/2014/main" id="{45FF00F1-57A4-6BB7-3C36-9249E2A8DC4B}"/>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r="34111"/>
          <a:stretch/>
        </p:blipFill>
        <p:spPr>
          <a:xfrm>
            <a:off x="7971970" y="5724041"/>
            <a:ext cx="4220029" cy="1190708"/>
          </a:xfrm>
          <a:prstGeom prst="rect">
            <a:avLst/>
          </a:prstGeom>
        </p:spPr>
      </p:pic>
      <p:sp>
        <p:nvSpPr>
          <p:cNvPr id="2" name="Title 1">
            <a:extLst>
              <a:ext uri="{FF2B5EF4-FFF2-40B4-BE49-F238E27FC236}">
                <a16:creationId xmlns:a16="http://schemas.microsoft.com/office/drawing/2014/main" id="{5F57940A-D954-B4E7-52A0-8E206093280C}"/>
              </a:ext>
            </a:extLst>
          </p:cNvPr>
          <p:cNvSpPr>
            <a:spLocks noGrp="1"/>
          </p:cNvSpPr>
          <p:nvPr>
            <p:ph type="title"/>
          </p:nvPr>
        </p:nvSpPr>
        <p:spPr>
          <a:xfrm>
            <a:off x="524564" y="365125"/>
            <a:ext cx="11160125" cy="1049433"/>
          </a:xfrm>
        </p:spPr>
        <p:txBody>
          <a:bodyPr>
            <a:normAutofit/>
          </a:bodyPr>
          <a:lstStyle>
            <a:lvl1pPr>
              <a:defRPr sz="3000" b="1">
                <a:solidFill>
                  <a:schemeClr val="tx2"/>
                </a:solidFill>
              </a:defRPr>
            </a:lvl1pPr>
          </a:lstStyle>
          <a:p>
            <a:r>
              <a:rPr lang="en-US"/>
              <a:t>Click to edit Master title style</a:t>
            </a:r>
            <a:endParaRPr lang="en-PH"/>
          </a:p>
        </p:txBody>
      </p:sp>
      <p:sp>
        <p:nvSpPr>
          <p:cNvPr id="5" name="Slide Number Placeholder 4">
            <a:extLst>
              <a:ext uri="{FF2B5EF4-FFF2-40B4-BE49-F238E27FC236}">
                <a16:creationId xmlns:a16="http://schemas.microsoft.com/office/drawing/2014/main" id="{293C31C3-5528-9AE4-B3B0-776370FB8605}"/>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pic>
        <p:nvPicPr>
          <p:cNvPr id="7" name="Picture 6" descr="A black background with blue and green text&#10;&#10;Description automatically generated">
            <a:extLst>
              <a:ext uri="{FF2B5EF4-FFF2-40B4-BE49-F238E27FC236}">
                <a16:creationId xmlns:a16="http://schemas.microsoft.com/office/drawing/2014/main" id="{DC0C1517-D2A0-3390-60D6-B2BB45446C7F}"/>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 y="5802191"/>
            <a:ext cx="4291012" cy="1049432"/>
          </a:xfrm>
          <a:prstGeom prst="rect">
            <a:avLst/>
          </a:prstGeom>
        </p:spPr>
      </p:pic>
      <p:pic>
        <p:nvPicPr>
          <p:cNvPr id="3" name="Picture 2" descr="A blue and white logo&#10;&#10;Description automatically generated">
            <a:extLst>
              <a:ext uri="{FF2B5EF4-FFF2-40B4-BE49-F238E27FC236}">
                <a16:creationId xmlns:a16="http://schemas.microsoft.com/office/drawing/2014/main" id="{D48AC4AB-80D7-1771-129E-3D31ABB82F7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pic>
        <p:nvPicPr>
          <p:cNvPr id="6" name="Picture 5" descr="A green and blue gradient&#10;&#10;Description automatically generated">
            <a:extLst>
              <a:ext uri="{FF2B5EF4-FFF2-40B4-BE49-F238E27FC236}">
                <a16:creationId xmlns:a16="http://schemas.microsoft.com/office/drawing/2014/main" id="{B6ED4648-8924-2033-CC87-DD949239ED5B}"/>
              </a:ext>
            </a:extLst>
          </p:cNvPr>
          <p:cNvPicPr>
            <a:picLocks noChangeAspect="1"/>
          </p:cNvPicPr>
          <p:nvPr userDrawn="1"/>
        </p:nvPicPr>
        <p:blipFill rotWithShape="1">
          <a:blip r:embed="rId6" cstate="screen">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a:ext>
            </a:extLst>
          </a:blip>
          <a:srcRect/>
          <a:stretch/>
        </p:blipFill>
        <p:spPr>
          <a:xfrm>
            <a:off x="9274628" y="-7925"/>
            <a:ext cx="2917371" cy="917136"/>
          </a:xfrm>
          <a:prstGeom prst="rect">
            <a:avLst/>
          </a:prstGeom>
        </p:spPr>
      </p:pic>
    </p:spTree>
    <p:extLst>
      <p:ext uri="{BB962C8B-B14F-4D97-AF65-F5344CB8AC3E}">
        <p14:creationId xmlns:p14="http://schemas.microsoft.com/office/powerpoint/2010/main" val="34766638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10" name="Picture 9" descr="A close up of a yellow and blue wave&#10;&#10;Description automatically generated">
            <a:extLst>
              <a:ext uri="{FF2B5EF4-FFF2-40B4-BE49-F238E27FC236}">
                <a16:creationId xmlns:a16="http://schemas.microsoft.com/office/drawing/2014/main" id="{30583331-3C67-687B-8EE8-00406B0D784C}"/>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tretch>
            <a:fillRect/>
          </a:stretch>
        </p:blipFill>
        <p:spPr>
          <a:xfrm>
            <a:off x="5969000" y="0"/>
            <a:ext cx="6223000" cy="6858000"/>
          </a:xfrm>
          <a:prstGeom prst="rect">
            <a:avLst/>
          </a:prstGeom>
        </p:spPr>
      </p:pic>
      <p:sp>
        <p:nvSpPr>
          <p:cNvPr id="2" name="Title 1">
            <a:extLst>
              <a:ext uri="{FF2B5EF4-FFF2-40B4-BE49-F238E27FC236}">
                <a16:creationId xmlns:a16="http://schemas.microsoft.com/office/drawing/2014/main" id="{A586E238-E8CB-3DA3-45BF-7E7375A7C300}"/>
              </a:ext>
            </a:extLst>
          </p:cNvPr>
          <p:cNvSpPr>
            <a:spLocks noGrp="1"/>
          </p:cNvSpPr>
          <p:nvPr>
            <p:ph type="title"/>
          </p:nvPr>
        </p:nvSpPr>
        <p:spPr>
          <a:xfrm>
            <a:off x="348342" y="457200"/>
            <a:ext cx="6954158" cy="1465943"/>
          </a:xfrm>
        </p:spPr>
        <p:txBody>
          <a:bodyPr anchor="b">
            <a:normAutofit/>
          </a:bodyPr>
          <a:lstStyle>
            <a:lvl1pPr>
              <a:defRPr sz="3600" b="1">
                <a:solidFill>
                  <a:schemeClr val="tx2"/>
                </a:solidFill>
              </a:defRPr>
            </a:lvl1pPr>
          </a:lstStyle>
          <a:p>
            <a:r>
              <a:rPr lang="en-US"/>
              <a:t>Click to edit Master title style</a:t>
            </a:r>
            <a:endParaRPr lang="en-PH"/>
          </a:p>
        </p:txBody>
      </p:sp>
      <p:sp>
        <p:nvSpPr>
          <p:cNvPr id="7" name="Slide Number Placeholder 6">
            <a:extLst>
              <a:ext uri="{FF2B5EF4-FFF2-40B4-BE49-F238E27FC236}">
                <a16:creationId xmlns:a16="http://schemas.microsoft.com/office/drawing/2014/main" id="{05B38F64-D73D-78C8-2A94-DE14BFC51C14}"/>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pic>
        <p:nvPicPr>
          <p:cNvPr id="11" name="Picture 10" descr="A black background with blue and green text&#10;&#10;Description automatically generated">
            <a:extLst>
              <a:ext uri="{FF2B5EF4-FFF2-40B4-BE49-F238E27FC236}">
                <a16:creationId xmlns:a16="http://schemas.microsoft.com/office/drawing/2014/main" id="{E6E667EA-B10C-50D3-8874-70F471D988B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 y="5802191"/>
            <a:ext cx="4291012" cy="1049432"/>
          </a:xfrm>
          <a:prstGeom prst="rect">
            <a:avLst/>
          </a:prstGeom>
        </p:spPr>
      </p:pic>
      <p:sp>
        <p:nvSpPr>
          <p:cNvPr id="5" name="Content Placeholder 4">
            <a:extLst>
              <a:ext uri="{FF2B5EF4-FFF2-40B4-BE49-F238E27FC236}">
                <a16:creationId xmlns:a16="http://schemas.microsoft.com/office/drawing/2014/main" id="{32742A6E-BA2C-158D-2A8A-EC4BE22938D7}"/>
              </a:ext>
            </a:extLst>
          </p:cNvPr>
          <p:cNvSpPr>
            <a:spLocks noGrp="1"/>
          </p:cNvSpPr>
          <p:nvPr>
            <p:ph sz="quarter" idx="13"/>
          </p:nvPr>
        </p:nvSpPr>
        <p:spPr>
          <a:xfrm>
            <a:off x="347663" y="2008188"/>
            <a:ext cx="6370637" cy="3875087"/>
          </a:xfrm>
        </p:spPr>
        <p:txBody>
          <a:bodyPr/>
          <a:lstStyle>
            <a:lvl1pPr>
              <a:defRPr sz="20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blue and white logo&#10;&#10;Description automatically generated">
            <a:extLst>
              <a:ext uri="{FF2B5EF4-FFF2-40B4-BE49-F238E27FC236}">
                <a16:creationId xmlns:a16="http://schemas.microsoft.com/office/drawing/2014/main" id="{496834A2-A802-D293-933D-4E416437E9E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spTree>
    <p:extLst>
      <p:ext uri="{BB962C8B-B14F-4D97-AF65-F5344CB8AC3E}">
        <p14:creationId xmlns:p14="http://schemas.microsoft.com/office/powerpoint/2010/main" val="42367589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_Dark">
    <p:spTree>
      <p:nvGrpSpPr>
        <p:cNvPr id="1" name=""/>
        <p:cNvGrpSpPr/>
        <p:nvPr/>
      </p:nvGrpSpPr>
      <p:grpSpPr>
        <a:xfrm>
          <a:off x="0" y="0"/>
          <a:ext cx="0" cy="0"/>
          <a:chOff x="0" y="0"/>
          <a:chExt cx="0" cy="0"/>
        </a:xfrm>
      </p:grpSpPr>
      <p:pic>
        <p:nvPicPr>
          <p:cNvPr id="10" name="Picture 9" descr="A close up of a yellow and blue wave&#10;&#10;Description automatically generated">
            <a:extLst>
              <a:ext uri="{FF2B5EF4-FFF2-40B4-BE49-F238E27FC236}">
                <a16:creationId xmlns:a16="http://schemas.microsoft.com/office/drawing/2014/main" id="{30583331-3C67-687B-8EE8-00406B0D784C}"/>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tretch>
            <a:fillRect/>
          </a:stretch>
        </p:blipFill>
        <p:spPr>
          <a:xfrm>
            <a:off x="5969000" y="0"/>
            <a:ext cx="6223000" cy="6858000"/>
          </a:xfrm>
          <a:prstGeom prst="rect">
            <a:avLst/>
          </a:prstGeom>
        </p:spPr>
      </p:pic>
      <p:sp>
        <p:nvSpPr>
          <p:cNvPr id="2" name="Title 1">
            <a:extLst>
              <a:ext uri="{FF2B5EF4-FFF2-40B4-BE49-F238E27FC236}">
                <a16:creationId xmlns:a16="http://schemas.microsoft.com/office/drawing/2014/main" id="{A586E238-E8CB-3DA3-45BF-7E7375A7C300}"/>
              </a:ext>
            </a:extLst>
          </p:cNvPr>
          <p:cNvSpPr>
            <a:spLocks noGrp="1"/>
          </p:cNvSpPr>
          <p:nvPr>
            <p:ph type="title"/>
          </p:nvPr>
        </p:nvSpPr>
        <p:spPr>
          <a:xfrm>
            <a:off x="348342" y="457200"/>
            <a:ext cx="6954158" cy="1465943"/>
          </a:xfrm>
        </p:spPr>
        <p:txBody>
          <a:bodyPr anchor="b">
            <a:normAutofit/>
          </a:bodyPr>
          <a:lstStyle>
            <a:lvl1pPr>
              <a:defRPr sz="3600" b="1">
                <a:solidFill>
                  <a:schemeClr val="accent4"/>
                </a:solidFill>
              </a:defRPr>
            </a:lvl1pPr>
          </a:lstStyle>
          <a:p>
            <a:r>
              <a:rPr lang="en-US"/>
              <a:t>Click to edit Master title style</a:t>
            </a:r>
            <a:endParaRPr lang="en-PH"/>
          </a:p>
        </p:txBody>
      </p:sp>
      <p:sp>
        <p:nvSpPr>
          <p:cNvPr id="7" name="Slide Number Placeholder 6">
            <a:extLst>
              <a:ext uri="{FF2B5EF4-FFF2-40B4-BE49-F238E27FC236}">
                <a16:creationId xmlns:a16="http://schemas.microsoft.com/office/drawing/2014/main" id="{05B38F64-D73D-78C8-2A94-DE14BFC51C14}"/>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pic>
        <p:nvPicPr>
          <p:cNvPr id="11" name="Picture 10" descr="A black background with blue and green text&#10;&#10;Description automatically generated">
            <a:extLst>
              <a:ext uri="{FF2B5EF4-FFF2-40B4-BE49-F238E27FC236}">
                <a16:creationId xmlns:a16="http://schemas.microsoft.com/office/drawing/2014/main" id="{E6E667EA-B10C-50D3-8874-70F471D988B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 y="5802191"/>
            <a:ext cx="4291012" cy="1049432"/>
          </a:xfrm>
          <a:prstGeom prst="rect">
            <a:avLst/>
          </a:prstGeom>
        </p:spPr>
      </p:pic>
      <p:sp>
        <p:nvSpPr>
          <p:cNvPr id="5" name="Content Placeholder 4">
            <a:extLst>
              <a:ext uri="{FF2B5EF4-FFF2-40B4-BE49-F238E27FC236}">
                <a16:creationId xmlns:a16="http://schemas.microsoft.com/office/drawing/2014/main" id="{32742A6E-BA2C-158D-2A8A-EC4BE22938D7}"/>
              </a:ext>
            </a:extLst>
          </p:cNvPr>
          <p:cNvSpPr>
            <a:spLocks noGrp="1"/>
          </p:cNvSpPr>
          <p:nvPr>
            <p:ph sz="quarter" idx="13"/>
          </p:nvPr>
        </p:nvSpPr>
        <p:spPr>
          <a:xfrm>
            <a:off x="347663" y="2008188"/>
            <a:ext cx="6370637" cy="3875087"/>
          </a:xfrm>
        </p:spPr>
        <p:txBody>
          <a:bodyPr/>
          <a:lstStyle>
            <a:lvl1pPr>
              <a:defRPr sz="2000">
                <a:solidFill>
                  <a:schemeClr val="bg1"/>
                </a:solidFill>
              </a:defRPr>
            </a:lvl1pPr>
            <a:lvl2pPr>
              <a:defRPr sz="2000">
                <a:solidFill>
                  <a:schemeClr val="bg1"/>
                </a:solidFill>
              </a:defRPr>
            </a:lvl2pPr>
            <a:lvl3pPr>
              <a:defRPr sz="1800">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blue and white logo&#10;&#10;Description automatically generated">
            <a:extLst>
              <a:ext uri="{FF2B5EF4-FFF2-40B4-BE49-F238E27FC236}">
                <a16:creationId xmlns:a16="http://schemas.microsoft.com/office/drawing/2014/main" id="{496834A2-A802-D293-933D-4E416437E9E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spTree>
    <p:extLst>
      <p:ext uri="{BB962C8B-B14F-4D97-AF65-F5344CB8AC3E}">
        <p14:creationId xmlns:p14="http://schemas.microsoft.com/office/powerpoint/2010/main" val="15403820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Title and Content 2">
    <p:spTree>
      <p:nvGrpSpPr>
        <p:cNvPr id="1" name=""/>
        <p:cNvGrpSpPr/>
        <p:nvPr/>
      </p:nvGrpSpPr>
      <p:grpSpPr>
        <a:xfrm>
          <a:off x="0" y="0"/>
          <a:ext cx="0" cy="0"/>
          <a:chOff x="0" y="0"/>
          <a:chExt cx="0" cy="0"/>
        </a:xfrm>
      </p:grpSpPr>
      <p:pic>
        <p:nvPicPr>
          <p:cNvPr id="4" name="Picture 3" descr="A yellow and black background&#10;&#10;Description automatically generated">
            <a:extLst>
              <a:ext uri="{FF2B5EF4-FFF2-40B4-BE49-F238E27FC236}">
                <a16:creationId xmlns:a16="http://schemas.microsoft.com/office/drawing/2014/main" id="{45FF00F1-57A4-6BB7-3C36-9249E2A8DC4B}"/>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r="34111"/>
          <a:stretch/>
        </p:blipFill>
        <p:spPr>
          <a:xfrm>
            <a:off x="7971970" y="5724041"/>
            <a:ext cx="4220029" cy="1190708"/>
          </a:xfrm>
          <a:prstGeom prst="rect">
            <a:avLst/>
          </a:prstGeom>
        </p:spPr>
      </p:pic>
      <p:sp>
        <p:nvSpPr>
          <p:cNvPr id="2" name="Title 1">
            <a:extLst>
              <a:ext uri="{FF2B5EF4-FFF2-40B4-BE49-F238E27FC236}">
                <a16:creationId xmlns:a16="http://schemas.microsoft.com/office/drawing/2014/main" id="{5F57940A-D954-B4E7-52A0-8E206093280C}"/>
              </a:ext>
            </a:extLst>
          </p:cNvPr>
          <p:cNvSpPr>
            <a:spLocks noGrp="1"/>
          </p:cNvSpPr>
          <p:nvPr>
            <p:ph type="title"/>
          </p:nvPr>
        </p:nvSpPr>
        <p:spPr>
          <a:xfrm>
            <a:off x="355386" y="365125"/>
            <a:ext cx="11015661" cy="721995"/>
          </a:xfrm>
        </p:spPr>
        <p:txBody>
          <a:bodyPr>
            <a:normAutofit/>
          </a:bodyPr>
          <a:lstStyle>
            <a:lvl1pPr>
              <a:defRPr sz="3600" b="1">
                <a:solidFill>
                  <a:schemeClr val="tx2"/>
                </a:solidFill>
              </a:defRPr>
            </a:lvl1pPr>
          </a:lstStyle>
          <a:p>
            <a:r>
              <a:rPr lang="en-GB"/>
              <a:t>Click to edit Master title style</a:t>
            </a:r>
            <a:endParaRPr lang="en-PH"/>
          </a:p>
        </p:txBody>
      </p:sp>
      <p:sp>
        <p:nvSpPr>
          <p:cNvPr id="5" name="Slide Number Placeholder 4">
            <a:extLst>
              <a:ext uri="{FF2B5EF4-FFF2-40B4-BE49-F238E27FC236}">
                <a16:creationId xmlns:a16="http://schemas.microsoft.com/office/drawing/2014/main" id="{293C31C3-5528-9AE4-B3B0-776370FB8605}"/>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pic>
        <p:nvPicPr>
          <p:cNvPr id="7" name="Picture 6" descr="A black background with blue and green text&#10;&#10;Description automatically generated">
            <a:extLst>
              <a:ext uri="{FF2B5EF4-FFF2-40B4-BE49-F238E27FC236}">
                <a16:creationId xmlns:a16="http://schemas.microsoft.com/office/drawing/2014/main" id="{DC0C1517-D2A0-3390-60D6-B2BB45446C7F}"/>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 y="5802191"/>
            <a:ext cx="4291012" cy="1049432"/>
          </a:xfrm>
          <a:prstGeom prst="rect">
            <a:avLst/>
          </a:prstGeom>
        </p:spPr>
      </p:pic>
      <p:sp>
        <p:nvSpPr>
          <p:cNvPr id="9" name="Content Placeholder 8">
            <a:extLst>
              <a:ext uri="{FF2B5EF4-FFF2-40B4-BE49-F238E27FC236}">
                <a16:creationId xmlns:a16="http://schemas.microsoft.com/office/drawing/2014/main" id="{279A9974-0C06-EC11-9C7A-3C237DD371E2}"/>
              </a:ext>
            </a:extLst>
          </p:cNvPr>
          <p:cNvSpPr>
            <a:spLocks noGrp="1"/>
          </p:cNvSpPr>
          <p:nvPr>
            <p:ph sz="quarter" idx="13"/>
          </p:nvPr>
        </p:nvSpPr>
        <p:spPr>
          <a:xfrm>
            <a:off x="356067" y="1249680"/>
            <a:ext cx="11015662" cy="4693921"/>
          </a:xfrm>
        </p:spPr>
        <p:txBody>
          <a:bodyPr/>
          <a:lstStyle>
            <a:lvl1pPr>
              <a:lnSpc>
                <a:spcPct val="100000"/>
              </a:lnSpc>
              <a:defRPr sz="2000">
                <a:latin typeface="Segoe UI" panose="020B0502040204020203" pitchFamily="34" charset="0"/>
                <a:cs typeface="Segoe UI" panose="020B0502040204020203" pitchFamily="34" charset="0"/>
              </a:defRPr>
            </a:lvl1pPr>
            <a:lvl2pPr>
              <a:lnSpc>
                <a:spcPct val="100000"/>
              </a:lnSpc>
              <a:defRPr sz="2000">
                <a:latin typeface="Segoe UI" panose="020B0502040204020203" pitchFamily="34" charset="0"/>
                <a:cs typeface="Segoe UI" panose="020B0502040204020203" pitchFamily="34" charset="0"/>
              </a:defRPr>
            </a:lvl2pPr>
            <a:lvl3pPr>
              <a:lnSpc>
                <a:spcPct val="100000"/>
              </a:lnSpc>
              <a:defRPr sz="1800">
                <a:latin typeface="Segoe UI" panose="020B0502040204020203" pitchFamily="34" charset="0"/>
                <a:cs typeface="Segoe UI" panose="020B0502040204020203" pitchFamily="34" charset="0"/>
              </a:defRPr>
            </a:lvl3pPr>
            <a:lvl4pPr>
              <a:lnSpc>
                <a:spcPct val="100000"/>
              </a:lnSpc>
              <a:defRPr>
                <a:latin typeface="Segoe UI" panose="020B0502040204020203" pitchFamily="34" charset="0"/>
                <a:cs typeface="Segoe UI" panose="020B0502040204020203" pitchFamily="34" charset="0"/>
              </a:defRPr>
            </a:lvl4pPr>
            <a:lvl5pPr>
              <a:lnSpc>
                <a:spcPct val="100000"/>
              </a:lnSpc>
              <a:defRPr>
                <a:latin typeface="Segoe UI" panose="020B0502040204020203" pitchFamily="34" charset="0"/>
                <a:cs typeface="Segoe UI" panose="020B050204020402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H"/>
          </a:p>
        </p:txBody>
      </p:sp>
      <p:pic>
        <p:nvPicPr>
          <p:cNvPr id="3" name="Picture 2" descr="A blue and white logo&#10;&#10;Description automatically generated">
            <a:extLst>
              <a:ext uri="{FF2B5EF4-FFF2-40B4-BE49-F238E27FC236}">
                <a16:creationId xmlns:a16="http://schemas.microsoft.com/office/drawing/2014/main" id="{D48AC4AB-80D7-1771-129E-3D31ABB82F7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pic>
        <p:nvPicPr>
          <p:cNvPr id="6" name="Picture 5" descr="A green and blue gradient&#10;&#10;Description automatically generated">
            <a:extLst>
              <a:ext uri="{FF2B5EF4-FFF2-40B4-BE49-F238E27FC236}">
                <a16:creationId xmlns:a16="http://schemas.microsoft.com/office/drawing/2014/main" id="{4FED9CA0-BEF9-0C74-65A9-6F369B521094}"/>
              </a:ext>
            </a:extLst>
          </p:cNvPr>
          <p:cNvPicPr>
            <a:picLocks noChangeAspect="1"/>
          </p:cNvPicPr>
          <p:nvPr userDrawn="1"/>
        </p:nvPicPr>
        <p:blipFill rotWithShape="1">
          <a:blip r:embed="rId6" cstate="screen">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a:ext>
            </a:extLst>
          </a:blip>
          <a:srcRect/>
          <a:stretch/>
        </p:blipFill>
        <p:spPr>
          <a:xfrm>
            <a:off x="9287068" y="-7925"/>
            <a:ext cx="2904931" cy="913226"/>
          </a:xfrm>
          <a:prstGeom prst="rect">
            <a:avLst/>
          </a:prstGeom>
        </p:spPr>
      </p:pic>
    </p:spTree>
    <p:extLst>
      <p:ext uri="{BB962C8B-B14F-4D97-AF65-F5344CB8AC3E}">
        <p14:creationId xmlns:p14="http://schemas.microsoft.com/office/powerpoint/2010/main" val="34147575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2">
    <p:spTree>
      <p:nvGrpSpPr>
        <p:cNvPr id="1" name=""/>
        <p:cNvGrpSpPr/>
        <p:nvPr/>
      </p:nvGrpSpPr>
      <p:grpSpPr>
        <a:xfrm>
          <a:off x="0" y="0"/>
          <a:ext cx="0" cy="0"/>
          <a:chOff x="0" y="0"/>
          <a:chExt cx="0" cy="0"/>
        </a:xfrm>
      </p:grpSpPr>
      <p:pic>
        <p:nvPicPr>
          <p:cNvPr id="6" name="Picture 5" descr="A green and blue waves&#10;&#10;Description automatically generated">
            <a:extLst>
              <a:ext uri="{FF2B5EF4-FFF2-40B4-BE49-F238E27FC236}">
                <a16:creationId xmlns:a16="http://schemas.microsoft.com/office/drawing/2014/main" id="{72E6125C-66B5-7880-B09C-EB54D440173E}"/>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t="41799" r="18440"/>
          <a:stretch/>
        </p:blipFill>
        <p:spPr>
          <a:xfrm>
            <a:off x="2252183" y="2866570"/>
            <a:ext cx="9939818" cy="3991429"/>
          </a:xfrm>
          <a:prstGeom prst="rect">
            <a:avLst/>
          </a:prstGeom>
        </p:spPr>
      </p:pic>
      <p:sp>
        <p:nvSpPr>
          <p:cNvPr id="2" name="Title 1">
            <a:extLst>
              <a:ext uri="{FF2B5EF4-FFF2-40B4-BE49-F238E27FC236}">
                <a16:creationId xmlns:a16="http://schemas.microsoft.com/office/drawing/2014/main" id="{5F57940A-D954-B4E7-52A0-8E206093280C}"/>
              </a:ext>
            </a:extLst>
          </p:cNvPr>
          <p:cNvSpPr>
            <a:spLocks noGrp="1"/>
          </p:cNvSpPr>
          <p:nvPr>
            <p:ph type="title"/>
          </p:nvPr>
        </p:nvSpPr>
        <p:spPr>
          <a:xfrm>
            <a:off x="337457" y="365125"/>
            <a:ext cx="11015661" cy="1325563"/>
          </a:xfrm>
        </p:spPr>
        <p:txBody>
          <a:bodyPr>
            <a:normAutofit/>
          </a:bodyPr>
          <a:lstStyle>
            <a:lvl1pPr>
              <a:defRPr sz="3600" b="1">
                <a:solidFill>
                  <a:schemeClr val="accent6"/>
                </a:solidFill>
              </a:defRPr>
            </a:lvl1pPr>
          </a:lstStyle>
          <a:p>
            <a:r>
              <a:rPr lang="en-US"/>
              <a:t>Click to edit Master title style</a:t>
            </a:r>
            <a:endParaRPr lang="en-PH"/>
          </a:p>
        </p:txBody>
      </p:sp>
      <p:sp>
        <p:nvSpPr>
          <p:cNvPr id="5" name="Slide Number Placeholder 4">
            <a:extLst>
              <a:ext uri="{FF2B5EF4-FFF2-40B4-BE49-F238E27FC236}">
                <a16:creationId xmlns:a16="http://schemas.microsoft.com/office/drawing/2014/main" id="{293C31C3-5528-9AE4-B3B0-776370FB8605}"/>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sp>
        <p:nvSpPr>
          <p:cNvPr id="9" name="Content Placeholder 8">
            <a:extLst>
              <a:ext uri="{FF2B5EF4-FFF2-40B4-BE49-F238E27FC236}">
                <a16:creationId xmlns:a16="http://schemas.microsoft.com/office/drawing/2014/main" id="{279A9974-0C06-EC11-9C7A-3C237DD371E2}"/>
              </a:ext>
            </a:extLst>
          </p:cNvPr>
          <p:cNvSpPr>
            <a:spLocks noGrp="1"/>
          </p:cNvSpPr>
          <p:nvPr>
            <p:ph sz="quarter" idx="13"/>
          </p:nvPr>
        </p:nvSpPr>
        <p:spPr>
          <a:xfrm>
            <a:off x="338138" y="1822225"/>
            <a:ext cx="11015662" cy="4121376"/>
          </a:xfrm>
        </p:spPr>
        <p:txBody>
          <a:bodyPr/>
          <a:lstStyle>
            <a:lvl1pPr>
              <a:lnSpc>
                <a:spcPct val="100000"/>
              </a:lnSpc>
              <a:defRPr sz="2000">
                <a:latin typeface="Segoe UI" panose="020B0502040204020203" pitchFamily="34" charset="0"/>
                <a:cs typeface="Segoe UI" panose="020B0502040204020203" pitchFamily="34" charset="0"/>
              </a:defRPr>
            </a:lvl1pPr>
            <a:lvl2pPr>
              <a:lnSpc>
                <a:spcPct val="100000"/>
              </a:lnSpc>
              <a:defRPr sz="2000">
                <a:latin typeface="Segoe UI" panose="020B0502040204020203" pitchFamily="34" charset="0"/>
                <a:cs typeface="Segoe UI" panose="020B0502040204020203" pitchFamily="34" charset="0"/>
              </a:defRPr>
            </a:lvl2pPr>
            <a:lvl3pPr>
              <a:lnSpc>
                <a:spcPct val="100000"/>
              </a:lnSpc>
              <a:defRPr sz="1800">
                <a:latin typeface="Segoe UI" panose="020B0502040204020203" pitchFamily="34" charset="0"/>
                <a:cs typeface="Segoe UI" panose="020B0502040204020203" pitchFamily="34" charset="0"/>
              </a:defRPr>
            </a:lvl3pPr>
            <a:lvl4pPr>
              <a:lnSpc>
                <a:spcPct val="100000"/>
              </a:lnSpc>
              <a:defRPr>
                <a:latin typeface="Segoe UI" panose="020B0502040204020203" pitchFamily="34" charset="0"/>
                <a:cs typeface="Segoe UI" panose="020B0502040204020203" pitchFamily="34" charset="0"/>
              </a:defRPr>
            </a:lvl4pPr>
            <a:lvl5pPr>
              <a:lnSpc>
                <a:spcPct val="100000"/>
              </a:lnSpc>
              <a:defRPr>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Tree>
    <p:extLst>
      <p:ext uri="{BB962C8B-B14F-4D97-AF65-F5344CB8AC3E}">
        <p14:creationId xmlns:p14="http://schemas.microsoft.com/office/powerpoint/2010/main" val="315750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9" name="Picture 8" descr="A green and blue leaf&#10;&#10;Description automatically generated">
            <a:extLst>
              <a:ext uri="{FF2B5EF4-FFF2-40B4-BE49-F238E27FC236}">
                <a16:creationId xmlns:a16="http://schemas.microsoft.com/office/drawing/2014/main" id="{B6143A1B-9D0A-1705-3B54-07C32CE47CB0}"/>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2" name="Title 1">
            <a:extLst>
              <a:ext uri="{FF2B5EF4-FFF2-40B4-BE49-F238E27FC236}">
                <a16:creationId xmlns:a16="http://schemas.microsoft.com/office/drawing/2014/main" id="{A586E238-E8CB-3DA3-45BF-7E7375A7C300}"/>
              </a:ext>
            </a:extLst>
          </p:cNvPr>
          <p:cNvSpPr>
            <a:spLocks noGrp="1"/>
          </p:cNvSpPr>
          <p:nvPr>
            <p:ph type="title"/>
          </p:nvPr>
        </p:nvSpPr>
        <p:spPr>
          <a:xfrm>
            <a:off x="348342" y="457200"/>
            <a:ext cx="5969803" cy="1465943"/>
          </a:xfrm>
        </p:spPr>
        <p:txBody>
          <a:bodyPr anchor="b">
            <a:normAutofit/>
          </a:bodyPr>
          <a:lstStyle>
            <a:lvl1pPr>
              <a:defRPr sz="3600" b="1">
                <a:solidFill>
                  <a:schemeClr val="accent6"/>
                </a:solidFill>
              </a:defRPr>
            </a:lvl1pPr>
          </a:lstStyle>
          <a:p>
            <a:r>
              <a:rPr lang="en-US"/>
              <a:t>Click to edit Master title style</a:t>
            </a:r>
            <a:endParaRPr lang="en-PH"/>
          </a:p>
        </p:txBody>
      </p:sp>
      <p:sp>
        <p:nvSpPr>
          <p:cNvPr id="7" name="Slide Number Placeholder 6">
            <a:extLst>
              <a:ext uri="{FF2B5EF4-FFF2-40B4-BE49-F238E27FC236}">
                <a16:creationId xmlns:a16="http://schemas.microsoft.com/office/drawing/2014/main" id="{05B38F64-D73D-78C8-2A94-DE14BFC51C14}"/>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sp>
        <p:nvSpPr>
          <p:cNvPr id="5" name="Content Placeholder 4">
            <a:extLst>
              <a:ext uri="{FF2B5EF4-FFF2-40B4-BE49-F238E27FC236}">
                <a16:creationId xmlns:a16="http://schemas.microsoft.com/office/drawing/2014/main" id="{32742A6E-BA2C-158D-2A8A-EC4BE22938D7}"/>
              </a:ext>
            </a:extLst>
          </p:cNvPr>
          <p:cNvSpPr>
            <a:spLocks noGrp="1"/>
          </p:cNvSpPr>
          <p:nvPr>
            <p:ph sz="quarter" idx="13"/>
          </p:nvPr>
        </p:nvSpPr>
        <p:spPr>
          <a:xfrm>
            <a:off x="347663" y="2008188"/>
            <a:ext cx="5970587" cy="3875087"/>
          </a:xfrm>
        </p:spPr>
        <p:txBody>
          <a:bodyPr/>
          <a:lstStyle>
            <a:lvl1pPr>
              <a:defRPr sz="20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38213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6E238-E8CB-3DA3-45BF-7E7375A7C300}"/>
              </a:ext>
            </a:extLst>
          </p:cNvPr>
          <p:cNvSpPr>
            <a:spLocks noGrp="1"/>
          </p:cNvSpPr>
          <p:nvPr>
            <p:ph type="title"/>
          </p:nvPr>
        </p:nvSpPr>
        <p:spPr>
          <a:xfrm>
            <a:off x="348342" y="457200"/>
            <a:ext cx="5969803" cy="1465943"/>
          </a:xfrm>
        </p:spPr>
        <p:txBody>
          <a:bodyPr anchor="b">
            <a:normAutofit/>
          </a:bodyPr>
          <a:lstStyle>
            <a:lvl1pPr>
              <a:defRPr sz="3600" b="1">
                <a:solidFill>
                  <a:schemeClr val="bg1"/>
                </a:solidFill>
              </a:defRPr>
            </a:lvl1pPr>
          </a:lstStyle>
          <a:p>
            <a:r>
              <a:rPr lang="en-US"/>
              <a:t>Click to edit Master title style</a:t>
            </a:r>
            <a:endParaRPr lang="en-PH"/>
          </a:p>
        </p:txBody>
      </p:sp>
      <p:sp>
        <p:nvSpPr>
          <p:cNvPr id="7" name="Slide Number Placeholder 6">
            <a:extLst>
              <a:ext uri="{FF2B5EF4-FFF2-40B4-BE49-F238E27FC236}">
                <a16:creationId xmlns:a16="http://schemas.microsoft.com/office/drawing/2014/main" id="{05B38F64-D73D-78C8-2A94-DE14BFC51C14}"/>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pic>
        <p:nvPicPr>
          <p:cNvPr id="11" name="Picture 10" descr="A black background with blue and green text&#10;&#10;Description automatically generated">
            <a:extLst>
              <a:ext uri="{FF2B5EF4-FFF2-40B4-BE49-F238E27FC236}">
                <a16:creationId xmlns:a16="http://schemas.microsoft.com/office/drawing/2014/main" id="{E6E667EA-B10C-50D3-8874-70F471D988B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802191"/>
            <a:ext cx="4291012" cy="1049432"/>
          </a:xfrm>
          <a:prstGeom prst="rect">
            <a:avLst/>
          </a:prstGeom>
        </p:spPr>
      </p:pic>
      <p:sp>
        <p:nvSpPr>
          <p:cNvPr id="5" name="Content Placeholder 4">
            <a:extLst>
              <a:ext uri="{FF2B5EF4-FFF2-40B4-BE49-F238E27FC236}">
                <a16:creationId xmlns:a16="http://schemas.microsoft.com/office/drawing/2014/main" id="{32742A6E-BA2C-158D-2A8A-EC4BE22938D7}"/>
              </a:ext>
            </a:extLst>
          </p:cNvPr>
          <p:cNvSpPr>
            <a:spLocks noGrp="1"/>
          </p:cNvSpPr>
          <p:nvPr>
            <p:ph sz="quarter" idx="13"/>
          </p:nvPr>
        </p:nvSpPr>
        <p:spPr>
          <a:xfrm>
            <a:off x="347663" y="2008188"/>
            <a:ext cx="5970587" cy="3875087"/>
          </a:xfrm>
        </p:spPr>
        <p:txBody>
          <a:bodyPr/>
          <a:lstStyle>
            <a:lvl1pPr>
              <a:defRPr sz="2000">
                <a:solidFill>
                  <a:schemeClr val="bg1"/>
                </a:solidFill>
              </a:defRPr>
            </a:lvl1pPr>
            <a:lvl2pPr>
              <a:defRPr sz="2000">
                <a:solidFill>
                  <a:schemeClr val="bg1"/>
                </a:solidFill>
              </a:defRPr>
            </a:lvl2pPr>
            <a:lvl3pPr>
              <a:defRPr sz="1800">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descr="A close up of a colorful background&#10;&#10;Description automatically generated">
            <a:extLst>
              <a:ext uri="{FF2B5EF4-FFF2-40B4-BE49-F238E27FC236}">
                <a16:creationId xmlns:a16="http://schemas.microsoft.com/office/drawing/2014/main" id="{393B9947-42D1-097E-172D-94CC4BCCF2C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68412" y="0"/>
            <a:ext cx="6223587" cy="6858000"/>
          </a:xfrm>
          <a:prstGeom prst="rect">
            <a:avLst/>
          </a:prstGeom>
        </p:spPr>
      </p:pic>
    </p:spTree>
    <p:extLst>
      <p:ext uri="{BB962C8B-B14F-4D97-AF65-F5344CB8AC3E}">
        <p14:creationId xmlns:p14="http://schemas.microsoft.com/office/powerpoint/2010/main" val="38640610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EB07EE-72B5-463C-98D2-54F27CB38636}"/>
              </a:ext>
            </a:extLst>
          </p:cNvPr>
          <p:cNvSpPr/>
          <p:nvPr userDrawn="1"/>
        </p:nvSpPr>
        <p:spPr>
          <a:xfrm>
            <a:off x="4194313" y="6112565"/>
            <a:ext cx="6102626" cy="7454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50261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Content Slide 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9E25E5-2E90-E544-AF49-9E3B5DA090C3}"/>
              </a:ext>
            </a:extLst>
          </p:cNvPr>
          <p:cNvSpPr>
            <a:spLocks noGrp="1"/>
          </p:cNvSpPr>
          <p:nvPr>
            <p:ph type="sldNum" sz="quarter" idx="10"/>
          </p:nvPr>
        </p:nvSpPr>
        <p:spPr/>
        <p:txBody>
          <a:bodyPr/>
          <a:lstStyle/>
          <a:p>
            <a:fld id="{4CA4822F-346A-054D-AB12-4FC55F830280}" type="slidenum">
              <a:rPr lang="en-US" smtClean="0"/>
              <a:t>‹#›</a:t>
            </a:fld>
            <a:endParaRPr lang="en-US"/>
          </a:p>
        </p:txBody>
      </p:sp>
      <p:sp>
        <p:nvSpPr>
          <p:cNvPr id="4" name="Title 1">
            <a:extLst>
              <a:ext uri="{FF2B5EF4-FFF2-40B4-BE49-F238E27FC236}">
                <a16:creationId xmlns:a16="http://schemas.microsoft.com/office/drawing/2014/main" id="{B48B916A-1B95-A948-9FFD-643666578FE2}"/>
              </a:ext>
            </a:extLst>
          </p:cNvPr>
          <p:cNvSpPr>
            <a:spLocks noGrp="1"/>
          </p:cNvSpPr>
          <p:nvPr>
            <p:ph type="title"/>
          </p:nvPr>
        </p:nvSpPr>
        <p:spPr>
          <a:xfrm>
            <a:off x="219456" y="365125"/>
            <a:ext cx="11814048" cy="713867"/>
          </a:xfrm>
          <a:prstGeom prst="rect">
            <a:avLst/>
          </a:prstGeom>
        </p:spPr>
        <p:txBody>
          <a:bodyPr/>
          <a:lstStyle>
            <a:lvl1pPr>
              <a:defRPr sz="4000" b="1">
                <a:solidFill>
                  <a:schemeClr val="tx2"/>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4A243C6D-03AC-9C42-8DB6-2E36F3C212D1}"/>
              </a:ext>
            </a:extLst>
          </p:cNvPr>
          <p:cNvSpPr>
            <a:spLocks noGrp="1"/>
          </p:cNvSpPr>
          <p:nvPr>
            <p:ph idx="1"/>
          </p:nvPr>
        </p:nvSpPr>
        <p:spPr>
          <a:xfrm>
            <a:off x="219456" y="1261872"/>
            <a:ext cx="11814048" cy="4791457"/>
          </a:xfrm>
          <a:prstGeom prst="rect">
            <a:avLst/>
          </a:prstGeom>
        </p:spPr>
        <p:txBody>
          <a:bodyPr/>
          <a:lstStyle>
            <a:lvl1pPr>
              <a:defRPr b="0" i="0">
                <a:latin typeface="Calibri Light" panose="020F0302020204030204" pitchFamily="34" charset="0"/>
                <a:cs typeface="Calibri Light" panose="020F0302020204030204" pitchFamily="34" charset="0"/>
              </a:defRPr>
            </a:lvl1pPr>
            <a:lvl2pPr>
              <a:defRPr b="0" i="0">
                <a:latin typeface="Calibri Light" panose="020F0302020204030204" pitchFamily="34" charset="0"/>
                <a:cs typeface="Calibri Light" panose="020F0302020204030204" pitchFamily="34" charset="0"/>
              </a:defRPr>
            </a:lvl2pPr>
            <a:lvl3pPr>
              <a:defRPr b="0" i="0">
                <a:latin typeface="Calibri Light" panose="020F0302020204030204" pitchFamily="34" charset="0"/>
                <a:cs typeface="Calibri Light" panose="020F0302020204030204" pitchFamily="34" charset="0"/>
              </a:defRPr>
            </a:lvl3pPr>
            <a:lvl4pPr>
              <a:defRPr b="0" i="0">
                <a:latin typeface="Calibri Light" panose="020F0302020204030204" pitchFamily="34" charset="0"/>
                <a:cs typeface="Calibri Light" panose="020F0302020204030204" pitchFamily="34" charset="0"/>
              </a:defRPr>
            </a:lvl4pPr>
            <a:lvl5pPr>
              <a:defRPr b="0" i="0">
                <a:latin typeface="Calibri Light" panose="020F0302020204030204" pitchFamily="34" charset="0"/>
                <a:cs typeface="Calibri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A green and blue waves&#10;&#10;Description automatically generated">
            <a:extLst>
              <a:ext uri="{FF2B5EF4-FFF2-40B4-BE49-F238E27FC236}">
                <a16:creationId xmlns:a16="http://schemas.microsoft.com/office/drawing/2014/main" id="{AFD5098E-8464-0F84-F0DC-AE2596DB6DE5}"/>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t="41799" r="18440"/>
          <a:stretch/>
        </p:blipFill>
        <p:spPr>
          <a:xfrm>
            <a:off x="2252183" y="2898100"/>
            <a:ext cx="9939818" cy="3991429"/>
          </a:xfrm>
          <a:prstGeom prst="rect">
            <a:avLst/>
          </a:prstGeom>
        </p:spPr>
      </p:pic>
    </p:spTree>
    <p:extLst>
      <p:ext uri="{BB962C8B-B14F-4D97-AF65-F5344CB8AC3E}">
        <p14:creationId xmlns:p14="http://schemas.microsoft.com/office/powerpoint/2010/main" val="17244366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5_Title and Content 2">
    <p:spTree>
      <p:nvGrpSpPr>
        <p:cNvPr id="1" name=""/>
        <p:cNvGrpSpPr/>
        <p:nvPr/>
      </p:nvGrpSpPr>
      <p:grpSpPr>
        <a:xfrm>
          <a:off x="0" y="0"/>
          <a:ext cx="0" cy="0"/>
          <a:chOff x="0" y="0"/>
          <a:chExt cx="0" cy="0"/>
        </a:xfrm>
      </p:grpSpPr>
      <p:pic>
        <p:nvPicPr>
          <p:cNvPr id="4" name="Picture 3" descr="A yellow and black background&#10;&#10;Description automatically generated">
            <a:extLst>
              <a:ext uri="{FF2B5EF4-FFF2-40B4-BE49-F238E27FC236}">
                <a16:creationId xmlns:a16="http://schemas.microsoft.com/office/drawing/2014/main" id="{45FF00F1-57A4-6BB7-3C36-9249E2A8DC4B}"/>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r="34111"/>
          <a:stretch/>
        </p:blipFill>
        <p:spPr>
          <a:xfrm>
            <a:off x="7971970" y="5724041"/>
            <a:ext cx="4220029" cy="1190708"/>
          </a:xfrm>
          <a:prstGeom prst="rect">
            <a:avLst/>
          </a:prstGeom>
        </p:spPr>
      </p:pic>
      <p:sp>
        <p:nvSpPr>
          <p:cNvPr id="2" name="Title 1">
            <a:extLst>
              <a:ext uri="{FF2B5EF4-FFF2-40B4-BE49-F238E27FC236}">
                <a16:creationId xmlns:a16="http://schemas.microsoft.com/office/drawing/2014/main" id="{5F57940A-D954-B4E7-52A0-8E206093280C}"/>
              </a:ext>
            </a:extLst>
          </p:cNvPr>
          <p:cNvSpPr>
            <a:spLocks noGrp="1"/>
          </p:cNvSpPr>
          <p:nvPr>
            <p:ph type="title"/>
          </p:nvPr>
        </p:nvSpPr>
        <p:spPr>
          <a:xfrm>
            <a:off x="355386" y="365125"/>
            <a:ext cx="11015661" cy="1325563"/>
          </a:xfrm>
        </p:spPr>
        <p:txBody>
          <a:bodyPr>
            <a:normAutofit/>
          </a:bodyPr>
          <a:lstStyle>
            <a:lvl1pPr>
              <a:defRPr sz="3600" b="1">
                <a:solidFill>
                  <a:schemeClr val="tx2"/>
                </a:solidFill>
              </a:defRPr>
            </a:lvl1pPr>
          </a:lstStyle>
          <a:p>
            <a:r>
              <a:rPr lang="en-US"/>
              <a:t>Click to edit Master title style</a:t>
            </a:r>
            <a:endParaRPr lang="en-PH"/>
          </a:p>
        </p:txBody>
      </p:sp>
      <p:sp>
        <p:nvSpPr>
          <p:cNvPr id="5" name="Slide Number Placeholder 4">
            <a:extLst>
              <a:ext uri="{FF2B5EF4-FFF2-40B4-BE49-F238E27FC236}">
                <a16:creationId xmlns:a16="http://schemas.microsoft.com/office/drawing/2014/main" id="{293C31C3-5528-9AE4-B3B0-776370FB8605}"/>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sp>
        <p:nvSpPr>
          <p:cNvPr id="9" name="Content Placeholder 8">
            <a:extLst>
              <a:ext uri="{FF2B5EF4-FFF2-40B4-BE49-F238E27FC236}">
                <a16:creationId xmlns:a16="http://schemas.microsoft.com/office/drawing/2014/main" id="{279A9974-0C06-EC11-9C7A-3C237DD371E2}"/>
              </a:ext>
            </a:extLst>
          </p:cNvPr>
          <p:cNvSpPr>
            <a:spLocks noGrp="1"/>
          </p:cNvSpPr>
          <p:nvPr>
            <p:ph sz="quarter" idx="13"/>
          </p:nvPr>
        </p:nvSpPr>
        <p:spPr>
          <a:xfrm>
            <a:off x="356067" y="1822225"/>
            <a:ext cx="11015662" cy="4121376"/>
          </a:xfrm>
        </p:spPr>
        <p:txBody>
          <a:bodyPr/>
          <a:lstStyle>
            <a:lvl1pPr>
              <a:lnSpc>
                <a:spcPct val="100000"/>
              </a:lnSpc>
              <a:defRPr sz="2000">
                <a:latin typeface="Segoe UI" panose="020B0502040204020203" pitchFamily="34" charset="0"/>
                <a:cs typeface="Segoe UI" panose="020B0502040204020203" pitchFamily="34" charset="0"/>
              </a:defRPr>
            </a:lvl1pPr>
            <a:lvl2pPr>
              <a:lnSpc>
                <a:spcPct val="100000"/>
              </a:lnSpc>
              <a:defRPr sz="2000">
                <a:latin typeface="Segoe UI" panose="020B0502040204020203" pitchFamily="34" charset="0"/>
                <a:cs typeface="Segoe UI" panose="020B0502040204020203" pitchFamily="34" charset="0"/>
              </a:defRPr>
            </a:lvl2pPr>
            <a:lvl3pPr>
              <a:lnSpc>
                <a:spcPct val="100000"/>
              </a:lnSpc>
              <a:defRPr sz="1800">
                <a:latin typeface="Segoe UI" panose="020B0502040204020203" pitchFamily="34" charset="0"/>
                <a:cs typeface="Segoe UI" panose="020B0502040204020203" pitchFamily="34" charset="0"/>
              </a:defRPr>
            </a:lvl3pPr>
            <a:lvl4pPr>
              <a:lnSpc>
                <a:spcPct val="100000"/>
              </a:lnSpc>
              <a:defRPr>
                <a:latin typeface="Segoe UI" panose="020B0502040204020203" pitchFamily="34" charset="0"/>
                <a:cs typeface="Segoe UI" panose="020B0502040204020203" pitchFamily="34" charset="0"/>
              </a:defRPr>
            </a:lvl4pPr>
            <a:lvl5pPr>
              <a:lnSpc>
                <a:spcPct val="100000"/>
              </a:lnSpc>
              <a:defRPr>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pic>
        <p:nvPicPr>
          <p:cNvPr id="3" name="Picture 2" descr="A blue and white logo&#10;&#10;Description automatically generated">
            <a:extLst>
              <a:ext uri="{FF2B5EF4-FFF2-40B4-BE49-F238E27FC236}">
                <a16:creationId xmlns:a16="http://schemas.microsoft.com/office/drawing/2014/main" id="{D48AC4AB-80D7-1771-129E-3D31ABB82F7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spTree>
    <p:extLst>
      <p:ext uri="{BB962C8B-B14F-4D97-AF65-F5344CB8AC3E}">
        <p14:creationId xmlns:p14="http://schemas.microsoft.com/office/powerpoint/2010/main" val="13094193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6_Title and Content 2">
    <p:spTree>
      <p:nvGrpSpPr>
        <p:cNvPr id="1" name=""/>
        <p:cNvGrpSpPr/>
        <p:nvPr/>
      </p:nvGrpSpPr>
      <p:grpSpPr>
        <a:xfrm>
          <a:off x="0" y="0"/>
          <a:ext cx="0" cy="0"/>
          <a:chOff x="0" y="0"/>
          <a:chExt cx="0" cy="0"/>
        </a:xfrm>
      </p:grpSpPr>
      <p:pic>
        <p:nvPicPr>
          <p:cNvPr id="4" name="Picture 3" descr="A yellow and black background&#10;&#10;Description automatically generated">
            <a:extLst>
              <a:ext uri="{FF2B5EF4-FFF2-40B4-BE49-F238E27FC236}">
                <a16:creationId xmlns:a16="http://schemas.microsoft.com/office/drawing/2014/main" id="{45FF00F1-57A4-6BB7-3C36-9249E2A8DC4B}"/>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r="34111"/>
          <a:stretch/>
        </p:blipFill>
        <p:spPr>
          <a:xfrm>
            <a:off x="7971970" y="5724041"/>
            <a:ext cx="4220029" cy="1190708"/>
          </a:xfrm>
          <a:prstGeom prst="rect">
            <a:avLst/>
          </a:prstGeom>
        </p:spPr>
      </p:pic>
      <p:sp>
        <p:nvSpPr>
          <p:cNvPr id="2" name="Title 1">
            <a:extLst>
              <a:ext uri="{FF2B5EF4-FFF2-40B4-BE49-F238E27FC236}">
                <a16:creationId xmlns:a16="http://schemas.microsoft.com/office/drawing/2014/main" id="{5F57940A-D954-B4E7-52A0-8E206093280C}"/>
              </a:ext>
            </a:extLst>
          </p:cNvPr>
          <p:cNvSpPr>
            <a:spLocks noGrp="1"/>
          </p:cNvSpPr>
          <p:nvPr>
            <p:ph type="title"/>
          </p:nvPr>
        </p:nvSpPr>
        <p:spPr>
          <a:xfrm>
            <a:off x="524564" y="365125"/>
            <a:ext cx="11160125" cy="1049433"/>
          </a:xfrm>
        </p:spPr>
        <p:txBody>
          <a:bodyPr>
            <a:normAutofit/>
          </a:bodyPr>
          <a:lstStyle>
            <a:lvl1pPr>
              <a:defRPr sz="3000" b="1">
                <a:solidFill>
                  <a:schemeClr val="tx2"/>
                </a:solidFill>
              </a:defRPr>
            </a:lvl1pPr>
          </a:lstStyle>
          <a:p>
            <a:r>
              <a:rPr lang="en-US"/>
              <a:t>Click to edit Master title style</a:t>
            </a:r>
            <a:endParaRPr lang="en-PH"/>
          </a:p>
        </p:txBody>
      </p:sp>
      <p:sp>
        <p:nvSpPr>
          <p:cNvPr id="5" name="Slide Number Placeholder 4">
            <a:extLst>
              <a:ext uri="{FF2B5EF4-FFF2-40B4-BE49-F238E27FC236}">
                <a16:creationId xmlns:a16="http://schemas.microsoft.com/office/drawing/2014/main" id="{293C31C3-5528-9AE4-B3B0-776370FB8605}"/>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pic>
        <p:nvPicPr>
          <p:cNvPr id="3" name="Picture 2" descr="A blue and white logo&#10;&#10;Description automatically generated">
            <a:extLst>
              <a:ext uri="{FF2B5EF4-FFF2-40B4-BE49-F238E27FC236}">
                <a16:creationId xmlns:a16="http://schemas.microsoft.com/office/drawing/2014/main" id="{D48AC4AB-80D7-1771-129E-3D31ABB82F7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spTree>
    <p:extLst>
      <p:ext uri="{BB962C8B-B14F-4D97-AF65-F5344CB8AC3E}">
        <p14:creationId xmlns:p14="http://schemas.microsoft.com/office/powerpoint/2010/main" val="18476408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7" name="Picture 6" descr="A yellow and black background&#10;&#10;Description automatically generated">
            <a:extLst>
              <a:ext uri="{FF2B5EF4-FFF2-40B4-BE49-F238E27FC236}">
                <a16:creationId xmlns:a16="http://schemas.microsoft.com/office/drawing/2014/main" id="{D98C54E4-BBD9-B9A8-144E-B0B8FB8E9DE4}"/>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r="34111"/>
          <a:stretch/>
        </p:blipFill>
        <p:spPr>
          <a:xfrm>
            <a:off x="7971970" y="5724041"/>
            <a:ext cx="4220029" cy="1190708"/>
          </a:xfrm>
          <a:prstGeom prst="rect">
            <a:avLst/>
          </a:prstGeom>
        </p:spPr>
      </p:pic>
      <p:sp>
        <p:nvSpPr>
          <p:cNvPr id="2" name="Title 1">
            <a:extLst>
              <a:ext uri="{FF2B5EF4-FFF2-40B4-BE49-F238E27FC236}">
                <a16:creationId xmlns:a16="http://schemas.microsoft.com/office/drawing/2014/main" id="{D600BD2A-E58A-12B7-BFDE-DEFA70545B20}"/>
              </a:ext>
            </a:extLst>
          </p:cNvPr>
          <p:cNvSpPr>
            <a:spLocks noGrp="1"/>
          </p:cNvSpPr>
          <p:nvPr>
            <p:ph type="title"/>
          </p:nvPr>
        </p:nvSpPr>
        <p:spPr>
          <a:xfrm>
            <a:off x="341085" y="365125"/>
            <a:ext cx="11041743" cy="1325563"/>
          </a:xfrm>
        </p:spPr>
        <p:txBody>
          <a:bodyPr>
            <a:normAutofit/>
          </a:bodyPr>
          <a:lstStyle>
            <a:lvl1pPr>
              <a:defRPr sz="3600" b="1">
                <a:solidFill>
                  <a:srgbClr val="00AABB"/>
                </a:solidFill>
              </a:defRPr>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A7A4558B-5F9B-1B2A-F0DE-2EFB049E62D1}"/>
              </a:ext>
            </a:extLst>
          </p:cNvPr>
          <p:cNvSpPr>
            <a:spLocks noGrp="1"/>
          </p:cNvSpPr>
          <p:nvPr>
            <p:ph idx="1"/>
          </p:nvPr>
        </p:nvSpPr>
        <p:spPr>
          <a:xfrm>
            <a:off x="341085" y="1825625"/>
            <a:ext cx="11041743" cy="4139746"/>
          </a:xfrm>
        </p:spPr>
        <p:txBody>
          <a:bodyPr/>
          <a:lstStyle>
            <a:lvl1pPr>
              <a:lnSpc>
                <a:spcPct val="100000"/>
              </a:lnSpc>
              <a:defRPr sz="2000">
                <a:latin typeface="Segoe UI" panose="020B0502040204020203" pitchFamily="34" charset="0"/>
                <a:cs typeface="Segoe UI" panose="020B0502040204020203" pitchFamily="34" charset="0"/>
              </a:defRPr>
            </a:lvl1pPr>
            <a:lvl2pPr>
              <a:lnSpc>
                <a:spcPct val="100000"/>
              </a:lnSpc>
              <a:defRPr sz="2000">
                <a:latin typeface="Segoe UI" panose="020B0502040204020203" pitchFamily="34" charset="0"/>
                <a:cs typeface="Segoe UI" panose="020B0502040204020203" pitchFamily="34" charset="0"/>
              </a:defRPr>
            </a:lvl2pPr>
            <a:lvl3pPr>
              <a:lnSpc>
                <a:spcPct val="100000"/>
              </a:lnSpc>
              <a:defRPr sz="1800">
                <a:latin typeface="Segoe UI" panose="020B0502040204020203" pitchFamily="34" charset="0"/>
                <a:cs typeface="Segoe UI" panose="020B0502040204020203" pitchFamily="34" charset="0"/>
              </a:defRPr>
            </a:lvl3pPr>
            <a:lvl4pPr>
              <a:lnSpc>
                <a:spcPct val="100000"/>
              </a:lnSpc>
              <a:defRPr>
                <a:latin typeface="Segoe UI" panose="020B0502040204020203" pitchFamily="34" charset="0"/>
                <a:cs typeface="Segoe UI" panose="020B0502040204020203" pitchFamily="34" charset="0"/>
              </a:defRPr>
            </a:lvl4pPr>
            <a:lvl5pPr>
              <a:lnSpc>
                <a:spcPct val="100000"/>
              </a:lnSpc>
              <a:defRPr>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Slide Number Placeholder 5">
            <a:extLst>
              <a:ext uri="{FF2B5EF4-FFF2-40B4-BE49-F238E27FC236}">
                <a16:creationId xmlns:a16="http://schemas.microsoft.com/office/drawing/2014/main" id="{50E0ED74-28F0-4005-7C6F-12FACC50E63B}"/>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pic>
        <p:nvPicPr>
          <p:cNvPr id="4" name="Picture 3" descr="A blue and white logo&#10;&#10;Description automatically generated">
            <a:extLst>
              <a:ext uri="{FF2B5EF4-FFF2-40B4-BE49-F238E27FC236}">
                <a16:creationId xmlns:a16="http://schemas.microsoft.com/office/drawing/2014/main" id="{A0CD0736-EB50-330A-55B9-C8741580A36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pic>
        <p:nvPicPr>
          <p:cNvPr id="5" name="Picture 4" descr="A green and blue gradient&#10;&#10;Description automatically generated">
            <a:extLst>
              <a:ext uri="{FF2B5EF4-FFF2-40B4-BE49-F238E27FC236}">
                <a16:creationId xmlns:a16="http://schemas.microsoft.com/office/drawing/2014/main" id="{2C7E166D-ECFA-286E-2CE6-033F5000AECC}"/>
              </a:ext>
            </a:extLst>
          </p:cNvPr>
          <p:cNvPicPr>
            <a:picLocks noChangeAspect="1"/>
          </p:cNvPicPr>
          <p:nvPr userDrawn="1"/>
        </p:nvPicPr>
        <p:blipFill rotWithShape="1">
          <a:blip r:embed="rId5" cstate="screen">
            <a:extLst>
              <a:ext uri="{BEBA8EAE-BF5A-486C-A8C5-ECC9F3942E4B}">
                <a14:imgProps xmlns:a14="http://schemas.microsoft.com/office/drawing/2010/main">
                  <a14:imgLayer r:embed="rId6">
                    <a14:imgEffect>
                      <a14:brightnessContrast contrast="-20000"/>
                    </a14:imgEffect>
                  </a14:imgLayer>
                </a14:imgProps>
              </a:ext>
              <a:ext uri="{28A0092B-C50C-407E-A947-70E740481C1C}">
                <a14:useLocalDpi xmlns:a14="http://schemas.microsoft.com/office/drawing/2010/main"/>
              </a:ext>
            </a:extLst>
          </a:blip>
          <a:srcRect/>
          <a:stretch/>
        </p:blipFill>
        <p:spPr>
          <a:xfrm>
            <a:off x="6788166" y="-7925"/>
            <a:ext cx="5403834" cy="1698808"/>
          </a:xfrm>
          <a:prstGeom prst="rect">
            <a:avLst/>
          </a:prstGeom>
        </p:spPr>
      </p:pic>
      <p:pic>
        <p:nvPicPr>
          <p:cNvPr id="10" name="Picture 9">
            <a:extLst>
              <a:ext uri="{FF2B5EF4-FFF2-40B4-BE49-F238E27FC236}">
                <a16:creationId xmlns:a16="http://schemas.microsoft.com/office/drawing/2014/main" id="{4D880F22-965C-22E1-C24E-C49D1FCF9E4D}"/>
              </a:ext>
            </a:extLst>
          </p:cNvPr>
          <p:cNvPicPr>
            <a:picLocks noChangeAspect="1"/>
          </p:cNvPicPr>
          <p:nvPr userDrawn="1"/>
        </p:nvPicPr>
        <p:blipFill>
          <a:blip r:embed="rId7">
            <a:extLst>
              <a:ext uri="{28A0092B-C50C-407E-A947-70E740481C1C}">
                <a14:useLocalDpi xmlns:a14="http://schemas.microsoft.com/office/drawing/2010/main" val="0"/>
              </a:ext>
            </a:extLst>
          </a:blip>
          <a:srcRect b="44042"/>
          <a:stretch/>
        </p:blipFill>
        <p:spPr>
          <a:xfrm>
            <a:off x="11376" y="6061397"/>
            <a:ext cx="4291012" cy="587151"/>
          </a:xfrm>
          <a:prstGeom prst="rect">
            <a:avLst/>
          </a:prstGeom>
        </p:spPr>
      </p:pic>
    </p:spTree>
    <p:extLst>
      <p:ext uri="{BB962C8B-B14F-4D97-AF65-F5344CB8AC3E}">
        <p14:creationId xmlns:p14="http://schemas.microsoft.com/office/powerpoint/2010/main" val="3162197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2_Dark">
    <p:spTree>
      <p:nvGrpSpPr>
        <p:cNvPr id="1" name=""/>
        <p:cNvGrpSpPr/>
        <p:nvPr/>
      </p:nvGrpSpPr>
      <p:grpSpPr>
        <a:xfrm>
          <a:off x="0" y="0"/>
          <a:ext cx="0" cy="0"/>
          <a:chOff x="0" y="0"/>
          <a:chExt cx="0" cy="0"/>
        </a:xfrm>
      </p:grpSpPr>
      <p:pic>
        <p:nvPicPr>
          <p:cNvPr id="4" name="Picture 3" descr="A yellow and black background&#10;&#10;Description automatically generated">
            <a:extLst>
              <a:ext uri="{FF2B5EF4-FFF2-40B4-BE49-F238E27FC236}">
                <a16:creationId xmlns:a16="http://schemas.microsoft.com/office/drawing/2014/main" id="{45FF00F1-57A4-6BB7-3C36-9249E2A8DC4B}"/>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a:stretch/>
        </p:blipFill>
        <p:spPr>
          <a:xfrm>
            <a:off x="7971970" y="5724041"/>
            <a:ext cx="4220029" cy="1190708"/>
          </a:xfrm>
          <a:prstGeom prst="rect">
            <a:avLst/>
          </a:prstGeom>
        </p:spPr>
      </p:pic>
      <p:sp>
        <p:nvSpPr>
          <p:cNvPr id="2" name="Title 1">
            <a:extLst>
              <a:ext uri="{FF2B5EF4-FFF2-40B4-BE49-F238E27FC236}">
                <a16:creationId xmlns:a16="http://schemas.microsoft.com/office/drawing/2014/main" id="{5F57940A-D954-B4E7-52A0-8E206093280C}"/>
              </a:ext>
            </a:extLst>
          </p:cNvPr>
          <p:cNvSpPr>
            <a:spLocks noGrp="1"/>
          </p:cNvSpPr>
          <p:nvPr>
            <p:ph type="title"/>
          </p:nvPr>
        </p:nvSpPr>
        <p:spPr>
          <a:xfrm>
            <a:off x="355386" y="365125"/>
            <a:ext cx="11015661" cy="1325563"/>
          </a:xfrm>
        </p:spPr>
        <p:txBody>
          <a:bodyPr>
            <a:normAutofit/>
          </a:bodyPr>
          <a:lstStyle>
            <a:lvl1pPr>
              <a:defRPr sz="3600" b="1">
                <a:solidFill>
                  <a:srgbClr val="C8DA2B"/>
                </a:solidFill>
              </a:defRPr>
            </a:lvl1pPr>
          </a:lstStyle>
          <a:p>
            <a:r>
              <a:rPr lang="en-US"/>
              <a:t>Click to edit Master title style</a:t>
            </a:r>
            <a:endParaRPr lang="en-PH"/>
          </a:p>
        </p:txBody>
      </p:sp>
      <p:sp>
        <p:nvSpPr>
          <p:cNvPr id="5" name="Slide Number Placeholder 4">
            <a:extLst>
              <a:ext uri="{FF2B5EF4-FFF2-40B4-BE49-F238E27FC236}">
                <a16:creationId xmlns:a16="http://schemas.microsoft.com/office/drawing/2014/main" id="{293C31C3-5528-9AE4-B3B0-776370FB8605}"/>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sp>
        <p:nvSpPr>
          <p:cNvPr id="9" name="Content Placeholder 8">
            <a:extLst>
              <a:ext uri="{FF2B5EF4-FFF2-40B4-BE49-F238E27FC236}">
                <a16:creationId xmlns:a16="http://schemas.microsoft.com/office/drawing/2014/main" id="{279A9974-0C06-EC11-9C7A-3C237DD371E2}"/>
              </a:ext>
            </a:extLst>
          </p:cNvPr>
          <p:cNvSpPr>
            <a:spLocks noGrp="1"/>
          </p:cNvSpPr>
          <p:nvPr>
            <p:ph sz="quarter" idx="13"/>
          </p:nvPr>
        </p:nvSpPr>
        <p:spPr>
          <a:xfrm>
            <a:off x="356067" y="1822225"/>
            <a:ext cx="11015662" cy="4121376"/>
          </a:xfrm>
        </p:spPr>
        <p:txBody>
          <a:bodyPr/>
          <a:lstStyle>
            <a:lvl1pPr>
              <a:lnSpc>
                <a:spcPct val="100000"/>
              </a:lnSpc>
              <a:defRPr sz="2000">
                <a:solidFill>
                  <a:schemeClr val="bg1"/>
                </a:solidFill>
                <a:latin typeface="Segoe UI" panose="020B0502040204020203" pitchFamily="34" charset="0"/>
                <a:cs typeface="Segoe UI" panose="020B0502040204020203" pitchFamily="34" charset="0"/>
              </a:defRPr>
            </a:lvl1pPr>
            <a:lvl2pPr>
              <a:lnSpc>
                <a:spcPct val="100000"/>
              </a:lnSpc>
              <a:defRPr sz="2000">
                <a:solidFill>
                  <a:schemeClr val="bg1"/>
                </a:solidFill>
                <a:latin typeface="Segoe UI" panose="020B0502040204020203" pitchFamily="34" charset="0"/>
                <a:cs typeface="Segoe UI" panose="020B0502040204020203" pitchFamily="34" charset="0"/>
              </a:defRPr>
            </a:lvl2pPr>
            <a:lvl3pPr>
              <a:lnSpc>
                <a:spcPct val="100000"/>
              </a:lnSpc>
              <a:defRPr sz="1800">
                <a:solidFill>
                  <a:schemeClr val="bg1"/>
                </a:solidFill>
                <a:latin typeface="Segoe UI" panose="020B0502040204020203" pitchFamily="34" charset="0"/>
                <a:cs typeface="Segoe UI" panose="020B0502040204020203" pitchFamily="34" charset="0"/>
              </a:defRPr>
            </a:lvl3pPr>
            <a:lvl4pPr>
              <a:lnSpc>
                <a:spcPct val="100000"/>
              </a:lnSpc>
              <a:defRPr>
                <a:solidFill>
                  <a:schemeClr val="bg1"/>
                </a:solidFill>
                <a:latin typeface="Segoe UI" panose="020B0502040204020203" pitchFamily="34" charset="0"/>
                <a:cs typeface="Segoe UI" panose="020B0502040204020203" pitchFamily="34" charset="0"/>
              </a:defRPr>
            </a:lvl4pPr>
            <a:lvl5pPr>
              <a:lnSpc>
                <a:spcPct val="100000"/>
              </a:lnSpc>
              <a:defRPr>
                <a:solidFill>
                  <a:schemeClr val="bg1"/>
                </a:solidFill>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pic>
        <p:nvPicPr>
          <p:cNvPr id="3" name="Picture 2" descr="A blue and white logo&#10;&#10;Description automatically generated">
            <a:extLst>
              <a:ext uri="{FF2B5EF4-FFF2-40B4-BE49-F238E27FC236}">
                <a16:creationId xmlns:a16="http://schemas.microsoft.com/office/drawing/2014/main" id="{D48AC4AB-80D7-1771-129E-3D31ABB82F7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pic>
        <p:nvPicPr>
          <p:cNvPr id="8" name="Picture 7">
            <a:extLst>
              <a:ext uri="{FF2B5EF4-FFF2-40B4-BE49-F238E27FC236}">
                <a16:creationId xmlns:a16="http://schemas.microsoft.com/office/drawing/2014/main" id="{EBC3368F-BFB1-8354-4949-7ADBABEA2497}"/>
              </a:ext>
            </a:extLst>
          </p:cNvPr>
          <p:cNvPicPr>
            <a:picLocks noChangeAspect="1"/>
          </p:cNvPicPr>
          <p:nvPr userDrawn="1"/>
        </p:nvPicPr>
        <p:blipFill>
          <a:blip r:embed="rId5">
            <a:extLst>
              <a:ext uri="{28A0092B-C50C-407E-A947-70E740481C1C}">
                <a14:useLocalDpi xmlns:a14="http://schemas.microsoft.com/office/drawing/2010/main" val="0"/>
              </a:ext>
            </a:extLst>
          </a:blip>
          <a:srcRect b="43867"/>
          <a:stretch/>
        </p:blipFill>
        <p:spPr>
          <a:xfrm>
            <a:off x="17029" y="6064415"/>
            <a:ext cx="4253757" cy="583869"/>
          </a:xfrm>
          <a:prstGeom prst="rect">
            <a:avLst/>
          </a:prstGeom>
        </p:spPr>
      </p:pic>
    </p:spTree>
    <p:extLst>
      <p:ext uri="{BB962C8B-B14F-4D97-AF65-F5344CB8AC3E}">
        <p14:creationId xmlns:p14="http://schemas.microsoft.com/office/powerpoint/2010/main" val="7862610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and Content 2_Dark">
    <p:spTree>
      <p:nvGrpSpPr>
        <p:cNvPr id="1" name=""/>
        <p:cNvGrpSpPr/>
        <p:nvPr/>
      </p:nvGrpSpPr>
      <p:grpSpPr>
        <a:xfrm>
          <a:off x="0" y="0"/>
          <a:ext cx="0" cy="0"/>
          <a:chOff x="0" y="0"/>
          <a:chExt cx="0" cy="0"/>
        </a:xfrm>
      </p:grpSpPr>
      <p:pic>
        <p:nvPicPr>
          <p:cNvPr id="4" name="Picture 3" descr="A yellow and black background&#10;&#10;Description automatically generated">
            <a:extLst>
              <a:ext uri="{FF2B5EF4-FFF2-40B4-BE49-F238E27FC236}">
                <a16:creationId xmlns:a16="http://schemas.microsoft.com/office/drawing/2014/main" id="{45FF00F1-57A4-6BB7-3C36-9249E2A8DC4B}"/>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a:stretch/>
        </p:blipFill>
        <p:spPr>
          <a:xfrm>
            <a:off x="7971970" y="5724041"/>
            <a:ext cx="4220029" cy="1190708"/>
          </a:xfrm>
          <a:prstGeom prst="rect">
            <a:avLst/>
          </a:prstGeom>
        </p:spPr>
      </p:pic>
      <p:sp>
        <p:nvSpPr>
          <p:cNvPr id="2" name="Title 1">
            <a:extLst>
              <a:ext uri="{FF2B5EF4-FFF2-40B4-BE49-F238E27FC236}">
                <a16:creationId xmlns:a16="http://schemas.microsoft.com/office/drawing/2014/main" id="{5F57940A-D954-B4E7-52A0-8E206093280C}"/>
              </a:ext>
            </a:extLst>
          </p:cNvPr>
          <p:cNvSpPr>
            <a:spLocks noGrp="1"/>
          </p:cNvSpPr>
          <p:nvPr>
            <p:ph type="title"/>
          </p:nvPr>
        </p:nvSpPr>
        <p:spPr>
          <a:xfrm>
            <a:off x="355386" y="365125"/>
            <a:ext cx="11015661" cy="1325563"/>
          </a:xfrm>
        </p:spPr>
        <p:txBody>
          <a:bodyPr>
            <a:normAutofit/>
          </a:bodyPr>
          <a:lstStyle>
            <a:lvl1pPr>
              <a:defRPr sz="3600" b="1">
                <a:solidFill>
                  <a:schemeClr val="bg1"/>
                </a:solidFill>
              </a:defRPr>
            </a:lvl1pPr>
          </a:lstStyle>
          <a:p>
            <a:r>
              <a:rPr lang="en-US"/>
              <a:t>Click to edit Master title style</a:t>
            </a:r>
            <a:endParaRPr lang="en-PH"/>
          </a:p>
        </p:txBody>
      </p:sp>
      <p:sp>
        <p:nvSpPr>
          <p:cNvPr id="5" name="Slide Number Placeholder 4">
            <a:extLst>
              <a:ext uri="{FF2B5EF4-FFF2-40B4-BE49-F238E27FC236}">
                <a16:creationId xmlns:a16="http://schemas.microsoft.com/office/drawing/2014/main" id="{293C31C3-5528-9AE4-B3B0-776370FB8605}"/>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sp>
        <p:nvSpPr>
          <p:cNvPr id="9" name="Content Placeholder 8">
            <a:extLst>
              <a:ext uri="{FF2B5EF4-FFF2-40B4-BE49-F238E27FC236}">
                <a16:creationId xmlns:a16="http://schemas.microsoft.com/office/drawing/2014/main" id="{279A9974-0C06-EC11-9C7A-3C237DD371E2}"/>
              </a:ext>
            </a:extLst>
          </p:cNvPr>
          <p:cNvSpPr>
            <a:spLocks noGrp="1"/>
          </p:cNvSpPr>
          <p:nvPr>
            <p:ph sz="quarter" idx="13"/>
          </p:nvPr>
        </p:nvSpPr>
        <p:spPr>
          <a:xfrm>
            <a:off x="356067" y="1822225"/>
            <a:ext cx="11015662" cy="4121376"/>
          </a:xfrm>
        </p:spPr>
        <p:txBody>
          <a:bodyPr/>
          <a:lstStyle>
            <a:lvl1pPr>
              <a:lnSpc>
                <a:spcPct val="100000"/>
              </a:lnSpc>
              <a:defRPr sz="2000">
                <a:solidFill>
                  <a:schemeClr val="bg1"/>
                </a:solidFill>
                <a:latin typeface="Segoe UI" panose="020B0502040204020203" pitchFamily="34" charset="0"/>
                <a:cs typeface="Segoe UI" panose="020B0502040204020203" pitchFamily="34" charset="0"/>
              </a:defRPr>
            </a:lvl1pPr>
            <a:lvl2pPr>
              <a:lnSpc>
                <a:spcPct val="100000"/>
              </a:lnSpc>
              <a:defRPr sz="2000">
                <a:solidFill>
                  <a:schemeClr val="bg1"/>
                </a:solidFill>
                <a:latin typeface="Segoe UI" panose="020B0502040204020203" pitchFamily="34" charset="0"/>
                <a:cs typeface="Segoe UI" panose="020B0502040204020203" pitchFamily="34" charset="0"/>
              </a:defRPr>
            </a:lvl2pPr>
            <a:lvl3pPr>
              <a:lnSpc>
                <a:spcPct val="100000"/>
              </a:lnSpc>
              <a:defRPr sz="1800">
                <a:solidFill>
                  <a:schemeClr val="bg1"/>
                </a:solidFill>
                <a:latin typeface="Segoe UI" panose="020B0502040204020203" pitchFamily="34" charset="0"/>
                <a:cs typeface="Segoe UI" panose="020B0502040204020203" pitchFamily="34" charset="0"/>
              </a:defRPr>
            </a:lvl3pPr>
            <a:lvl4pPr>
              <a:lnSpc>
                <a:spcPct val="100000"/>
              </a:lnSpc>
              <a:defRPr>
                <a:solidFill>
                  <a:schemeClr val="bg1"/>
                </a:solidFill>
                <a:latin typeface="Segoe UI" panose="020B0502040204020203" pitchFamily="34" charset="0"/>
                <a:cs typeface="Segoe UI" panose="020B0502040204020203" pitchFamily="34" charset="0"/>
              </a:defRPr>
            </a:lvl4pPr>
            <a:lvl5pPr>
              <a:lnSpc>
                <a:spcPct val="100000"/>
              </a:lnSpc>
              <a:defRPr>
                <a:solidFill>
                  <a:schemeClr val="bg1"/>
                </a:solidFill>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pic>
        <p:nvPicPr>
          <p:cNvPr id="3" name="Picture 2" descr="A blue and white logo&#10;&#10;Description automatically generated">
            <a:extLst>
              <a:ext uri="{FF2B5EF4-FFF2-40B4-BE49-F238E27FC236}">
                <a16:creationId xmlns:a16="http://schemas.microsoft.com/office/drawing/2014/main" id="{D48AC4AB-80D7-1771-129E-3D31ABB82F7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pic>
        <p:nvPicPr>
          <p:cNvPr id="8" name="Picture 7">
            <a:extLst>
              <a:ext uri="{FF2B5EF4-FFF2-40B4-BE49-F238E27FC236}">
                <a16:creationId xmlns:a16="http://schemas.microsoft.com/office/drawing/2014/main" id="{EBC3368F-BFB1-8354-4949-7ADBABEA2497}"/>
              </a:ext>
            </a:extLst>
          </p:cNvPr>
          <p:cNvPicPr>
            <a:picLocks noChangeAspect="1"/>
          </p:cNvPicPr>
          <p:nvPr userDrawn="1"/>
        </p:nvPicPr>
        <p:blipFill>
          <a:blip r:embed="rId5">
            <a:extLst>
              <a:ext uri="{28A0092B-C50C-407E-A947-70E740481C1C}">
                <a14:useLocalDpi xmlns:a14="http://schemas.microsoft.com/office/drawing/2010/main" val="0"/>
              </a:ext>
            </a:extLst>
          </a:blip>
          <a:srcRect b="43867"/>
          <a:stretch/>
        </p:blipFill>
        <p:spPr>
          <a:xfrm>
            <a:off x="17029" y="6064415"/>
            <a:ext cx="4253757" cy="583869"/>
          </a:xfrm>
          <a:prstGeom prst="rect">
            <a:avLst/>
          </a:prstGeom>
        </p:spPr>
      </p:pic>
    </p:spTree>
    <p:extLst>
      <p:ext uri="{BB962C8B-B14F-4D97-AF65-F5344CB8AC3E}">
        <p14:creationId xmlns:p14="http://schemas.microsoft.com/office/powerpoint/2010/main" val="23112673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Agenda">
    <p:spTree>
      <p:nvGrpSpPr>
        <p:cNvPr id="1" name=""/>
        <p:cNvGrpSpPr/>
        <p:nvPr/>
      </p:nvGrpSpPr>
      <p:grpSpPr>
        <a:xfrm>
          <a:off x="0" y="0"/>
          <a:ext cx="0" cy="0"/>
          <a:chOff x="0" y="0"/>
          <a:chExt cx="0" cy="0"/>
        </a:xfrm>
      </p:grpSpPr>
      <p:pic>
        <p:nvPicPr>
          <p:cNvPr id="10" name="Picture 9" descr="A close up of a yellow and blue wave&#10;&#10;Description automatically generated">
            <a:extLst>
              <a:ext uri="{FF2B5EF4-FFF2-40B4-BE49-F238E27FC236}">
                <a16:creationId xmlns:a16="http://schemas.microsoft.com/office/drawing/2014/main" id="{30583331-3C67-687B-8EE8-00406B0D784C}"/>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tretch>
            <a:fillRect/>
          </a:stretch>
        </p:blipFill>
        <p:spPr>
          <a:xfrm>
            <a:off x="5969000" y="0"/>
            <a:ext cx="6223000" cy="6858000"/>
          </a:xfrm>
          <a:prstGeom prst="rect">
            <a:avLst/>
          </a:prstGeom>
        </p:spPr>
      </p:pic>
      <p:sp>
        <p:nvSpPr>
          <p:cNvPr id="2" name="Title 1">
            <a:extLst>
              <a:ext uri="{FF2B5EF4-FFF2-40B4-BE49-F238E27FC236}">
                <a16:creationId xmlns:a16="http://schemas.microsoft.com/office/drawing/2014/main" id="{A586E238-E8CB-3DA3-45BF-7E7375A7C300}"/>
              </a:ext>
            </a:extLst>
          </p:cNvPr>
          <p:cNvSpPr>
            <a:spLocks noGrp="1"/>
          </p:cNvSpPr>
          <p:nvPr>
            <p:ph type="title"/>
          </p:nvPr>
        </p:nvSpPr>
        <p:spPr>
          <a:xfrm>
            <a:off x="348342" y="457200"/>
            <a:ext cx="6954158" cy="1465943"/>
          </a:xfrm>
        </p:spPr>
        <p:txBody>
          <a:bodyPr anchor="b">
            <a:normAutofit/>
          </a:bodyPr>
          <a:lstStyle>
            <a:lvl1pPr>
              <a:defRPr sz="3600" b="1">
                <a:solidFill>
                  <a:srgbClr val="00AABB"/>
                </a:solidFill>
              </a:defRPr>
            </a:lvl1pPr>
          </a:lstStyle>
          <a:p>
            <a:r>
              <a:rPr lang="en-US"/>
              <a:t>Click to edit Master title style</a:t>
            </a:r>
            <a:endParaRPr lang="en-PH"/>
          </a:p>
        </p:txBody>
      </p:sp>
      <p:sp>
        <p:nvSpPr>
          <p:cNvPr id="7" name="Slide Number Placeholder 6">
            <a:extLst>
              <a:ext uri="{FF2B5EF4-FFF2-40B4-BE49-F238E27FC236}">
                <a16:creationId xmlns:a16="http://schemas.microsoft.com/office/drawing/2014/main" id="{05B38F64-D73D-78C8-2A94-DE14BFC51C14}"/>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sp>
        <p:nvSpPr>
          <p:cNvPr id="5" name="Content Placeholder 4">
            <a:extLst>
              <a:ext uri="{FF2B5EF4-FFF2-40B4-BE49-F238E27FC236}">
                <a16:creationId xmlns:a16="http://schemas.microsoft.com/office/drawing/2014/main" id="{32742A6E-BA2C-158D-2A8A-EC4BE22938D7}"/>
              </a:ext>
            </a:extLst>
          </p:cNvPr>
          <p:cNvSpPr>
            <a:spLocks noGrp="1"/>
          </p:cNvSpPr>
          <p:nvPr>
            <p:ph sz="quarter" idx="13"/>
          </p:nvPr>
        </p:nvSpPr>
        <p:spPr>
          <a:xfrm>
            <a:off x="347663" y="2008188"/>
            <a:ext cx="6370637" cy="3875087"/>
          </a:xfrm>
        </p:spPr>
        <p:txBody>
          <a:bodyPr/>
          <a:lstStyle>
            <a:lvl1pPr>
              <a:defRPr sz="20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blue and white logo&#10;&#10;Description automatically generated">
            <a:extLst>
              <a:ext uri="{FF2B5EF4-FFF2-40B4-BE49-F238E27FC236}">
                <a16:creationId xmlns:a16="http://schemas.microsoft.com/office/drawing/2014/main" id="{496834A2-A802-D293-933D-4E416437E9E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pic>
        <p:nvPicPr>
          <p:cNvPr id="4" name="Picture 3">
            <a:extLst>
              <a:ext uri="{FF2B5EF4-FFF2-40B4-BE49-F238E27FC236}">
                <a16:creationId xmlns:a16="http://schemas.microsoft.com/office/drawing/2014/main" id="{8C972B9F-1040-554B-70BB-A8010D009B13}"/>
              </a:ext>
            </a:extLst>
          </p:cNvPr>
          <p:cNvPicPr>
            <a:picLocks noChangeAspect="1"/>
          </p:cNvPicPr>
          <p:nvPr userDrawn="1"/>
        </p:nvPicPr>
        <p:blipFill>
          <a:blip r:embed="rId5">
            <a:extLst>
              <a:ext uri="{28A0092B-C50C-407E-A947-70E740481C1C}">
                <a14:useLocalDpi xmlns:a14="http://schemas.microsoft.com/office/drawing/2010/main" val="0"/>
              </a:ext>
            </a:extLst>
          </a:blip>
          <a:srcRect b="44042"/>
          <a:stretch/>
        </p:blipFill>
        <p:spPr>
          <a:xfrm>
            <a:off x="11376" y="6061397"/>
            <a:ext cx="4291012" cy="587151"/>
          </a:xfrm>
          <a:prstGeom prst="rect">
            <a:avLst/>
          </a:prstGeom>
        </p:spPr>
      </p:pic>
    </p:spTree>
    <p:extLst>
      <p:ext uri="{BB962C8B-B14F-4D97-AF65-F5344CB8AC3E}">
        <p14:creationId xmlns:p14="http://schemas.microsoft.com/office/powerpoint/2010/main" val="1366627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Agenda_Dark">
    <p:spTree>
      <p:nvGrpSpPr>
        <p:cNvPr id="1" name=""/>
        <p:cNvGrpSpPr/>
        <p:nvPr/>
      </p:nvGrpSpPr>
      <p:grpSpPr>
        <a:xfrm>
          <a:off x="0" y="0"/>
          <a:ext cx="0" cy="0"/>
          <a:chOff x="0" y="0"/>
          <a:chExt cx="0" cy="0"/>
        </a:xfrm>
      </p:grpSpPr>
      <p:pic>
        <p:nvPicPr>
          <p:cNvPr id="10" name="Picture 9" descr="A close up of a yellow and blue wave&#10;&#10;Description automatically generated">
            <a:extLst>
              <a:ext uri="{FF2B5EF4-FFF2-40B4-BE49-F238E27FC236}">
                <a16:creationId xmlns:a16="http://schemas.microsoft.com/office/drawing/2014/main" id="{30583331-3C67-687B-8EE8-00406B0D784C}"/>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tretch>
            <a:fillRect/>
          </a:stretch>
        </p:blipFill>
        <p:spPr>
          <a:xfrm>
            <a:off x="5969000" y="0"/>
            <a:ext cx="6223000" cy="6858000"/>
          </a:xfrm>
          <a:prstGeom prst="rect">
            <a:avLst/>
          </a:prstGeom>
        </p:spPr>
      </p:pic>
      <p:sp>
        <p:nvSpPr>
          <p:cNvPr id="2" name="Title 1">
            <a:extLst>
              <a:ext uri="{FF2B5EF4-FFF2-40B4-BE49-F238E27FC236}">
                <a16:creationId xmlns:a16="http://schemas.microsoft.com/office/drawing/2014/main" id="{A586E238-E8CB-3DA3-45BF-7E7375A7C300}"/>
              </a:ext>
            </a:extLst>
          </p:cNvPr>
          <p:cNvSpPr>
            <a:spLocks noGrp="1"/>
          </p:cNvSpPr>
          <p:nvPr>
            <p:ph type="title"/>
          </p:nvPr>
        </p:nvSpPr>
        <p:spPr>
          <a:xfrm>
            <a:off x="348342" y="457200"/>
            <a:ext cx="6954158" cy="1465943"/>
          </a:xfrm>
        </p:spPr>
        <p:txBody>
          <a:bodyPr anchor="b">
            <a:normAutofit/>
          </a:bodyPr>
          <a:lstStyle>
            <a:lvl1pPr>
              <a:defRPr sz="3600" b="1">
                <a:solidFill>
                  <a:srgbClr val="C8DA2B"/>
                </a:solidFill>
              </a:defRPr>
            </a:lvl1pPr>
          </a:lstStyle>
          <a:p>
            <a:r>
              <a:rPr lang="en-US"/>
              <a:t>Click to edit Master title style</a:t>
            </a:r>
            <a:endParaRPr lang="en-PH"/>
          </a:p>
        </p:txBody>
      </p:sp>
      <p:sp>
        <p:nvSpPr>
          <p:cNvPr id="7" name="Slide Number Placeholder 6">
            <a:extLst>
              <a:ext uri="{FF2B5EF4-FFF2-40B4-BE49-F238E27FC236}">
                <a16:creationId xmlns:a16="http://schemas.microsoft.com/office/drawing/2014/main" id="{05B38F64-D73D-78C8-2A94-DE14BFC51C14}"/>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sp>
        <p:nvSpPr>
          <p:cNvPr id="5" name="Content Placeholder 4">
            <a:extLst>
              <a:ext uri="{FF2B5EF4-FFF2-40B4-BE49-F238E27FC236}">
                <a16:creationId xmlns:a16="http://schemas.microsoft.com/office/drawing/2014/main" id="{32742A6E-BA2C-158D-2A8A-EC4BE22938D7}"/>
              </a:ext>
            </a:extLst>
          </p:cNvPr>
          <p:cNvSpPr>
            <a:spLocks noGrp="1"/>
          </p:cNvSpPr>
          <p:nvPr>
            <p:ph sz="quarter" idx="13"/>
          </p:nvPr>
        </p:nvSpPr>
        <p:spPr>
          <a:xfrm>
            <a:off x="347663" y="2008188"/>
            <a:ext cx="6370637" cy="3875087"/>
          </a:xfrm>
        </p:spPr>
        <p:txBody>
          <a:bodyPr/>
          <a:lstStyle>
            <a:lvl1pPr>
              <a:defRPr sz="2000">
                <a:solidFill>
                  <a:schemeClr val="bg1"/>
                </a:solidFill>
              </a:defRPr>
            </a:lvl1pPr>
            <a:lvl2pPr>
              <a:defRPr sz="2000">
                <a:solidFill>
                  <a:schemeClr val="bg1"/>
                </a:solidFill>
              </a:defRPr>
            </a:lvl2pPr>
            <a:lvl3pPr>
              <a:defRPr sz="1800">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blue and white logo&#10;&#10;Description automatically generated">
            <a:extLst>
              <a:ext uri="{FF2B5EF4-FFF2-40B4-BE49-F238E27FC236}">
                <a16:creationId xmlns:a16="http://schemas.microsoft.com/office/drawing/2014/main" id="{496834A2-A802-D293-933D-4E416437E9E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pic>
        <p:nvPicPr>
          <p:cNvPr id="6" name="Picture 5">
            <a:extLst>
              <a:ext uri="{FF2B5EF4-FFF2-40B4-BE49-F238E27FC236}">
                <a16:creationId xmlns:a16="http://schemas.microsoft.com/office/drawing/2014/main" id="{C4B1D488-FD61-9A03-6C4A-D530399F405A}"/>
              </a:ext>
            </a:extLst>
          </p:cNvPr>
          <p:cNvPicPr>
            <a:picLocks noChangeAspect="1"/>
          </p:cNvPicPr>
          <p:nvPr userDrawn="1"/>
        </p:nvPicPr>
        <p:blipFill>
          <a:blip r:embed="rId5">
            <a:extLst>
              <a:ext uri="{28A0092B-C50C-407E-A947-70E740481C1C}">
                <a14:useLocalDpi xmlns:a14="http://schemas.microsoft.com/office/drawing/2010/main" val="0"/>
              </a:ext>
            </a:extLst>
          </a:blip>
          <a:srcRect b="43867"/>
          <a:stretch/>
        </p:blipFill>
        <p:spPr>
          <a:xfrm>
            <a:off x="17029" y="6064415"/>
            <a:ext cx="4253757" cy="583869"/>
          </a:xfrm>
          <a:prstGeom prst="rect">
            <a:avLst/>
          </a:prstGeom>
        </p:spPr>
      </p:pic>
    </p:spTree>
    <p:extLst>
      <p:ext uri="{BB962C8B-B14F-4D97-AF65-F5344CB8AC3E}">
        <p14:creationId xmlns:p14="http://schemas.microsoft.com/office/powerpoint/2010/main" val="34520047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Agenda_Dark">
    <p:spTree>
      <p:nvGrpSpPr>
        <p:cNvPr id="1" name=""/>
        <p:cNvGrpSpPr/>
        <p:nvPr/>
      </p:nvGrpSpPr>
      <p:grpSpPr>
        <a:xfrm>
          <a:off x="0" y="0"/>
          <a:ext cx="0" cy="0"/>
          <a:chOff x="0" y="0"/>
          <a:chExt cx="0" cy="0"/>
        </a:xfrm>
      </p:grpSpPr>
      <p:pic>
        <p:nvPicPr>
          <p:cNvPr id="10" name="Picture 9" descr="A close up of a yellow and blue wave&#10;&#10;Description automatically generated">
            <a:extLst>
              <a:ext uri="{FF2B5EF4-FFF2-40B4-BE49-F238E27FC236}">
                <a16:creationId xmlns:a16="http://schemas.microsoft.com/office/drawing/2014/main" id="{30583331-3C67-687B-8EE8-00406B0D784C}"/>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tretch>
            <a:fillRect/>
          </a:stretch>
        </p:blipFill>
        <p:spPr>
          <a:xfrm>
            <a:off x="5969000" y="0"/>
            <a:ext cx="6223000" cy="6858000"/>
          </a:xfrm>
          <a:prstGeom prst="rect">
            <a:avLst/>
          </a:prstGeom>
        </p:spPr>
      </p:pic>
      <p:sp>
        <p:nvSpPr>
          <p:cNvPr id="2" name="Title 1">
            <a:extLst>
              <a:ext uri="{FF2B5EF4-FFF2-40B4-BE49-F238E27FC236}">
                <a16:creationId xmlns:a16="http://schemas.microsoft.com/office/drawing/2014/main" id="{A586E238-E8CB-3DA3-45BF-7E7375A7C300}"/>
              </a:ext>
            </a:extLst>
          </p:cNvPr>
          <p:cNvSpPr>
            <a:spLocks noGrp="1"/>
          </p:cNvSpPr>
          <p:nvPr>
            <p:ph type="title"/>
          </p:nvPr>
        </p:nvSpPr>
        <p:spPr>
          <a:xfrm>
            <a:off x="348342" y="457200"/>
            <a:ext cx="6954158" cy="1465943"/>
          </a:xfrm>
        </p:spPr>
        <p:txBody>
          <a:bodyPr anchor="b">
            <a:normAutofit/>
          </a:bodyPr>
          <a:lstStyle>
            <a:lvl1pPr>
              <a:defRPr sz="3600" b="1">
                <a:solidFill>
                  <a:schemeClr val="bg1"/>
                </a:solidFill>
              </a:defRPr>
            </a:lvl1pPr>
          </a:lstStyle>
          <a:p>
            <a:r>
              <a:rPr lang="en-US"/>
              <a:t>Click to edit Master title style</a:t>
            </a:r>
            <a:endParaRPr lang="en-PH"/>
          </a:p>
        </p:txBody>
      </p:sp>
      <p:sp>
        <p:nvSpPr>
          <p:cNvPr id="7" name="Slide Number Placeholder 6">
            <a:extLst>
              <a:ext uri="{FF2B5EF4-FFF2-40B4-BE49-F238E27FC236}">
                <a16:creationId xmlns:a16="http://schemas.microsoft.com/office/drawing/2014/main" id="{05B38F64-D73D-78C8-2A94-DE14BFC51C14}"/>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sp>
        <p:nvSpPr>
          <p:cNvPr id="5" name="Content Placeholder 4">
            <a:extLst>
              <a:ext uri="{FF2B5EF4-FFF2-40B4-BE49-F238E27FC236}">
                <a16:creationId xmlns:a16="http://schemas.microsoft.com/office/drawing/2014/main" id="{32742A6E-BA2C-158D-2A8A-EC4BE22938D7}"/>
              </a:ext>
            </a:extLst>
          </p:cNvPr>
          <p:cNvSpPr>
            <a:spLocks noGrp="1"/>
          </p:cNvSpPr>
          <p:nvPr>
            <p:ph sz="quarter" idx="13"/>
          </p:nvPr>
        </p:nvSpPr>
        <p:spPr>
          <a:xfrm>
            <a:off x="347663" y="2008188"/>
            <a:ext cx="6370637" cy="3875087"/>
          </a:xfrm>
        </p:spPr>
        <p:txBody>
          <a:bodyPr/>
          <a:lstStyle>
            <a:lvl1pPr>
              <a:defRPr sz="2000">
                <a:solidFill>
                  <a:schemeClr val="bg1"/>
                </a:solidFill>
              </a:defRPr>
            </a:lvl1pPr>
            <a:lvl2pPr>
              <a:defRPr sz="2000">
                <a:solidFill>
                  <a:schemeClr val="bg1"/>
                </a:solidFill>
              </a:defRPr>
            </a:lvl2pPr>
            <a:lvl3pPr>
              <a:defRPr sz="1800">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blue and white logo&#10;&#10;Description automatically generated">
            <a:extLst>
              <a:ext uri="{FF2B5EF4-FFF2-40B4-BE49-F238E27FC236}">
                <a16:creationId xmlns:a16="http://schemas.microsoft.com/office/drawing/2014/main" id="{496834A2-A802-D293-933D-4E416437E9E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pic>
        <p:nvPicPr>
          <p:cNvPr id="6" name="Picture 5">
            <a:extLst>
              <a:ext uri="{FF2B5EF4-FFF2-40B4-BE49-F238E27FC236}">
                <a16:creationId xmlns:a16="http://schemas.microsoft.com/office/drawing/2014/main" id="{C4B1D488-FD61-9A03-6C4A-D530399F405A}"/>
              </a:ext>
            </a:extLst>
          </p:cNvPr>
          <p:cNvPicPr>
            <a:picLocks noChangeAspect="1"/>
          </p:cNvPicPr>
          <p:nvPr userDrawn="1"/>
        </p:nvPicPr>
        <p:blipFill>
          <a:blip r:embed="rId5">
            <a:extLst>
              <a:ext uri="{28A0092B-C50C-407E-A947-70E740481C1C}">
                <a14:useLocalDpi xmlns:a14="http://schemas.microsoft.com/office/drawing/2010/main" val="0"/>
              </a:ext>
            </a:extLst>
          </a:blip>
          <a:srcRect b="43867"/>
          <a:stretch/>
        </p:blipFill>
        <p:spPr>
          <a:xfrm>
            <a:off x="17029" y="6064415"/>
            <a:ext cx="4253757" cy="583869"/>
          </a:xfrm>
          <a:prstGeom prst="rect">
            <a:avLst/>
          </a:prstGeom>
        </p:spPr>
      </p:pic>
    </p:spTree>
    <p:extLst>
      <p:ext uri="{BB962C8B-B14F-4D97-AF65-F5344CB8AC3E}">
        <p14:creationId xmlns:p14="http://schemas.microsoft.com/office/powerpoint/2010/main" val="30997441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7940A-D954-B4E7-52A0-8E206093280C}"/>
              </a:ext>
            </a:extLst>
          </p:cNvPr>
          <p:cNvSpPr>
            <a:spLocks noGrp="1"/>
          </p:cNvSpPr>
          <p:nvPr>
            <p:ph type="title"/>
          </p:nvPr>
        </p:nvSpPr>
        <p:spPr>
          <a:xfrm>
            <a:off x="355386" y="365125"/>
            <a:ext cx="11015661" cy="1325563"/>
          </a:xfrm>
        </p:spPr>
        <p:txBody>
          <a:bodyPr>
            <a:normAutofit/>
          </a:bodyPr>
          <a:lstStyle>
            <a:lvl1pPr>
              <a:defRPr sz="3600" b="1">
                <a:solidFill>
                  <a:srgbClr val="00AABB"/>
                </a:solidFill>
              </a:defRPr>
            </a:lvl1pPr>
          </a:lstStyle>
          <a:p>
            <a:r>
              <a:rPr lang="en-US"/>
              <a:t>Click to edit Master title style</a:t>
            </a:r>
            <a:endParaRPr lang="en-PH"/>
          </a:p>
        </p:txBody>
      </p:sp>
      <p:sp>
        <p:nvSpPr>
          <p:cNvPr id="5" name="Slide Number Placeholder 4">
            <a:extLst>
              <a:ext uri="{FF2B5EF4-FFF2-40B4-BE49-F238E27FC236}">
                <a16:creationId xmlns:a16="http://schemas.microsoft.com/office/drawing/2014/main" id="{293C31C3-5528-9AE4-B3B0-776370FB8605}"/>
              </a:ext>
            </a:extLst>
          </p:cNvPr>
          <p:cNvSpPr>
            <a:spLocks noGrp="1"/>
          </p:cNvSpPr>
          <p:nvPr>
            <p:ph type="sldNum" sz="quarter" idx="12"/>
          </p:nvPr>
        </p:nvSpPr>
        <p:spPr/>
        <p:txBody>
          <a:bodyPr/>
          <a:lstStyle>
            <a:lvl1pPr>
              <a:defRPr b="1">
                <a:solidFill>
                  <a:schemeClr val="tx1"/>
                </a:solidFill>
              </a:defRPr>
            </a:lvl1pPr>
          </a:lstStyle>
          <a:p>
            <a:fld id="{B0B62103-952B-40C5-BACA-0A1B9F9E1991}" type="slidenum">
              <a:rPr lang="en-PH" smtClean="0"/>
              <a:pPr/>
              <a:t>‹#›</a:t>
            </a:fld>
            <a:endParaRPr lang="en-PH"/>
          </a:p>
        </p:txBody>
      </p:sp>
      <p:sp>
        <p:nvSpPr>
          <p:cNvPr id="9" name="Content Placeholder 8">
            <a:extLst>
              <a:ext uri="{FF2B5EF4-FFF2-40B4-BE49-F238E27FC236}">
                <a16:creationId xmlns:a16="http://schemas.microsoft.com/office/drawing/2014/main" id="{279A9974-0C06-EC11-9C7A-3C237DD371E2}"/>
              </a:ext>
            </a:extLst>
          </p:cNvPr>
          <p:cNvSpPr>
            <a:spLocks noGrp="1"/>
          </p:cNvSpPr>
          <p:nvPr>
            <p:ph sz="quarter" idx="13"/>
          </p:nvPr>
        </p:nvSpPr>
        <p:spPr>
          <a:xfrm>
            <a:off x="356067" y="1822225"/>
            <a:ext cx="11015662" cy="4121376"/>
          </a:xfrm>
        </p:spPr>
        <p:txBody>
          <a:bodyPr/>
          <a:lstStyle>
            <a:lvl1pPr>
              <a:lnSpc>
                <a:spcPct val="100000"/>
              </a:lnSpc>
              <a:defRPr sz="2000">
                <a:latin typeface="Segoe UI" panose="020B0502040204020203" pitchFamily="34" charset="0"/>
                <a:cs typeface="Segoe UI" panose="020B0502040204020203" pitchFamily="34" charset="0"/>
              </a:defRPr>
            </a:lvl1pPr>
            <a:lvl2pPr>
              <a:lnSpc>
                <a:spcPct val="100000"/>
              </a:lnSpc>
              <a:defRPr sz="2000">
                <a:latin typeface="Segoe UI" panose="020B0502040204020203" pitchFamily="34" charset="0"/>
                <a:cs typeface="Segoe UI" panose="020B0502040204020203" pitchFamily="34" charset="0"/>
              </a:defRPr>
            </a:lvl2pPr>
            <a:lvl3pPr>
              <a:lnSpc>
                <a:spcPct val="100000"/>
              </a:lnSpc>
              <a:defRPr sz="1800">
                <a:latin typeface="Segoe UI" panose="020B0502040204020203" pitchFamily="34" charset="0"/>
                <a:cs typeface="Segoe UI" panose="020B0502040204020203" pitchFamily="34" charset="0"/>
              </a:defRPr>
            </a:lvl3pPr>
            <a:lvl4pPr>
              <a:lnSpc>
                <a:spcPct val="100000"/>
              </a:lnSpc>
              <a:defRPr>
                <a:latin typeface="Segoe UI" panose="020B0502040204020203" pitchFamily="34" charset="0"/>
                <a:cs typeface="Segoe UI" panose="020B0502040204020203" pitchFamily="34" charset="0"/>
              </a:defRPr>
            </a:lvl4pPr>
            <a:lvl5pPr>
              <a:lnSpc>
                <a:spcPct val="100000"/>
              </a:lnSpc>
              <a:defRPr>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pic>
        <p:nvPicPr>
          <p:cNvPr id="4" name="Picture 3">
            <a:extLst>
              <a:ext uri="{FF2B5EF4-FFF2-40B4-BE49-F238E27FC236}">
                <a16:creationId xmlns:a16="http://schemas.microsoft.com/office/drawing/2014/main" id="{E3E4D4D3-21F7-D338-107E-833F8FE591DB}"/>
              </a:ext>
            </a:extLst>
          </p:cNvPr>
          <p:cNvPicPr>
            <a:picLocks noChangeAspect="1"/>
          </p:cNvPicPr>
          <p:nvPr userDrawn="1"/>
        </p:nvPicPr>
        <p:blipFill>
          <a:blip r:embed="rId2">
            <a:extLst>
              <a:ext uri="{28A0092B-C50C-407E-A947-70E740481C1C}">
                <a14:useLocalDpi xmlns:a14="http://schemas.microsoft.com/office/drawing/2010/main" val="0"/>
              </a:ext>
            </a:extLst>
          </a:blip>
          <a:srcRect b="44042"/>
          <a:stretch/>
        </p:blipFill>
        <p:spPr>
          <a:xfrm>
            <a:off x="11376" y="6061397"/>
            <a:ext cx="4291012" cy="587151"/>
          </a:xfrm>
          <a:prstGeom prst="rect">
            <a:avLst/>
          </a:prstGeom>
        </p:spPr>
      </p:pic>
      <p:pic>
        <p:nvPicPr>
          <p:cNvPr id="6" name="Picture 5" descr="A blue and white logo&#10;&#10;Description automatically generated">
            <a:extLst>
              <a:ext uri="{FF2B5EF4-FFF2-40B4-BE49-F238E27FC236}">
                <a16:creationId xmlns:a16="http://schemas.microsoft.com/office/drawing/2014/main" id="{D0396CC1-8A8B-9D24-32EB-E457192AB9A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49152" y="6115990"/>
            <a:ext cx="620717" cy="620717"/>
          </a:xfrm>
          <a:prstGeom prst="rect">
            <a:avLst/>
          </a:prstGeom>
        </p:spPr>
      </p:pic>
    </p:spTree>
    <p:extLst>
      <p:ext uri="{BB962C8B-B14F-4D97-AF65-F5344CB8AC3E}">
        <p14:creationId xmlns:p14="http://schemas.microsoft.com/office/powerpoint/2010/main" val="35650116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Content Page (White)_Empt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520005452"/>
              </p:ext>
            </p:extLst>
          </p:nvPr>
        </p:nvGraphicFramePr>
        <p:xfrm>
          <a:off x="0" y="0"/>
          <a:ext cx="211667" cy="158750"/>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3" name="Object 2" hidden="1"/>
                      <p:cNvPicPr/>
                      <p:nvPr/>
                    </p:nvPicPr>
                    <p:blipFill>
                      <a:blip r:embed="rId6"/>
                      <a:stretch>
                        <a:fillRect/>
                      </a:stretch>
                    </p:blipFill>
                    <p:spPr>
                      <a:xfrm>
                        <a:off x="0" y="0"/>
                        <a:ext cx="211667" cy="158750"/>
                      </a:xfrm>
                      <a:prstGeom prst="rect">
                        <a:avLst/>
                      </a:prstGeom>
                    </p:spPr>
                  </p:pic>
                </p:oleObj>
              </mc:Fallback>
            </mc:AlternateContent>
          </a:graphicData>
        </a:graphic>
      </p:graphicFrame>
      <p:sp>
        <p:nvSpPr>
          <p:cNvPr id="15" name="Text Placeholder 2"/>
          <p:cNvSpPr>
            <a:spLocks noGrp="1"/>
          </p:cNvSpPr>
          <p:nvPr>
            <p:ph type="body" idx="16"/>
            <p:custDataLst>
              <p:tags r:id="rId2"/>
            </p:custDataLst>
          </p:nvPr>
        </p:nvSpPr>
        <p:spPr>
          <a:xfrm>
            <a:off x="519569" y="731520"/>
            <a:ext cx="11132863" cy="276999"/>
          </a:xfrm>
        </p:spPr>
        <p:txBody>
          <a:bodyPr anchor="t"/>
          <a:lstStyle>
            <a:lvl1pPr marL="0" indent="0">
              <a:buNone/>
              <a:tabLst>
                <a:tab pos="628650" algn="l"/>
              </a:tabLst>
              <a:defRPr sz="1800" b="0">
                <a:solidFill>
                  <a:schemeClr val="bg2">
                    <a:lumMod val="50000"/>
                  </a:schemeClr>
                </a:solidFill>
                <a:latin typeface="Arial" panose="020B0604020202020204" pitchFamily="34" charset="0"/>
                <a:ea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itle 1"/>
          <p:cNvSpPr>
            <a:spLocks noGrp="1"/>
          </p:cNvSpPr>
          <p:nvPr>
            <p:ph type="title" hasCustomPrompt="1"/>
            <p:custDataLst>
              <p:tags r:id="rId3"/>
            </p:custDataLst>
          </p:nvPr>
        </p:nvSpPr>
        <p:spPr>
          <a:xfrm>
            <a:off x="519248" y="271463"/>
            <a:ext cx="11151917" cy="480131"/>
          </a:xfrm>
        </p:spPr>
        <p:txBody>
          <a:bodyPr anchor="t">
            <a:spAutoFit/>
          </a:bodyPr>
          <a:lstStyle>
            <a:lvl1pPr>
              <a:defRPr sz="2800" b="0">
                <a:solidFill>
                  <a:schemeClr val="tx1"/>
                </a:solidFill>
                <a:latin typeface="Arial" panose="020B0604020202020204" pitchFamily="34" charset="0"/>
                <a:cs typeface="Arial" panose="020B0604020202020204" pitchFamily="34" charset="0"/>
              </a:defRPr>
            </a:lvl1pPr>
          </a:lstStyle>
          <a:p>
            <a:r>
              <a:rPr lang="en-US"/>
              <a:t>Click to edit Master title style </a:t>
            </a:r>
          </a:p>
        </p:txBody>
      </p:sp>
    </p:spTree>
    <p:extLst>
      <p:ext uri="{BB962C8B-B14F-4D97-AF65-F5344CB8AC3E}">
        <p14:creationId xmlns:p14="http://schemas.microsoft.com/office/powerpoint/2010/main" val="2881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620498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64C9C-DEE7-76C7-E6FA-70AF061312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EE06F9-668B-F441-1533-4C1165AC1A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21DD14-012B-43E1-A75D-8AB8814A6F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PH"/>
          </a:p>
        </p:txBody>
      </p:sp>
      <p:sp>
        <p:nvSpPr>
          <p:cNvPr id="5" name="Footer Placeholder 4">
            <a:extLst>
              <a:ext uri="{FF2B5EF4-FFF2-40B4-BE49-F238E27FC236}">
                <a16:creationId xmlns:a16="http://schemas.microsoft.com/office/drawing/2014/main" id="{5A7978E4-D78F-EC7F-2285-9790B492E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H"/>
          </a:p>
        </p:txBody>
      </p:sp>
      <p:sp>
        <p:nvSpPr>
          <p:cNvPr id="6" name="Slide Number Placeholder 5">
            <a:extLst>
              <a:ext uri="{FF2B5EF4-FFF2-40B4-BE49-F238E27FC236}">
                <a16:creationId xmlns:a16="http://schemas.microsoft.com/office/drawing/2014/main" id="{1A712648-7527-CD4A-3131-3ACBAA7B31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B62103-952B-40C5-BACA-0A1B9F9E1991}" type="slidenum">
              <a:rPr lang="en-PH" smtClean="0"/>
              <a:t>‹#›</a:t>
            </a:fld>
            <a:endParaRPr lang="en-PH"/>
          </a:p>
        </p:txBody>
      </p:sp>
      <p:sp>
        <p:nvSpPr>
          <p:cNvPr id="10" name="TextBox 9">
            <a:extLst>
              <a:ext uri="{FF2B5EF4-FFF2-40B4-BE49-F238E27FC236}">
                <a16:creationId xmlns:a16="http://schemas.microsoft.com/office/drawing/2014/main" id="{83A4D006-A634-D5D3-C362-EE0D239E02F0}"/>
              </a:ext>
            </a:extLst>
          </p:cNvPr>
          <p:cNvSpPr txBox="1"/>
          <p:nvPr>
            <p:extLst>
              <p:ext uri="{1162E1C5-73C7-4A58-AE30-91384D911F3F}">
                <p184:classification xmlns:p184="http://schemas.microsoft.com/office/powerpoint/2018/4/main" val="ftr"/>
              </p:ext>
            </p:extLst>
          </p:nvPr>
        </p:nvSpPr>
        <p:spPr>
          <a:xfrm>
            <a:off x="3376613" y="6672580"/>
            <a:ext cx="5461000" cy="121920"/>
          </a:xfrm>
          <a:prstGeom prst="rect">
            <a:avLst/>
          </a:prstGeom>
        </p:spPr>
        <p:txBody>
          <a:bodyPr horzOverflow="overflow" lIns="0" tIns="0" rIns="0" bIns="0">
            <a:spAutoFit/>
          </a:bodyPr>
          <a:lstStyle/>
          <a:p>
            <a:pPr algn="l"/>
            <a:r>
              <a:rPr lang="en-US" sz="800">
                <a:solidFill>
                  <a:srgbClr val="000000">
                    <a:alpha val="50000"/>
                  </a:srgbClr>
                </a:solidFill>
                <a:latin typeface="Calibri" panose="020F0502020204030204" pitchFamily="34" charset="0"/>
                <a:cs typeface="Calibri" panose="020F0502020204030204" pitchFamily="34" charset="0"/>
              </a:rPr>
              <a:t>INTERNAL. This information is accessible to ADB Management and Staff. It may be shared outside ADB with appropriate permission.</a:t>
            </a:r>
          </a:p>
        </p:txBody>
      </p:sp>
      <p:sp>
        <p:nvSpPr>
          <p:cNvPr id="7" name="TextBox 6">
            <a:extLst>
              <a:ext uri="{FF2B5EF4-FFF2-40B4-BE49-F238E27FC236}">
                <a16:creationId xmlns:a16="http://schemas.microsoft.com/office/drawing/2014/main" id="{091CD81D-EF0F-94EB-0AF1-A58794A145A1}"/>
              </a:ext>
            </a:extLst>
          </p:cNvPr>
          <p:cNvSpPr txBox="1"/>
          <p:nvPr userDrawn="1">
            <p:extLst>
              <p:ext uri="{1162E1C5-73C7-4A58-AE30-91384D911F3F}">
                <p184:classification xmlns:p184="http://schemas.microsoft.com/office/powerpoint/2018/4/main" val="ftr"/>
              </p:ext>
            </p:extLst>
          </p:nvPr>
        </p:nvSpPr>
        <p:spPr>
          <a:xfrm>
            <a:off x="3376613" y="6672580"/>
            <a:ext cx="5461000" cy="121920"/>
          </a:xfrm>
          <a:prstGeom prst="rect">
            <a:avLst/>
          </a:prstGeom>
        </p:spPr>
        <p:txBody>
          <a:bodyPr horzOverflow="overflow" lIns="0" tIns="0" rIns="0" bIns="0">
            <a:spAutoFit/>
          </a:bodyPr>
          <a:lstStyle/>
          <a:p>
            <a:pPr algn="l"/>
            <a:r>
              <a:rPr lang="en-US" sz="800">
                <a:solidFill>
                  <a:srgbClr val="000000">
                    <a:alpha val="50000"/>
                  </a:srgbClr>
                </a:solidFill>
                <a:latin typeface="Calibri" panose="020F0502020204030204" pitchFamily="34" charset="0"/>
                <a:cs typeface="Calibri" panose="020F0502020204030204" pitchFamily="34" charset="0"/>
              </a:rPr>
              <a:t>INTERNAL. This information is accessible to ADB Management and Staff. It may be shared outside ADB with appropriate permission.</a:t>
            </a:r>
          </a:p>
        </p:txBody>
      </p:sp>
    </p:spTree>
    <p:extLst>
      <p:ext uri="{BB962C8B-B14F-4D97-AF65-F5344CB8AC3E}">
        <p14:creationId xmlns:p14="http://schemas.microsoft.com/office/powerpoint/2010/main" val="266522881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 id="2147483722" r:id="rId26"/>
    <p:sldLayoutId id="2147483723" r:id="rId27"/>
    <p:sldLayoutId id="2147483724" r:id="rId28"/>
    <p:sldLayoutId id="2147483725" r:id="rId29"/>
    <p:sldLayoutId id="2147483726" r:id="rId30"/>
    <p:sldLayoutId id="2147483727" r:id="rId31"/>
    <p:sldLayoutId id="2147483728" r:id="rId32"/>
    <p:sldLayoutId id="2147483729" r:id="rId33"/>
    <p:sldLayoutId id="2147483730" r:id="rId34"/>
    <p:sldLayoutId id="2147483731" r:id="rId35"/>
    <p:sldLayoutId id="2147483732" r:id="rId36"/>
    <p:sldLayoutId id="2147483733" r:id="rId37"/>
  </p:sldLayoutIdLst>
  <p:hf hdr="0" ftr="0" dt="0"/>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02_B6576F15.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5_B08BC1AF.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microsoft.com/office/2018/10/relationships/comments" Target="../comments/modernComment_108_E81DD6AC.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microsoft.com/office/2018/10/relationships/comments" Target="../comments/modernComment_109_30AE6588.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microsoft.com/office/2018/10/relationships/comments" Target="../comments/modernComment_10A_CCC5368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microsoft.com/office/2018/10/relationships/comments" Target="../comments/modernComment_10B_69AAD14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microsoft.com/office/2018/10/relationships/comments" Target="../comments/modernComment_10C_E72659BD.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microsoft.com/office/2018/10/relationships/comments" Target="../comments/modernComment_111_CBB9D19C.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microsoft.com/office/2018/10/relationships/comments" Target="../comments/modernComment_11F_E08A40F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53.xml"/><Relationship Id="rId7" Type="http://schemas.openxmlformats.org/officeDocument/2006/relationships/slide" Target="slide67.xml"/><Relationship Id="rId2" Type="http://schemas.openxmlformats.org/officeDocument/2006/relationships/slide" Target="slide34.xml"/><Relationship Id="rId1" Type="http://schemas.openxmlformats.org/officeDocument/2006/relationships/slideLayout" Target="../slideLayouts/slideLayout2.xml"/><Relationship Id="rId6" Type="http://schemas.openxmlformats.org/officeDocument/2006/relationships/slide" Target="slide44.xml"/><Relationship Id="rId5" Type="http://schemas.openxmlformats.org/officeDocument/2006/relationships/slide" Target="slide47.xml"/><Relationship Id="rId4" Type="http://schemas.openxmlformats.org/officeDocument/2006/relationships/slide" Target="slide38.xml"/></Relationships>
</file>

<file path=ppt/slides/_rels/slide14.xml.rels><?xml version="1.0" encoding="UTF-8" standalone="yes"?>
<Relationships xmlns="http://schemas.openxmlformats.org/package/2006/relationships"><Relationship Id="rId2" Type="http://schemas.microsoft.com/office/2018/10/relationships/comments" Target="../comments/modernComment_146_59D15E90.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4_68E40293.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106_E03EA2BC.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microsoft.com/office/2018/10/relationships/comments" Target="../comments/modernComment_114_2A55313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microsoft.com/office/2018/10/relationships/comments" Target="../comments/modernComment_115_E9E3DBDE.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slide" Target="slide44.xml"/><Relationship Id="rId13" Type="http://schemas.openxmlformats.org/officeDocument/2006/relationships/slide" Target="slide43.xml"/><Relationship Id="rId3" Type="http://schemas.openxmlformats.org/officeDocument/2006/relationships/slide" Target="slide41.xml"/><Relationship Id="rId7" Type="http://schemas.openxmlformats.org/officeDocument/2006/relationships/slide" Target="slide42.xml"/><Relationship Id="rId12" Type="http://schemas.openxmlformats.org/officeDocument/2006/relationships/slide" Target="slide35.xml"/><Relationship Id="rId2" Type="http://schemas.openxmlformats.org/officeDocument/2006/relationships/slide" Target="slide39.xml"/><Relationship Id="rId1" Type="http://schemas.openxmlformats.org/officeDocument/2006/relationships/slideLayout" Target="../slideLayouts/slideLayout37.xml"/><Relationship Id="rId6" Type="http://schemas.openxmlformats.org/officeDocument/2006/relationships/slide" Target="slide40.xml"/><Relationship Id="rId11" Type="http://schemas.openxmlformats.org/officeDocument/2006/relationships/image" Target="../media/image28.png"/><Relationship Id="rId5" Type="http://schemas.openxmlformats.org/officeDocument/2006/relationships/slide" Target="slide36.xml"/><Relationship Id="rId10" Type="http://schemas.openxmlformats.org/officeDocument/2006/relationships/slide" Target="slide47.xml"/><Relationship Id="rId4" Type="http://schemas.openxmlformats.org/officeDocument/2006/relationships/slide" Target="slide37.xml"/><Relationship Id="rId9" Type="http://schemas.openxmlformats.org/officeDocument/2006/relationships/image" Target="../media/image21.png"/><Relationship Id="rId14" Type="http://schemas.openxmlformats.org/officeDocument/2006/relationships/slide" Target="slide13.xml"/></Relationships>
</file>

<file path=ppt/slides/_rels/slide35.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slide" Target="slide53.xml"/><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slide" Target="slide38.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8" Type="http://schemas.openxmlformats.org/officeDocument/2006/relationships/slide" Target="slide58.xml"/><Relationship Id="rId13" Type="http://schemas.openxmlformats.org/officeDocument/2006/relationships/image" Target="../media/image30.png"/><Relationship Id="rId3" Type="http://schemas.openxmlformats.org/officeDocument/2006/relationships/slide" Target="slide36.xml"/><Relationship Id="rId7" Type="http://schemas.openxmlformats.org/officeDocument/2006/relationships/slide" Target="slide57.xml"/><Relationship Id="rId12"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37.xml"/><Relationship Id="rId6" Type="http://schemas.openxmlformats.org/officeDocument/2006/relationships/slide" Target="slide56.xml"/><Relationship Id="rId11" Type="http://schemas.openxmlformats.org/officeDocument/2006/relationships/image" Target="../media/image28.png"/><Relationship Id="rId5" Type="http://schemas.openxmlformats.org/officeDocument/2006/relationships/slide" Target="slide54.xml"/><Relationship Id="rId10" Type="http://schemas.openxmlformats.org/officeDocument/2006/relationships/slide" Target="slide60.xml"/><Relationship Id="rId4" Type="http://schemas.openxmlformats.org/officeDocument/2006/relationships/slide" Target="slide55.xml"/><Relationship Id="rId9" Type="http://schemas.openxmlformats.org/officeDocument/2006/relationships/slide" Target="slide59.xml"/><Relationship Id="rId14" Type="http://schemas.openxmlformats.org/officeDocument/2006/relationships/slide" Target="slide13.xml"/></Relationships>
</file>

<file path=ppt/slides/_rels/slide39.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slide" Target="slide34.xml"/><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slide" Target="slide34.xml"/><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slide" Target="slide34.xml"/><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slide" Target="slide34.xml"/><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slide" Target="slide34.xml"/><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slide" Target="slide34.xml"/><Relationship Id="rId1" Type="http://schemas.openxmlformats.org/officeDocument/2006/relationships/slideLayout" Target="../slideLayouts/slideLayout37.xml"/><Relationship Id="rId6" Type="http://schemas.openxmlformats.org/officeDocument/2006/relationships/slide" Target="slide13.xml"/><Relationship Id="rId5" Type="http://schemas.openxmlformats.org/officeDocument/2006/relationships/slide" Target="slide46.xml"/><Relationship Id="rId4" Type="http://schemas.openxmlformats.org/officeDocument/2006/relationships/slide" Target="slide45.xml"/></Relationships>
</file>

<file path=ppt/slides/_rels/slide45.xml.rels><?xml version="1.0" encoding="UTF-8" standalone="yes"?>
<Relationships xmlns="http://schemas.openxmlformats.org/package/2006/relationships"><Relationship Id="rId2" Type="http://schemas.openxmlformats.org/officeDocument/2006/relationships/slide" Target="slide44.xml"/><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2" Type="http://schemas.openxmlformats.org/officeDocument/2006/relationships/slide" Target="slide44.xml"/><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3" Type="http://schemas.openxmlformats.org/officeDocument/2006/relationships/slide" Target="slide48.xml"/><Relationship Id="rId7" Type="http://schemas.openxmlformats.org/officeDocument/2006/relationships/slide" Target="slide13.xml"/><Relationship Id="rId2" Type="http://schemas.openxmlformats.org/officeDocument/2006/relationships/slide" Target="slide34.xml"/><Relationship Id="rId1" Type="http://schemas.openxmlformats.org/officeDocument/2006/relationships/slideLayout" Target="../slideLayouts/slideLayout37.xml"/><Relationship Id="rId6" Type="http://schemas.openxmlformats.org/officeDocument/2006/relationships/slide" Target="slide51.xml"/><Relationship Id="rId5" Type="http://schemas.openxmlformats.org/officeDocument/2006/relationships/slide" Target="slide50.xml"/><Relationship Id="rId4" Type="http://schemas.openxmlformats.org/officeDocument/2006/relationships/slide" Target="slide49.xml"/></Relationships>
</file>

<file path=ppt/slides/_rels/slide48.xml.rels><?xml version="1.0" encoding="UTF-8" standalone="yes"?>
<Relationships xmlns="http://schemas.openxmlformats.org/package/2006/relationships"><Relationship Id="rId2" Type="http://schemas.openxmlformats.org/officeDocument/2006/relationships/slide" Target="slide47.xml"/><Relationship Id="rId1" Type="http://schemas.openxmlformats.org/officeDocument/2006/relationships/slideLayout" Target="../slideLayouts/slideLayout37.xml"/></Relationships>
</file>

<file path=ppt/slides/_rels/slide49.xml.rels><?xml version="1.0" encoding="UTF-8" standalone="yes"?>
<Relationships xmlns="http://schemas.openxmlformats.org/package/2006/relationships"><Relationship Id="rId2" Type="http://schemas.openxmlformats.org/officeDocument/2006/relationships/slide" Target="slide47.xml"/><Relationship Id="rId1" Type="http://schemas.openxmlformats.org/officeDocument/2006/relationships/slideLayout" Target="../slideLayouts/slideLayout37.xml"/></Relationships>
</file>

<file path=ppt/slides/_rels/slide50.xml.rels><?xml version="1.0" encoding="UTF-8" standalone="yes"?>
<Relationships xmlns="http://schemas.openxmlformats.org/package/2006/relationships"><Relationship Id="rId2" Type="http://schemas.openxmlformats.org/officeDocument/2006/relationships/slide" Target="slide47.xml"/><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2" Type="http://schemas.openxmlformats.org/officeDocument/2006/relationships/slide" Target="slide47.xml"/><Relationship Id="rId1" Type="http://schemas.openxmlformats.org/officeDocument/2006/relationships/slideLayout" Target="../slideLayouts/slideLayout37.xml"/></Relationships>
</file>

<file path=ppt/slides/_rels/slide52.xml.rels><?xml version="1.0" encoding="UTF-8" standalone="yes"?>
<Relationships xmlns="http://schemas.openxmlformats.org/package/2006/relationships"><Relationship Id="rId2" Type="http://schemas.openxmlformats.org/officeDocument/2006/relationships/slide" Target="slide47.xml"/><Relationship Id="rId1" Type="http://schemas.openxmlformats.org/officeDocument/2006/relationships/slideLayout" Target="../slideLayouts/slideLayout37.xml"/></Relationships>
</file>

<file path=ppt/slides/_rels/slide53.xml.rels><?xml version="1.0" encoding="UTF-8" standalone="yes"?>
<Relationships xmlns="http://schemas.openxmlformats.org/package/2006/relationships"><Relationship Id="rId8" Type="http://schemas.openxmlformats.org/officeDocument/2006/relationships/slide" Target="slide60.xml"/><Relationship Id="rId13" Type="http://schemas.openxmlformats.org/officeDocument/2006/relationships/hyperlink" Target="https://asiandevbank.sharepoint.com/:b:/r/sites/org_csd_csis_ir/RecordsManagement/SharePoint%20site%20and%20library%20structures/APPROVED%20BPMSD%20SharePoint%20site,%20library%20and%20folder%20conventions.pdf?d=w71fcb62bc3e4430baf6143a4756d66d8&amp;csf=1&amp;web=1&amp;e=a1EBii" TargetMode="External"/><Relationship Id="rId3" Type="http://schemas.openxmlformats.org/officeDocument/2006/relationships/slide" Target="slide54.xml"/><Relationship Id="rId7" Type="http://schemas.openxmlformats.org/officeDocument/2006/relationships/slide" Target="slide59.xml"/><Relationship Id="rId12" Type="http://schemas.openxmlformats.org/officeDocument/2006/relationships/image" Target="../media/image30.png"/><Relationship Id="rId2" Type="http://schemas.openxmlformats.org/officeDocument/2006/relationships/slide" Target="slide55.xml"/><Relationship Id="rId1" Type="http://schemas.openxmlformats.org/officeDocument/2006/relationships/slideLayout" Target="../slideLayouts/slideLayout37.xml"/><Relationship Id="rId6" Type="http://schemas.openxmlformats.org/officeDocument/2006/relationships/slide" Target="slide58.xml"/><Relationship Id="rId11" Type="http://schemas.openxmlformats.org/officeDocument/2006/relationships/image" Target="../media/image29.png"/><Relationship Id="rId5" Type="http://schemas.openxmlformats.org/officeDocument/2006/relationships/slide" Target="slide57.xml"/><Relationship Id="rId15" Type="http://schemas.openxmlformats.org/officeDocument/2006/relationships/slide" Target="slide13.xml"/><Relationship Id="rId10" Type="http://schemas.openxmlformats.org/officeDocument/2006/relationships/image" Target="../media/image31.png"/><Relationship Id="rId4" Type="http://schemas.openxmlformats.org/officeDocument/2006/relationships/slide" Target="slide56.xml"/><Relationship Id="rId9" Type="http://schemas.openxmlformats.org/officeDocument/2006/relationships/image" Target="../media/image28.png"/><Relationship Id="rId14" Type="http://schemas.openxmlformats.org/officeDocument/2006/relationships/slide" Target="slide61.xml"/></Relationships>
</file>

<file path=ppt/slides/_rels/slide54.xml.rels><?xml version="1.0" encoding="UTF-8" standalone="yes"?>
<Relationships xmlns="http://schemas.openxmlformats.org/package/2006/relationships"><Relationship Id="rId3" Type="http://schemas.openxmlformats.org/officeDocument/2006/relationships/slide" Target="slide53.xml"/><Relationship Id="rId2" Type="http://schemas.microsoft.com/office/2018/10/relationships/comments" Target="../comments/modernComment_139_25796A60.xml"/><Relationship Id="rId1" Type="http://schemas.openxmlformats.org/officeDocument/2006/relationships/slideLayout" Target="../slideLayouts/slideLayout37.xml"/></Relationships>
</file>

<file path=ppt/slides/_rels/slide55.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notesSlide" Target="../notesSlides/notesSlide5.xml"/><Relationship Id="rId1" Type="http://schemas.openxmlformats.org/officeDocument/2006/relationships/slideLayout" Target="../slideLayouts/slideLayout37.xml"/><Relationship Id="rId4" Type="http://schemas.openxmlformats.org/officeDocument/2006/relationships/slide" Target="slide53.xml"/></Relationships>
</file>

<file path=ppt/slides/_rels/slide56.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slide" Target="slide39.xml"/><Relationship Id="rId1" Type="http://schemas.openxmlformats.org/officeDocument/2006/relationships/slideLayout" Target="../slideLayouts/slideLayout37.xml"/></Relationships>
</file>

<file path=ppt/slides/_rels/slide57.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slide" Target="slide39.xml"/><Relationship Id="rId1" Type="http://schemas.openxmlformats.org/officeDocument/2006/relationships/slideLayout" Target="../slideLayouts/slideLayout37.xml"/></Relationships>
</file>

<file path=ppt/slides/_rels/slide58.xml.rels><?xml version="1.0" encoding="UTF-8" standalone="yes"?>
<Relationships xmlns="http://schemas.openxmlformats.org/package/2006/relationships"><Relationship Id="rId3" Type="http://schemas.openxmlformats.org/officeDocument/2006/relationships/slide" Target="slide39.xml"/><Relationship Id="rId2" Type="http://schemas.microsoft.com/office/2018/10/relationships/comments" Target="../comments/modernComment_13C_653518B3.xml"/><Relationship Id="rId1" Type="http://schemas.openxmlformats.org/officeDocument/2006/relationships/slideLayout" Target="../slideLayouts/slideLayout37.xml"/><Relationship Id="rId4" Type="http://schemas.openxmlformats.org/officeDocument/2006/relationships/slide" Target="slide53.xml"/></Relationships>
</file>

<file path=ppt/slides/_rels/slide59.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slide" Target="slide39.xml"/><Relationship Id="rId1" Type="http://schemas.openxmlformats.org/officeDocument/2006/relationships/slideLayout" Target="../slideLayouts/slideLayout37.xml"/></Relationships>
</file>

<file path=ppt/slides/_rels/slide60.xml.rels><?xml version="1.0" encoding="UTF-8" standalone="yes"?>
<Relationships xmlns="http://schemas.openxmlformats.org/package/2006/relationships"><Relationship Id="rId2" Type="http://schemas.openxmlformats.org/officeDocument/2006/relationships/slide" Target="slide53.xml"/><Relationship Id="rId1" Type="http://schemas.openxmlformats.org/officeDocument/2006/relationships/slideLayout" Target="../slideLayouts/slideLayout37.xml"/></Relationships>
</file>

<file path=ppt/slides/_rels/slide61.xml.rels><?xml version="1.0" encoding="UTF-8" standalone="yes"?>
<Relationships xmlns="http://schemas.openxmlformats.org/package/2006/relationships"><Relationship Id="rId2" Type="http://schemas.openxmlformats.org/officeDocument/2006/relationships/slide" Target="slide53.xml"/><Relationship Id="rId1" Type="http://schemas.openxmlformats.org/officeDocument/2006/relationships/slideLayout" Target="../slideLayouts/slideLayout37.xml"/></Relationships>
</file>

<file path=ppt/slides/_rels/slide62.xml.rels><?xml version="1.0" encoding="UTF-8" standalone="yes"?>
<Relationships xmlns="http://schemas.openxmlformats.org/package/2006/relationships"><Relationship Id="rId2" Type="http://schemas.openxmlformats.org/officeDocument/2006/relationships/slide" Target="slide61.xml"/><Relationship Id="rId1" Type="http://schemas.openxmlformats.org/officeDocument/2006/relationships/slideLayout" Target="../slideLayouts/slideLayout37.xml"/></Relationships>
</file>

<file path=ppt/slides/_rels/slide63.xml.rels><?xml version="1.0" encoding="UTF-8" standalone="yes"?>
<Relationships xmlns="http://schemas.openxmlformats.org/package/2006/relationships"><Relationship Id="rId2" Type="http://schemas.openxmlformats.org/officeDocument/2006/relationships/slide" Target="slide61.xml"/><Relationship Id="rId1" Type="http://schemas.openxmlformats.org/officeDocument/2006/relationships/slideLayout" Target="../slideLayouts/slideLayout37.xml"/></Relationships>
</file>

<file path=ppt/slides/_rels/slide64.xml.rels><?xml version="1.0" encoding="UTF-8" standalone="yes"?>
<Relationships xmlns="http://schemas.openxmlformats.org/package/2006/relationships"><Relationship Id="rId2" Type="http://schemas.openxmlformats.org/officeDocument/2006/relationships/slide" Target="slide61.xml"/><Relationship Id="rId1" Type="http://schemas.openxmlformats.org/officeDocument/2006/relationships/slideLayout" Target="../slideLayouts/slideLayout37.xml"/></Relationships>
</file>

<file path=ppt/slides/_rels/slide65.xml.rels><?xml version="1.0" encoding="UTF-8" standalone="yes"?>
<Relationships xmlns="http://schemas.openxmlformats.org/package/2006/relationships"><Relationship Id="rId2" Type="http://schemas.openxmlformats.org/officeDocument/2006/relationships/slide" Target="slide61.xml"/><Relationship Id="rId1" Type="http://schemas.openxmlformats.org/officeDocument/2006/relationships/slideLayout" Target="../slideLayouts/slideLayout37.xml"/></Relationships>
</file>

<file path=ppt/slides/_rels/slide66.xml.rels><?xml version="1.0" encoding="UTF-8" standalone="yes"?>
<Relationships xmlns="http://schemas.openxmlformats.org/package/2006/relationships"><Relationship Id="rId2" Type="http://schemas.openxmlformats.org/officeDocument/2006/relationships/slide" Target="slide61.xml"/><Relationship Id="rId1" Type="http://schemas.openxmlformats.org/officeDocument/2006/relationships/slideLayout" Target="../slideLayouts/slideLayout37.xm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 Target="slide13.xml"/><Relationship Id="rId1" Type="http://schemas.openxmlformats.org/officeDocument/2006/relationships/slideLayout" Target="../slideLayouts/slideLayout37.xml"/></Relationships>
</file>

<file path=ppt/slides/_rels/slide68.xml.rels><?xml version="1.0" encoding="UTF-8" standalone="yes"?>
<Relationships xmlns="http://schemas.openxmlformats.org/package/2006/relationships"><Relationship Id="rId2" Type="http://schemas.openxmlformats.org/officeDocument/2006/relationships/slide" Target="slide67.xml"/><Relationship Id="rId1" Type="http://schemas.openxmlformats.org/officeDocument/2006/relationships/slideLayout" Target="../slideLayouts/slideLayout37.xml"/></Relationships>
</file>

<file path=ppt/slides/_rels/slide69.xml.rels><?xml version="1.0" encoding="UTF-8" standalone="yes"?>
<Relationships xmlns="http://schemas.openxmlformats.org/package/2006/relationships"><Relationship Id="rId2" Type="http://schemas.openxmlformats.org/officeDocument/2006/relationships/slide" Target="slide67.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98B04-D399-47E4-4DA7-83128D6C2ABF}"/>
              </a:ext>
            </a:extLst>
          </p:cNvPr>
          <p:cNvSpPr>
            <a:spLocks noGrp="1"/>
          </p:cNvSpPr>
          <p:nvPr>
            <p:ph type="ctrTitle"/>
          </p:nvPr>
        </p:nvSpPr>
        <p:spPr>
          <a:xfrm>
            <a:off x="130836" y="3652201"/>
            <a:ext cx="7833298" cy="1029631"/>
          </a:xfrm>
        </p:spPr>
        <p:txBody>
          <a:bodyPr/>
          <a:lstStyle/>
          <a:p>
            <a:r>
              <a:rPr lang="en-US" sz="4400" b="1" dirty="0">
                <a:solidFill>
                  <a:srgbClr val="00AABB"/>
                </a:solidFill>
                <a:latin typeface="Segoe UI Bold"/>
              </a:rPr>
              <a:t>EDRMS Dashboard</a:t>
            </a:r>
            <a:endParaRPr lang="en-PH" sz="4400" b="1" dirty="0">
              <a:solidFill>
                <a:srgbClr val="00AABB"/>
              </a:solidFill>
              <a:latin typeface="Segoe UI Bold"/>
            </a:endParaRPr>
          </a:p>
        </p:txBody>
      </p:sp>
      <p:sp>
        <p:nvSpPr>
          <p:cNvPr id="3" name="Subtitle 2">
            <a:extLst>
              <a:ext uri="{FF2B5EF4-FFF2-40B4-BE49-F238E27FC236}">
                <a16:creationId xmlns:a16="http://schemas.microsoft.com/office/drawing/2014/main" id="{CA06C5E4-B9EC-E96F-0A91-910C4AFAFD5D}"/>
              </a:ext>
            </a:extLst>
          </p:cNvPr>
          <p:cNvSpPr>
            <a:spLocks noGrp="1"/>
          </p:cNvSpPr>
          <p:nvPr>
            <p:ph type="subTitle" idx="1"/>
          </p:nvPr>
        </p:nvSpPr>
        <p:spPr/>
        <p:txBody>
          <a:bodyPr>
            <a:normAutofit/>
          </a:bodyPr>
          <a:lstStyle/>
          <a:p>
            <a:r>
              <a:rPr lang="en-PH" sz="2000" dirty="0"/>
              <a:t>For monitoring and reporting</a:t>
            </a:r>
          </a:p>
        </p:txBody>
      </p:sp>
      <p:sp>
        <p:nvSpPr>
          <p:cNvPr id="4" name="Slide Number Placeholder 3">
            <a:extLst>
              <a:ext uri="{FF2B5EF4-FFF2-40B4-BE49-F238E27FC236}">
                <a16:creationId xmlns:a16="http://schemas.microsoft.com/office/drawing/2014/main" id="{96AD9AE5-D51C-60CB-FBC4-A8B366B3F71B}"/>
              </a:ext>
            </a:extLst>
          </p:cNvPr>
          <p:cNvSpPr>
            <a:spLocks noGrp="1"/>
          </p:cNvSpPr>
          <p:nvPr>
            <p:ph type="sldNum" sz="quarter" idx="12"/>
          </p:nvPr>
        </p:nvSpPr>
        <p:spPr/>
        <p:txBody>
          <a:bodyPr/>
          <a:lstStyle/>
          <a:p>
            <a:fld id="{C7FDEC95-032C-4F4A-AE8A-E8BF2DA06372}" type="slidenum">
              <a:rPr lang="en-US" smtClean="0"/>
              <a:t>1</a:t>
            </a:fld>
            <a:endParaRPr lang="en-US"/>
          </a:p>
        </p:txBody>
      </p:sp>
    </p:spTree>
    <p:extLst>
      <p:ext uri="{BB962C8B-B14F-4D97-AF65-F5344CB8AC3E}">
        <p14:creationId xmlns:p14="http://schemas.microsoft.com/office/powerpoint/2010/main" val="3187736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E2323-7DC0-3F84-35B9-7C2588BF86D3}"/>
              </a:ext>
            </a:extLst>
          </p:cNvPr>
          <p:cNvSpPr>
            <a:spLocks noGrp="1"/>
          </p:cNvSpPr>
          <p:nvPr>
            <p:ph type="title"/>
          </p:nvPr>
        </p:nvSpPr>
        <p:spPr/>
        <p:txBody>
          <a:bodyPr/>
          <a:lstStyle/>
          <a:p>
            <a:r>
              <a:rPr lang="en-AU" dirty="0"/>
              <a:t>Objective</a:t>
            </a:r>
          </a:p>
        </p:txBody>
      </p:sp>
      <p:sp>
        <p:nvSpPr>
          <p:cNvPr id="3" name="Content Placeholder 2">
            <a:extLst>
              <a:ext uri="{FF2B5EF4-FFF2-40B4-BE49-F238E27FC236}">
                <a16:creationId xmlns:a16="http://schemas.microsoft.com/office/drawing/2014/main" id="{5F998B47-2A93-BA17-ACDA-6E97368C4A77}"/>
              </a:ext>
            </a:extLst>
          </p:cNvPr>
          <p:cNvSpPr>
            <a:spLocks noGrp="1"/>
          </p:cNvSpPr>
          <p:nvPr>
            <p:ph idx="1"/>
          </p:nvPr>
        </p:nvSpPr>
        <p:spPr>
          <a:xfrm>
            <a:off x="838200" y="1482725"/>
            <a:ext cx="10515600" cy="4351338"/>
          </a:xfrm>
        </p:spPr>
        <p:txBody>
          <a:bodyPr>
            <a:normAutofit fontScale="92500" lnSpcReduction="20000"/>
          </a:bodyPr>
          <a:lstStyle/>
          <a:p>
            <a:pPr marL="0" indent="0">
              <a:buNone/>
            </a:pPr>
            <a:r>
              <a:rPr lang="en-AU" dirty="0"/>
              <a:t>The EDRMS Dashboard should be a tool to facilitate the ongoing monitoring of the:</a:t>
            </a:r>
          </a:p>
          <a:p>
            <a:r>
              <a:rPr lang="en-AU" dirty="0"/>
              <a:t>number of active EDRMS SharePoint sites</a:t>
            </a:r>
          </a:p>
          <a:p>
            <a:r>
              <a:rPr lang="en-AU" dirty="0"/>
              <a:t>usage of EDRMS SharePoint sites by department/office/RM/project</a:t>
            </a:r>
          </a:p>
          <a:p>
            <a:r>
              <a:rPr lang="en-AU" dirty="0"/>
              <a:t>Application of the Institutional File Plan</a:t>
            </a:r>
          </a:p>
          <a:p>
            <a:r>
              <a:rPr lang="en-AU" dirty="0"/>
              <a:t>Compliance with AO4.08</a:t>
            </a:r>
          </a:p>
          <a:p>
            <a:r>
              <a:rPr lang="en-AU" dirty="0"/>
              <a:t>Application of the RRDS</a:t>
            </a:r>
          </a:p>
          <a:p>
            <a:r>
              <a:rPr lang="en-AU" dirty="0"/>
              <a:t>Disposal processing</a:t>
            </a:r>
          </a:p>
          <a:p>
            <a:endParaRPr lang="en-AU" dirty="0"/>
          </a:p>
          <a:p>
            <a:pPr marL="0" indent="0">
              <a:buNone/>
            </a:pPr>
            <a:r>
              <a:rPr lang="en-AU" dirty="0"/>
              <a:t>The objective of the dashboard is beyond the delivery of the EDRMS project and is a key </a:t>
            </a:r>
            <a:r>
              <a:rPr lang="en-AU" u="sng" dirty="0"/>
              <a:t>deliverable</a:t>
            </a:r>
            <a:r>
              <a:rPr lang="en-AU" dirty="0"/>
              <a:t> of the project.</a:t>
            </a:r>
          </a:p>
        </p:txBody>
      </p:sp>
      <p:sp>
        <p:nvSpPr>
          <p:cNvPr id="4" name="Slide Number Placeholder 3">
            <a:extLst>
              <a:ext uri="{FF2B5EF4-FFF2-40B4-BE49-F238E27FC236}">
                <a16:creationId xmlns:a16="http://schemas.microsoft.com/office/drawing/2014/main" id="{8D1A7C30-5F32-2BBB-1C74-72CE2ED0FC81}"/>
              </a:ext>
            </a:extLst>
          </p:cNvPr>
          <p:cNvSpPr>
            <a:spLocks noGrp="1"/>
          </p:cNvSpPr>
          <p:nvPr>
            <p:ph type="sldNum" sz="quarter" idx="12"/>
          </p:nvPr>
        </p:nvSpPr>
        <p:spPr/>
        <p:txBody>
          <a:bodyPr/>
          <a:lstStyle/>
          <a:p>
            <a:fld id="{C7FDEC95-032C-4F4A-AE8A-E8BF2DA06372}" type="slidenum">
              <a:rPr lang="en-US" smtClean="0"/>
              <a:t>2</a:t>
            </a:fld>
            <a:endParaRPr lang="en-US"/>
          </a:p>
        </p:txBody>
      </p:sp>
    </p:spTree>
    <p:extLst>
      <p:ext uri="{BB962C8B-B14F-4D97-AF65-F5344CB8AC3E}">
        <p14:creationId xmlns:p14="http://schemas.microsoft.com/office/powerpoint/2010/main" val="3059183381"/>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E2084-CB05-902F-529C-4C0A2DFAA8C6}"/>
              </a:ext>
            </a:extLst>
          </p:cNvPr>
          <p:cNvSpPr>
            <a:spLocks noGrp="1"/>
          </p:cNvSpPr>
          <p:nvPr>
            <p:ph type="title"/>
          </p:nvPr>
        </p:nvSpPr>
        <p:spPr/>
        <p:txBody>
          <a:bodyPr/>
          <a:lstStyle/>
          <a:p>
            <a:r>
              <a:rPr lang="en-AU" dirty="0"/>
              <a:t>Audience</a:t>
            </a:r>
          </a:p>
        </p:txBody>
      </p:sp>
      <p:sp>
        <p:nvSpPr>
          <p:cNvPr id="4" name="Slide Number Placeholder 3">
            <a:extLst>
              <a:ext uri="{FF2B5EF4-FFF2-40B4-BE49-F238E27FC236}">
                <a16:creationId xmlns:a16="http://schemas.microsoft.com/office/drawing/2014/main" id="{EEFDABE0-51B1-6A3B-6C07-D0AC131387DA}"/>
              </a:ext>
            </a:extLst>
          </p:cNvPr>
          <p:cNvSpPr>
            <a:spLocks noGrp="1"/>
          </p:cNvSpPr>
          <p:nvPr>
            <p:ph type="sldNum" sz="quarter" idx="12"/>
          </p:nvPr>
        </p:nvSpPr>
        <p:spPr/>
        <p:txBody>
          <a:bodyPr/>
          <a:lstStyle/>
          <a:p>
            <a:fld id="{C7FDEC95-032C-4F4A-AE8A-E8BF2DA06372}" type="slidenum">
              <a:rPr lang="en-US" smtClean="0"/>
              <a:t>3</a:t>
            </a:fld>
            <a:endParaRPr lang="en-US"/>
          </a:p>
        </p:txBody>
      </p:sp>
      <p:graphicFrame>
        <p:nvGraphicFramePr>
          <p:cNvPr id="5" name="Table 4">
            <a:extLst>
              <a:ext uri="{FF2B5EF4-FFF2-40B4-BE49-F238E27FC236}">
                <a16:creationId xmlns:a16="http://schemas.microsoft.com/office/drawing/2014/main" id="{044DB31A-F57A-F2F5-E910-6F88EF6F6FA0}"/>
              </a:ext>
            </a:extLst>
          </p:cNvPr>
          <p:cNvGraphicFramePr>
            <a:graphicFrameLocks noGrp="1"/>
          </p:cNvGraphicFramePr>
          <p:nvPr>
            <p:extLst>
              <p:ext uri="{D42A27DB-BD31-4B8C-83A1-F6EECF244321}">
                <p14:modId xmlns:p14="http://schemas.microsoft.com/office/powerpoint/2010/main" val="490158795"/>
              </p:ext>
            </p:extLst>
          </p:nvPr>
        </p:nvGraphicFramePr>
        <p:xfrm>
          <a:off x="838200" y="1519766"/>
          <a:ext cx="10626090" cy="3235960"/>
        </p:xfrm>
        <a:graphic>
          <a:graphicData uri="http://schemas.openxmlformats.org/drawingml/2006/table">
            <a:tbl>
              <a:tblPr firstRow="1" bandRow="1">
                <a:tableStyleId>{5C22544A-7EE6-4342-B048-85BDC9FD1C3A}</a:tableStyleId>
              </a:tblPr>
              <a:tblGrid>
                <a:gridCol w="5313045">
                  <a:extLst>
                    <a:ext uri="{9D8B030D-6E8A-4147-A177-3AD203B41FA5}">
                      <a16:colId xmlns:a16="http://schemas.microsoft.com/office/drawing/2014/main" val="367677493"/>
                    </a:ext>
                  </a:extLst>
                </a:gridCol>
                <a:gridCol w="5313045">
                  <a:extLst>
                    <a:ext uri="{9D8B030D-6E8A-4147-A177-3AD203B41FA5}">
                      <a16:colId xmlns:a16="http://schemas.microsoft.com/office/drawing/2014/main" val="2272919626"/>
                    </a:ext>
                  </a:extLst>
                </a:gridCol>
              </a:tblGrid>
              <a:tr h="370840">
                <a:tc>
                  <a:txBody>
                    <a:bodyPr/>
                    <a:lstStyle/>
                    <a:p>
                      <a:r>
                        <a:rPr lang="en-AU" dirty="0"/>
                        <a:t>Audience caveat</a:t>
                      </a:r>
                    </a:p>
                  </a:txBody>
                  <a:tcPr/>
                </a:tc>
                <a:tc>
                  <a:txBody>
                    <a:bodyPr/>
                    <a:lstStyle/>
                    <a:p>
                      <a:r>
                        <a:rPr lang="en-AU" dirty="0"/>
                        <a:t>Required for</a:t>
                      </a:r>
                    </a:p>
                  </a:txBody>
                  <a:tcPr/>
                </a:tc>
                <a:extLst>
                  <a:ext uri="{0D108BD9-81ED-4DB2-BD59-A6C34878D82A}">
                    <a16:rowId xmlns:a16="http://schemas.microsoft.com/office/drawing/2014/main" val="466457239"/>
                  </a:ext>
                </a:extLst>
              </a:tr>
              <a:tr h="370840">
                <a:tc>
                  <a:txBody>
                    <a:bodyPr/>
                    <a:lstStyle/>
                    <a:p>
                      <a:r>
                        <a:rPr lang="en-AU" dirty="0"/>
                        <a:t>Management</a:t>
                      </a:r>
                    </a:p>
                  </a:txBody>
                  <a:tcPr/>
                </a:tc>
                <a:tc>
                  <a:txBody>
                    <a:bodyPr/>
                    <a:lstStyle/>
                    <a:p>
                      <a:r>
                        <a:rPr lang="en-AU" dirty="0"/>
                        <a:t>Oversight</a:t>
                      </a:r>
                    </a:p>
                  </a:txBody>
                  <a:tcPr/>
                </a:tc>
                <a:extLst>
                  <a:ext uri="{0D108BD9-81ED-4DB2-BD59-A6C34878D82A}">
                    <a16:rowId xmlns:a16="http://schemas.microsoft.com/office/drawing/2014/main" val="41275773"/>
                  </a:ext>
                </a:extLst>
              </a:tr>
              <a:tr h="370840">
                <a:tc>
                  <a:txBody>
                    <a:bodyPr/>
                    <a:lstStyle/>
                    <a:p>
                      <a:r>
                        <a:rPr lang="en-AU"/>
                        <a:t>HoDs / CDs / ROs</a:t>
                      </a:r>
                      <a:endParaRPr lang="en-AU" dirty="0"/>
                    </a:p>
                  </a:txBody>
                  <a:tcPr/>
                </a:tc>
                <a:tc>
                  <a:txBody>
                    <a:bodyPr/>
                    <a:lstStyle/>
                    <a:p>
                      <a:r>
                        <a:rPr lang="en-AU" dirty="0"/>
                        <a:t>Mandate compliance</a:t>
                      </a:r>
                    </a:p>
                    <a:p>
                      <a:r>
                        <a:rPr lang="en-AU" dirty="0"/>
                        <a:t>Enable the provision of support and advocacy</a:t>
                      </a:r>
                    </a:p>
                  </a:txBody>
                  <a:tcPr/>
                </a:tc>
                <a:extLst>
                  <a:ext uri="{0D108BD9-81ED-4DB2-BD59-A6C34878D82A}">
                    <a16:rowId xmlns:a16="http://schemas.microsoft.com/office/drawing/2014/main" val="1060423625"/>
                  </a:ext>
                </a:extLst>
              </a:tr>
              <a:tr h="370840">
                <a:tc>
                  <a:txBody>
                    <a:bodyPr/>
                    <a:lstStyle/>
                    <a:p>
                      <a:r>
                        <a:rPr lang="en-AU" dirty="0"/>
                        <a:t>Leadership</a:t>
                      </a:r>
                    </a:p>
                  </a:txBody>
                  <a:tcPr/>
                </a:tc>
                <a:tc>
                  <a:txBody>
                    <a:bodyPr/>
                    <a:lstStyle/>
                    <a:p>
                      <a:r>
                        <a:rPr lang="en-AU" dirty="0"/>
                        <a:t>Division / team / unit level advocacy</a:t>
                      </a:r>
                    </a:p>
                  </a:txBody>
                  <a:tcPr/>
                </a:tc>
                <a:extLst>
                  <a:ext uri="{0D108BD9-81ED-4DB2-BD59-A6C34878D82A}">
                    <a16:rowId xmlns:a16="http://schemas.microsoft.com/office/drawing/2014/main" val="1410290346"/>
                  </a:ext>
                </a:extLst>
              </a:tr>
              <a:tr h="370840">
                <a:tc>
                  <a:txBody>
                    <a:bodyPr/>
                    <a:lstStyle/>
                    <a:p>
                      <a:r>
                        <a:rPr lang="en-AU" dirty="0"/>
                        <a:t>General users</a:t>
                      </a:r>
                    </a:p>
                  </a:txBody>
                  <a:tcPr/>
                </a:tc>
                <a:tc>
                  <a:txBody>
                    <a:bodyPr/>
                    <a:lstStyle/>
                    <a:p>
                      <a:r>
                        <a:rPr lang="en-AU" dirty="0"/>
                        <a:t>Insights</a:t>
                      </a:r>
                    </a:p>
                  </a:txBody>
                  <a:tcPr/>
                </a:tc>
                <a:extLst>
                  <a:ext uri="{0D108BD9-81ED-4DB2-BD59-A6C34878D82A}">
                    <a16:rowId xmlns:a16="http://schemas.microsoft.com/office/drawing/2014/main" val="3824246037"/>
                  </a:ext>
                </a:extLst>
              </a:tr>
              <a:tr h="370840">
                <a:tc>
                  <a:txBody>
                    <a:bodyPr/>
                    <a:lstStyle/>
                    <a:p>
                      <a:r>
                        <a:rPr lang="en-AU" dirty="0"/>
                        <a:t>CSIS – IR</a:t>
                      </a:r>
                    </a:p>
                  </a:txBody>
                  <a:tcPr/>
                </a:tc>
                <a:tc>
                  <a:txBody>
                    <a:bodyPr/>
                    <a:lstStyle/>
                    <a:p>
                      <a:r>
                        <a:rPr lang="en-AU" dirty="0"/>
                        <a:t>Operational monitoring and support</a:t>
                      </a:r>
                    </a:p>
                  </a:txBody>
                  <a:tcPr/>
                </a:tc>
                <a:extLst>
                  <a:ext uri="{0D108BD9-81ED-4DB2-BD59-A6C34878D82A}">
                    <a16:rowId xmlns:a16="http://schemas.microsoft.com/office/drawing/2014/main" val="455004623"/>
                  </a:ext>
                </a:extLst>
              </a:tr>
              <a:tr h="370840">
                <a:tc>
                  <a:txBody>
                    <a:bodyPr/>
                    <a:lstStyle/>
                    <a:p>
                      <a:r>
                        <a:rPr lang="en-AU" dirty="0"/>
                        <a:t>DRGC</a:t>
                      </a:r>
                    </a:p>
                  </a:txBody>
                  <a:tcPr/>
                </a:tc>
                <a:tc>
                  <a:txBody>
                    <a:bodyPr/>
                    <a:lstStyle/>
                    <a:p>
                      <a:r>
                        <a:rPr lang="en-AU" dirty="0"/>
                        <a:t>Governance level monitoring capability</a:t>
                      </a:r>
                    </a:p>
                  </a:txBody>
                  <a:tcPr/>
                </a:tc>
                <a:extLst>
                  <a:ext uri="{0D108BD9-81ED-4DB2-BD59-A6C34878D82A}">
                    <a16:rowId xmlns:a16="http://schemas.microsoft.com/office/drawing/2014/main" val="1086412979"/>
                  </a:ext>
                </a:extLst>
              </a:tr>
              <a:tr h="370840">
                <a:tc>
                  <a:txBody>
                    <a:bodyPr/>
                    <a:lstStyle/>
                    <a:p>
                      <a:r>
                        <a:rPr lang="en-AU" dirty="0"/>
                        <a:t>ORM</a:t>
                      </a:r>
                    </a:p>
                  </a:txBody>
                  <a:tcPr/>
                </a:tc>
                <a:tc>
                  <a:txBody>
                    <a:bodyPr/>
                    <a:lstStyle/>
                    <a:p>
                      <a:r>
                        <a:rPr lang="en-AU" dirty="0"/>
                        <a:t>Risk management factors and statistics.</a:t>
                      </a:r>
                    </a:p>
                  </a:txBody>
                  <a:tcPr/>
                </a:tc>
                <a:extLst>
                  <a:ext uri="{0D108BD9-81ED-4DB2-BD59-A6C34878D82A}">
                    <a16:rowId xmlns:a16="http://schemas.microsoft.com/office/drawing/2014/main" val="7975073"/>
                  </a:ext>
                </a:extLst>
              </a:tr>
            </a:tbl>
          </a:graphicData>
        </a:graphic>
      </p:graphicFrame>
    </p:spTree>
    <p:extLst>
      <p:ext uri="{BB962C8B-B14F-4D97-AF65-F5344CB8AC3E}">
        <p14:creationId xmlns:p14="http://schemas.microsoft.com/office/powerpoint/2010/main" val="2961949103"/>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7FEE7-8A87-BC36-11D9-47B309C0BEEB}"/>
              </a:ext>
            </a:extLst>
          </p:cNvPr>
          <p:cNvSpPr>
            <a:spLocks noGrp="1"/>
          </p:cNvSpPr>
          <p:nvPr>
            <p:ph type="title"/>
          </p:nvPr>
        </p:nvSpPr>
        <p:spPr/>
        <p:txBody>
          <a:bodyPr/>
          <a:lstStyle/>
          <a:p>
            <a:r>
              <a:rPr lang="en-AU" dirty="0"/>
              <a:t>Overview – top panel</a:t>
            </a:r>
          </a:p>
        </p:txBody>
      </p:sp>
      <p:sp>
        <p:nvSpPr>
          <p:cNvPr id="4" name="Slide Number Placeholder 3">
            <a:extLst>
              <a:ext uri="{FF2B5EF4-FFF2-40B4-BE49-F238E27FC236}">
                <a16:creationId xmlns:a16="http://schemas.microsoft.com/office/drawing/2014/main" id="{2C6D270F-C7FC-028B-C51D-1DBE4F95AA5E}"/>
              </a:ext>
            </a:extLst>
          </p:cNvPr>
          <p:cNvSpPr>
            <a:spLocks noGrp="1"/>
          </p:cNvSpPr>
          <p:nvPr>
            <p:ph type="sldNum" sz="quarter" idx="12"/>
          </p:nvPr>
        </p:nvSpPr>
        <p:spPr/>
        <p:txBody>
          <a:bodyPr/>
          <a:lstStyle/>
          <a:p>
            <a:fld id="{C7FDEC95-032C-4F4A-AE8A-E8BF2DA06372}" type="slidenum">
              <a:rPr lang="en-US" smtClean="0"/>
              <a:t>4</a:t>
            </a:fld>
            <a:endParaRPr lang="en-US"/>
          </a:p>
        </p:txBody>
      </p:sp>
      <p:pic>
        <p:nvPicPr>
          <p:cNvPr id="6" name="Picture 5">
            <a:extLst>
              <a:ext uri="{FF2B5EF4-FFF2-40B4-BE49-F238E27FC236}">
                <a16:creationId xmlns:a16="http://schemas.microsoft.com/office/drawing/2014/main" id="{EC2739D5-941D-E3A9-7AF7-8AB3867F0B6C}"/>
              </a:ext>
            </a:extLst>
          </p:cNvPr>
          <p:cNvPicPr>
            <a:picLocks noChangeAspect="1"/>
          </p:cNvPicPr>
          <p:nvPr/>
        </p:nvPicPr>
        <p:blipFill>
          <a:blip r:embed="rId3"/>
          <a:stretch>
            <a:fillRect/>
          </a:stretch>
        </p:blipFill>
        <p:spPr>
          <a:xfrm>
            <a:off x="998496" y="1529156"/>
            <a:ext cx="10515599" cy="1384534"/>
          </a:xfrm>
          <a:prstGeom prst="rect">
            <a:avLst/>
          </a:prstGeom>
        </p:spPr>
      </p:pic>
      <p:sp>
        <p:nvSpPr>
          <p:cNvPr id="7" name="Callout: Line 6">
            <a:extLst>
              <a:ext uri="{FF2B5EF4-FFF2-40B4-BE49-F238E27FC236}">
                <a16:creationId xmlns:a16="http://schemas.microsoft.com/office/drawing/2014/main" id="{8DDD7603-97E7-DE96-98CD-61D47176326D}"/>
              </a:ext>
            </a:extLst>
          </p:cNvPr>
          <p:cNvSpPr/>
          <p:nvPr/>
        </p:nvSpPr>
        <p:spPr>
          <a:xfrm>
            <a:off x="7452986" y="4444871"/>
            <a:ext cx="4409162" cy="2048004"/>
          </a:xfrm>
          <a:prstGeom prst="borderCallout1">
            <a:avLst>
              <a:gd name="adj1" fmla="val -2505"/>
              <a:gd name="adj2" fmla="val 190"/>
              <a:gd name="adj3" fmla="val -71990"/>
              <a:gd name="adj4" fmla="val -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We do not want to encourage migration so I am not sure that this is relevant as a top panel highlight?</a:t>
            </a:r>
          </a:p>
          <a:p>
            <a:pPr algn="ctr"/>
            <a:endParaRPr lang="en-AU" dirty="0"/>
          </a:p>
          <a:p>
            <a:pPr algn="ctr"/>
            <a:r>
              <a:rPr lang="en-AU" dirty="0"/>
              <a:t>Also, I do not think this will be required beyond the project. This is not a Project dashboard.</a:t>
            </a:r>
          </a:p>
        </p:txBody>
      </p:sp>
      <p:sp>
        <p:nvSpPr>
          <p:cNvPr id="9" name="Callout: Line 8">
            <a:extLst>
              <a:ext uri="{FF2B5EF4-FFF2-40B4-BE49-F238E27FC236}">
                <a16:creationId xmlns:a16="http://schemas.microsoft.com/office/drawing/2014/main" id="{798F5ED0-3123-5ACA-43E5-04B54D3E559F}"/>
              </a:ext>
            </a:extLst>
          </p:cNvPr>
          <p:cNvSpPr/>
          <p:nvPr/>
        </p:nvSpPr>
        <p:spPr>
          <a:xfrm>
            <a:off x="1116903" y="3695178"/>
            <a:ext cx="5935249" cy="2797697"/>
          </a:xfrm>
          <a:prstGeom prst="borderCallout1">
            <a:avLst>
              <a:gd name="adj1" fmla="val -2505"/>
              <a:gd name="adj2" fmla="val 190"/>
              <a:gd name="adj3" fmla="val -25426"/>
              <a:gd name="adj4" fmla="val 40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 propose that this is not presented as a total (because it will be 1000’s). I propose that this is broken down into:</a:t>
            </a:r>
          </a:p>
          <a:p>
            <a:pPr marL="1257300" lvl="0" indent="-514350">
              <a:buFont typeface="+mj-lt"/>
              <a:buAutoNum type="alphaLcParenR"/>
            </a:pPr>
            <a:r>
              <a:rPr lang="en-AU" dirty="0"/>
              <a:t>Number of active EDRMS SharePoint sites (Department, RM, office)</a:t>
            </a:r>
          </a:p>
          <a:p>
            <a:pPr marL="1257300" lvl="0" indent="-514350">
              <a:buFont typeface="+mj-lt"/>
              <a:buAutoNum type="alphaLcParenR"/>
            </a:pPr>
            <a:r>
              <a:rPr lang="en-AU" dirty="0"/>
              <a:t>Number of active EDRMS SharePoint sites for </a:t>
            </a:r>
            <a:r>
              <a:rPr lang="en-AU" dirty="0" err="1"/>
              <a:t>Nonsovereign</a:t>
            </a:r>
            <a:r>
              <a:rPr lang="en-AU" dirty="0"/>
              <a:t> projects</a:t>
            </a:r>
          </a:p>
          <a:p>
            <a:pPr marL="1257300" lvl="0" indent="-514350">
              <a:buFont typeface="+mj-lt"/>
              <a:buAutoNum type="alphaLcParenR"/>
            </a:pPr>
            <a:r>
              <a:rPr lang="en-AU" dirty="0"/>
              <a:t>Number of active EDRMS SharePoint sites for Sovereign projects</a:t>
            </a:r>
          </a:p>
          <a:p>
            <a:r>
              <a:rPr lang="en-AU" b="1" dirty="0"/>
              <a:t>We want users to know that information is consolidated!</a:t>
            </a:r>
          </a:p>
        </p:txBody>
      </p:sp>
    </p:spTree>
    <p:extLst>
      <p:ext uri="{BB962C8B-B14F-4D97-AF65-F5344CB8AC3E}">
        <p14:creationId xmlns:p14="http://schemas.microsoft.com/office/powerpoint/2010/main" val="3894269612"/>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762C9-47A3-7497-135F-A9FD8EBD99E2}"/>
              </a:ext>
            </a:extLst>
          </p:cNvPr>
          <p:cNvSpPr>
            <a:spLocks noGrp="1"/>
          </p:cNvSpPr>
          <p:nvPr>
            <p:ph type="title"/>
          </p:nvPr>
        </p:nvSpPr>
        <p:spPr/>
        <p:txBody>
          <a:bodyPr/>
          <a:lstStyle/>
          <a:p>
            <a:r>
              <a:rPr lang="en-AU" dirty="0"/>
              <a:t>Overview – Total created sites</a:t>
            </a:r>
          </a:p>
        </p:txBody>
      </p:sp>
      <p:sp>
        <p:nvSpPr>
          <p:cNvPr id="4" name="Slide Number Placeholder 3">
            <a:extLst>
              <a:ext uri="{FF2B5EF4-FFF2-40B4-BE49-F238E27FC236}">
                <a16:creationId xmlns:a16="http://schemas.microsoft.com/office/drawing/2014/main" id="{368634D5-603D-7B81-6E80-C871C93ECE12}"/>
              </a:ext>
            </a:extLst>
          </p:cNvPr>
          <p:cNvSpPr>
            <a:spLocks noGrp="1"/>
          </p:cNvSpPr>
          <p:nvPr>
            <p:ph type="sldNum" sz="quarter" idx="12"/>
          </p:nvPr>
        </p:nvSpPr>
        <p:spPr/>
        <p:txBody>
          <a:bodyPr/>
          <a:lstStyle/>
          <a:p>
            <a:fld id="{C7FDEC95-032C-4F4A-AE8A-E8BF2DA06372}" type="slidenum">
              <a:rPr lang="en-US" smtClean="0"/>
              <a:t>5</a:t>
            </a:fld>
            <a:endParaRPr lang="en-US"/>
          </a:p>
        </p:txBody>
      </p:sp>
      <p:pic>
        <p:nvPicPr>
          <p:cNvPr id="6" name="Picture 5">
            <a:extLst>
              <a:ext uri="{FF2B5EF4-FFF2-40B4-BE49-F238E27FC236}">
                <a16:creationId xmlns:a16="http://schemas.microsoft.com/office/drawing/2014/main" id="{86E6AE8B-A7DB-9E26-9A3B-0B8618A86DC1}"/>
              </a:ext>
            </a:extLst>
          </p:cNvPr>
          <p:cNvPicPr>
            <a:picLocks noChangeAspect="1"/>
          </p:cNvPicPr>
          <p:nvPr/>
        </p:nvPicPr>
        <p:blipFill>
          <a:blip r:embed="rId3"/>
          <a:stretch>
            <a:fillRect/>
          </a:stretch>
        </p:blipFill>
        <p:spPr>
          <a:xfrm>
            <a:off x="773033" y="1479156"/>
            <a:ext cx="9209167" cy="3311621"/>
          </a:xfrm>
          <a:prstGeom prst="rect">
            <a:avLst/>
          </a:prstGeom>
        </p:spPr>
      </p:pic>
      <p:sp>
        <p:nvSpPr>
          <p:cNvPr id="8" name="Callout: Line 7">
            <a:extLst>
              <a:ext uri="{FF2B5EF4-FFF2-40B4-BE49-F238E27FC236}">
                <a16:creationId xmlns:a16="http://schemas.microsoft.com/office/drawing/2014/main" id="{7B68CBF1-BE14-978A-874F-8A6C5B7182A3}"/>
              </a:ext>
            </a:extLst>
          </p:cNvPr>
          <p:cNvSpPr/>
          <p:nvPr/>
        </p:nvSpPr>
        <p:spPr>
          <a:xfrm>
            <a:off x="1376820" y="5125013"/>
            <a:ext cx="4409162" cy="1231337"/>
          </a:xfrm>
          <a:prstGeom prst="borderCallout1">
            <a:avLst>
              <a:gd name="adj1" fmla="val -2505"/>
              <a:gd name="adj2" fmla="val 190"/>
              <a:gd name="adj3" fmla="val -49972"/>
              <a:gd name="adj4" fmla="val 26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There will be many sites. As suggested on slide 4 – this needs to be broken down into departments/RMs/offices/Projects</a:t>
            </a:r>
          </a:p>
        </p:txBody>
      </p:sp>
      <p:sp>
        <p:nvSpPr>
          <p:cNvPr id="10" name="Callout: Line 9">
            <a:extLst>
              <a:ext uri="{FF2B5EF4-FFF2-40B4-BE49-F238E27FC236}">
                <a16:creationId xmlns:a16="http://schemas.microsoft.com/office/drawing/2014/main" id="{8C3E783E-C5FA-AD20-AAB0-E6FCFC573481}"/>
              </a:ext>
            </a:extLst>
          </p:cNvPr>
          <p:cNvSpPr/>
          <p:nvPr/>
        </p:nvSpPr>
        <p:spPr>
          <a:xfrm>
            <a:off x="6201429" y="3044730"/>
            <a:ext cx="5217538" cy="3311620"/>
          </a:xfrm>
          <a:prstGeom prst="borderCallout1">
            <a:avLst>
              <a:gd name="adj1" fmla="val -2505"/>
              <a:gd name="adj2" fmla="val 190"/>
              <a:gd name="adj3" fmla="val -5601"/>
              <a:gd name="adj4" fmla="val -938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 think it would be more beneficial to list all departments/offices/RMs alphabetically and then provide stats for each:</a:t>
            </a:r>
          </a:p>
          <a:p>
            <a:pPr marL="285750" indent="-285750" algn="ctr">
              <a:buFont typeface="Arial" panose="020B0604020202020204" pitchFamily="34" charset="0"/>
              <a:buChar char="•"/>
            </a:pPr>
            <a:r>
              <a:rPr lang="en-AU" dirty="0"/>
              <a:t>Number of sites</a:t>
            </a:r>
          </a:p>
          <a:p>
            <a:pPr marL="285750" indent="-285750" algn="ctr">
              <a:buFont typeface="Arial" panose="020B0604020202020204" pitchFamily="34" charset="0"/>
              <a:buChar char="•"/>
            </a:pPr>
            <a:r>
              <a:rPr lang="en-AU" dirty="0"/>
              <a:t>Number of users (for context)</a:t>
            </a:r>
          </a:p>
          <a:p>
            <a:pPr marL="285750" indent="-285750" algn="ctr">
              <a:buFont typeface="Arial" panose="020B0604020202020204" pitchFamily="34" charset="0"/>
              <a:buChar char="•"/>
            </a:pPr>
            <a:r>
              <a:rPr lang="en-AU" dirty="0"/>
              <a:t>Number of documents</a:t>
            </a:r>
          </a:p>
          <a:p>
            <a:pPr marL="285750" indent="-285750" algn="ctr">
              <a:buFont typeface="Arial" panose="020B0604020202020204" pitchFamily="34" charset="0"/>
              <a:buChar char="•"/>
            </a:pPr>
            <a:r>
              <a:rPr lang="en-AU" dirty="0"/>
              <a:t>Number of records</a:t>
            </a:r>
          </a:p>
          <a:p>
            <a:pPr marL="285750" indent="-285750" algn="ctr">
              <a:buFont typeface="Arial" panose="020B0604020202020204" pitchFamily="34" charset="0"/>
              <a:buChar char="•"/>
            </a:pPr>
            <a:r>
              <a:rPr lang="en-AU" dirty="0"/>
              <a:t>Number of physical counterparts</a:t>
            </a:r>
          </a:p>
          <a:p>
            <a:pPr marL="285750" indent="-285750" algn="ctr">
              <a:buFont typeface="Arial" panose="020B0604020202020204" pitchFamily="34" charset="0"/>
              <a:buChar char="•"/>
            </a:pPr>
            <a:endParaRPr lang="en-AU" dirty="0"/>
          </a:p>
          <a:p>
            <a:pPr algn="ctr"/>
            <a:r>
              <a:rPr lang="en-AU" dirty="0"/>
              <a:t>Can each of these be used to arrange in order, e.g. by number of documents, by number of records, by number of users?</a:t>
            </a:r>
          </a:p>
        </p:txBody>
      </p:sp>
      <p:sp>
        <p:nvSpPr>
          <p:cNvPr id="12" name="Callout: Line 11">
            <a:extLst>
              <a:ext uri="{FF2B5EF4-FFF2-40B4-BE49-F238E27FC236}">
                <a16:creationId xmlns:a16="http://schemas.microsoft.com/office/drawing/2014/main" id="{95BF2D20-083F-F302-FB18-A5353FB54E95}"/>
              </a:ext>
            </a:extLst>
          </p:cNvPr>
          <p:cNvSpPr/>
          <p:nvPr/>
        </p:nvSpPr>
        <p:spPr>
          <a:xfrm>
            <a:off x="6201428" y="1573382"/>
            <a:ext cx="5217537" cy="1231337"/>
          </a:xfrm>
          <a:prstGeom prst="borderCallout1">
            <a:avLst>
              <a:gd name="adj1" fmla="val -2505"/>
              <a:gd name="adj2" fmla="val 190"/>
              <a:gd name="adj3" fmla="val 31410"/>
              <a:gd name="adj4" fmla="val -4518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Will there be EDRMS sites NOT created in Cloud Governance? If not, what is the value of this? I do not think users will understand what this means?</a:t>
            </a:r>
          </a:p>
        </p:txBody>
      </p:sp>
    </p:spTree>
    <p:extLst>
      <p:ext uri="{BB962C8B-B14F-4D97-AF65-F5344CB8AC3E}">
        <p14:creationId xmlns:p14="http://schemas.microsoft.com/office/powerpoint/2010/main" val="816735624"/>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18D669D1-3BB7-B46C-029A-9BC0B1B41650}"/>
              </a:ext>
            </a:extLst>
          </p:cNvPr>
          <p:cNvPicPr>
            <a:picLocks noChangeAspect="1"/>
          </p:cNvPicPr>
          <p:nvPr/>
        </p:nvPicPr>
        <p:blipFill>
          <a:blip r:embed="rId3"/>
          <a:stretch>
            <a:fillRect/>
          </a:stretch>
        </p:blipFill>
        <p:spPr>
          <a:xfrm>
            <a:off x="512339" y="1359542"/>
            <a:ext cx="8407832" cy="3238666"/>
          </a:xfrm>
          <a:prstGeom prst="rect">
            <a:avLst/>
          </a:prstGeom>
        </p:spPr>
      </p:pic>
      <p:sp>
        <p:nvSpPr>
          <p:cNvPr id="2" name="Title 1">
            <a:extLst>
              <a:ext uri="{FF2B5EF4-FFF2-40B4-BE49-F238E27FC236}">
                <a16:creationId xmlns:a16="http://schemas.microsoft.com/office/drawing/2014/main" id="{ECD3FBBD-2E0F-82D1-9998-FBEF354331DA}"/>
              </a:ext>
            </a:extLst>
          </p:cNvPr>
          <p:cNvSpPr>
            <a:spLocks noGrp="1"/>
          </p:cNvSpPr>
          <p:nvPr>
            <p:ph type="title"/>
          </p:nvPr>
        </p:nvSpPr>
        <p:spPr/>
        <p:txBody>
          <a:bodyPr/>
          <a:lstStyle/>
          <a:p>
            <a:r>
              <a:rPr lang="en-AU" dirty="0"/>
              <a:t>Overview - Compare</a:t>
            </a:r>
          </a:p>
        </p:txBody>
      </p:sp>
      <p:sp>
        <p:nvSpPr>
          <p:cNvPr id="4" name="Slide Number Placeholder 3">
            <a:extLst>
              <a:ext uri="{FF2B5EF4-FFF2-40B4-BE49-F238E27FC236}">
                <a16:creationId xmlns:a16="http://schemas.microsoft.com/office/drawing/2014/main" id="{2832A2E3-4AEB-0F6A-1C8B-4341ACCB30A4}"/>
              </a:ext>
            </a:extLst>
          </p:cNvPr>
          <p:cNvSpPr>
            <a:spLocks noGrp="1"/>
          </p:cNvSpPr>
          <p:nvPr>
            <p:ph type="sldNum" sz="quarter" idx="12"/>
          </p:nvPr>
        </p:nvSpPr>
        <p:spPr/>
        <p:txBody>
          <a:bodyPr/>
          <a:lstStyle/>
          <a:p>
            <a:fld id="{C7FDEC95-032C-4F4A-AE8A-E8BF2DA06372}" type="slidenum">
              <a:rPr lang="en-US" smtClean="0"/>
              <a:t>6</a:t>
            </a:fld>
            <a:endParaRPr lang="en-US"/>
          </a:p>
        </p:txBody>
      </p:sp>
      <p:sp>
        <p:nvSpPr>
          <p:cNvPr id="8" name="Callout: Line 7">
            <a:extLst>
              <a:ext uri="{FF2B5EF4-FFF2-40B4-BE49-F238E27FC236}">
                <a16:creationId xmlns:a16="http://schemas.microsoft.com/office/drawing/2014/main" id="{3E4F85B7-C1F2-0BF8-4193-FFAE92856E0D}"/>
              </a:ext>
            </a:extLst>
          </p:cNvPr>
          <p:cNvSpPr/>
          <p:nvPr/>
        </p:nvSpPr>
        <p:spPr>
          <a:xfrm>
            <a:off x="3357125" y="4352854"/>
            <a:ext cx="6625075" cy="1882690"/>
          </a:xfrm>
          <a:prstGeom prst="borderCallout1">
            <a:avLst>
              <a:gd name="adj1" fmla="val -2505"/>
              <a:gd name="adj2" fmla="val 190"/>
              <a:gd name="adj3" fmla="val -49972"/>
              <a:gd name="adj4" fmla="val 26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Larger departments with more users will obviously have more documents and more records… as well as comparing docs/records which is obvious, can we also compare using analysis and context? </a:t>
            </a:r>
          </a:p>
          <a:p>
            <a:pPr algn="ctr"/>
            <a:r>
              <a:rPr lang="en-AU" dirty="0"/>
              <a:t>Eg: Compare departments by number of users against number of documents against number of records declared?</a:t>
            </a:r>
          </a:p>
        </p:txBody>
      </p:sp>
      <p:sp>
        <p:nvSpPr>
          <p:cNvPr id="12" name="Callout: Line 11">
            <a:extLst>
              <a:ext uri="{FF2B5EF4-FFF2-40B4-BE49-F238E27FC236}">
                <a16:creationId xmlns:a16="http://schemas.microsoft.com/office/drawing/2014/main" id="{2205B7F3-31CA-9443-2772-4FB72DFFDFD3}"/>
              </a:ext>
            </a:extLst>
          </p:cNvPr>
          <p:cNvSpPr/>
          <p:nvPr/>
        </p:nvSpPr>
        <p:spPr>
          <a:xfrm>
            <a:off x="8546926" y="365125"/>
            <a:ext cx="3428851" cy="1044643"/>
          </a:xfrm>
          <a:prstGeom prst="borderCallout1">
            <a:avLst>
              <a:gd name="adj1" fmla="val 97018"/>
              <a:gd name="adj2" fmla="val 190"/>
              <a:gd name="adj3" fmla="val 143078"/>
              <a:gd name="adj4" fmla="val -4356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How is the comparison going to be helpful from a project site perspective?</a:t>
            </a:r>
          </a:p>
        </p:txBody>
      </p:sp>
      <p:sp>
        <p:nvSpPr>
          <p:cNvPr id="16" name="Callout: Line 15">
            <a:extLst>
              <a:ext uri="{FF2B5EF4-FFF2-40B4-BE49-F238E27FC236}">
                <a16:creationId xmlns:a16="http://schemas.microsoft.com/office/drawing/2014/main" id="{6222B9E2-C40D-8FEF-1243-1FB87E277287}"/>
              </a:ext>
            </a:extLst>
          </p:cNvPr>
          <p:cNvSpPr/>
          <p:nvPr/>
        </p:nvSpPr>
        <p:spPr>
          <a:xfrm>
            <a:off x="8483252" y="2099804"/>
            <a:ext cx="3428851" cy="1532744"/>
          </a:xfrm>
          <a:prstGeom prst="borderCallout1">
            <a:avLst>
              <a:gd name="adj1" fmla="val 97018"/>
              <a:gd name="adj2" fmla="val 190"/>
              <a:gd name="adj3" fmla="val 11504"/>
              <a:gd name="adj4" fmla="val -4576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AU" dirty="0"/>
              <a:t>Compare by library – Is this relevant here? How do you intend to show 100s of library options</a:t>
            </a:r>
          </a:p>
        </p:txBody>
      </p:sp>
    </p:spTree>
    <p:extLst>
      <p:ext uri="{BB962C8B-B14F-4D97-AF65-F5344CB8AC3E}">
        <p14:creationId xmlns:p14="http://schemas.microsoft.com/office/powerpoint/2010/main" val="3435476609"/>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9C1B33ED-4C3B-71D5-29C1-DE914BEB1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93DD57-0012-6D08-587D-C3D2AB357E4A}"/>
              </a:ext>
            </a:extLst>
          </p:cNvPr>
          <p:cNvSpPr>
            <a:spLocks noGrp="1"/>
          </p:cNvSpPr>
          <p:nvPr>
            <p:ph type="title"/>
          </p:nvPr>
        </p:nvSpPr>
        <p:spPr/>
        <p:txBody>
          <a:bodyPr/>
          <a:lstStyle/>
          <a:p>
            <a:r>
              <a:rPr lang="en-AU" dirty="0"/>
              <a:t>Overview – Site rollout</a:t>
            </a:r>
          </a:p>
        </p:txBody>
      </p:sp>
      <p:sp>
        <p:nvSpPr>
          <p:cNvPr id="4" name="Slide Number Placeholder 3">
            <a:extLst>
              <a:ext uri="{FF2B5EF4-FFF2-40B4-BE49-F238E27FC236}">
                <a16:creationId xmlns:a16="http://schemas.microsoft.com/office/drawing/2014/main" id="{DB9A0573-4155-B201-C7CF-3C378EDA03BA}"/>
              </a:ext>
            </a:extLst>
          </p:cNvPr>
          <p:cNvSpPr>
            <a:spLocks noGrp="1"/>
          </p:cNvSpPr>
          <p:nvPr>
            <p:ph type="sldNum" sz="quarter" idx="12"/>
          </p:nvPr>
        </p:nvSpPr>
        <p:spPr/>
        <p:txBody>
          <a:bodyPr/>
          <a:lstStyle/>
          <a:p>
            <a:fld id="{C7FDEC95-032C-4F4A-AE8A-E8BF2DA06372}" type="slidenum">
              <a:rPr lang="en-US" smtClean="0"/>
              <a:t>7</a:t>
            </a:fld>
            <a:endParaRPr lang="en-US"/>
          </a:p>
        </p:txBody>
      </p:sp>
      <p:sp>
        <p:nvSpPr>
          <p:cNvPr id="12" name="Callout: Line 11">
            <a:extLst>
              <a:ext uri="{FF2B5EF4-FFF2-40B4-BE49-F238E27FC236}">
                <a16:creationId xmlns:a16="http://schemas.microsoft.com/office/drawing/2014/main" id="{0E5EA165-9C9E-7FFB-6AFB-6BBD041CB177}"/>
              </a:ext>
            </a:extLst>
          </p:cNvPr>
          <p:cNvSpPr/>
          <p:nvPr/>
        </p:nvSpPr>
        <p:spPr>
          <a:xfrm>
            <a:off x="8445823" y="1934948"/>
            <a:ext cx="3428851" cy="1810334"/>
          </a:xfrm>
          <a:prstGeom prst="borderCallout1">
            <a:avLst>
              <a:gd name="adj1" fmla="val -2505"/>
              <a:gd name="adj2" fmla="val 190"/>
              <a:gd name="adj3" fmla="val -27190"/>
              <a:gd name="adj4" fmla="val -1032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Only relevant to the Project. Will not be needed once project is completed.</a:t>
            </a:r>
          </a:p>
          <a:p>
            <a:pPr algn="ctr"/>
            <a:endParaRPr lang="en-AU" dirty="0"/>
          </a:p>
          <a:p>
            <a:pPr algn="ctr"/>
            <a:r>
              <a:rPr lang="en-AU" dirty="0"/>
              <a:t>Suggest removing from EDRMS Dashboard.</a:t>
            </a:r>
          </a:p>
        </p:txBody>
      </p:sp>
      <p:pic>
        <p:nvPicPr>
          <p:cNvPr id="5" name="Picture 4">
            <a:extLst>
              <a:ext uri="{FF2B5EF4-FFF2-40B4-BE49-F238E27FC236}">
                <a16:creationId xmlns:a16="http://schemas.microsoft.com/office/drawing/2014/main" id="{7B70BC7F-C85C-BEB1-2351-2BE1B59ADCB8}"/>
              </a:ext>
            </a:extLst>
          </p:cNvPr>
          <p:cNvPicPr>
            <a:picLocks noChangeAspect="1"/>
          </p:cNvPicPr>
          <p:nvPr/>
        </p:nvPicPr>
        <p:blipFill>
          <a:blip r:embed="rId3"/>
          <a:stretch>
            <a:fillRect/>
          </a:stretch>
        </p:blipFill>
        <p:spPr>
          <a:xfrm>
            <a:off x="562627" y="1690688"/>
            <a:ext cx="7542181" cy="1533165"/>
          </a:xfrm>
          <a:prstGeom prst="rect">
            <a:avLst/>
          </a:prstGeom>
        </p:spPr>
      </p:pic>
    </p:spTree>
    <p:extLst>
      <p:ext uri="{BB962C8B-B14F-4D97-AF65-F5344CB8AC3E}">
        <p14:creationId xmlns:p14="http://schemas.microsoft.com/office/powerpoint/2010/main" val="1772802373"/>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1DB8CB40-0D42-F637-70E1-72005A431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8D21CC-838A-4C88-47CC-2A69EBE9DA70}"/>
              </a:ext>
            </a:extLst>
          </p:cNvPr>
          <p:cNvSpPr>
            <a:spLocks noGrp="1"/>
          </p:cNvSpPr>
          <p:nvPr>
            <p:ph type="title"/>
          </p:nvPr>
        </p:nvSpPr>
        <p:spPr/>
        <p:txBody>
          <a:bodyPr/>
          <a:lstStyle/>
          <a:p>
            <a:r>
              <a:rPr lang="en-AU" dirty="0"/>
              <a:t>Overview – Active users per site</a:t>
            </a:r>
          </a:p>
        </p:txBody>
      </p:sp>
      <p:sp>
        <p:nvSpPr>
          <p:cNvPr id="4" name="Slide Number Placeholder 3">
            <a:extLst>
              <a:ext uri="{FF2B5EF4-FFF2-40B4-BE49-F238E27FC236}">
                <a16:creationId xmlns:a16="http://schemas.microsoft.com/office/drawing/2014/main" id="{A51985ED-B6D5-CA73-64D9-0A1C80E710C3}"/>
              </a:ext>
            </a:extLst>
          </p:cNvPr>
          <p:cNvSpPr>
            <a:spLocks noGrp="1"/>
          </p:cNvSpPr>
          <p:nvPr>
            <p:ph type="sldNum" sz="quarter" idx="12"/>
          </p:nvPr>
        </p:nvSpPr>
        <p:spPr/>
        <p:txBody>
          <a:bodyPr/>
          <a:lstStyle/>
          <a:p>
            <a:fld id="{C7FDEC95-032C-4F4A-AE8A-E8BF2DA06372}" type="slidenum">
              <a:rPr lang="en-US" smtClean="0"/>
              <a:t>8</a:t>
            </a:fld>
            <a:endParaRPr lang="en-US"/>
          </a:p>
        </p:txBody>
      </p:sp>
      <p:sp>
        <p:nvSpPr>
          <p:cNvPr id="12" name="Callout: Line 11">
            <a:extLst>
              <a:ext uri="{FF2B5EF4-FFF2-40B4-BE49-F238E27FC236}">
                <a16:creationId xmlns:a16="http://schemas.microsoft.com/office/drawing/2014/main" id="{D19A8FA7-EC30-8F65-19EF-0FBF206901D0}"/>
              </a:ext>
            </a:extLst>
          </p:cNvPr>
          <p:cNvSpPr/>
          <p:nvPr/>
        </p:nvSpPr>
        <p:spPr>
          <a:xfrm>
            <a:off x="8445823" y="1934948"/>
            <a:ext cx="3428851" cy="1810334"/>
          </a:xfrm>
          <a:prstGeom prst="borderCallout1">
            <a:avLst>
              <a:gd name="adj1" fmla="val -2505"/>
              <a:gd name="adj2" fmla="val 190"/>
              <a:gd name="adj3" fmla="val -27190"/>
              <a:gd name="adj4" fmla="val -1032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Suggest incorporating it into the table for total number of sites.</a:t>
            </a:r>
          </a:p>
          <a:p>
            <a:pPr algn="ctr"/>
            <a:endParaRPr lang="en-AU" dirty="0"/>
          </a:p>
          <a:p>
            <a:pPr algn="ctr"/>
            <a:r>
              <a:rPr lang="en-AU" dirty="0"/>
              <a:t>Also suggest providing breakdown on the Department dashboard.</a:t>
            </a:r>
          </a:p>
        </p:txBody>
      </p:sp>
      <p:pic>
        <p:nvPicPr>
          <p:cNvPr id="6" name="Picture 5">
            <a:extLst>
              <a:ext uri="{FF2B5EF4-FFF2-40B4-BE49-F238E27FC236}">
                <a16:creationId xmlns:a16="http://schemas.microsoft.com/office/drawing/2014/main" id="{868BD5EA-4472-DEA4-BC0F-F4A1BC680FF4}"/>
              </a:ext>
            </a:extLst>
          </p:cNvPr>
          <p:cNvPicPr>
            <a:picLocks noChangeAspect="1"/>
          </p:cNvPicPr>
          <p:nvPr/>
        </p:nvPicPr>
        <p:blipFill>
          <a:blip r:embed="rId3"/>
          <a:stretch>
            <a:fillRect/>
          </a:stretch>
        </p:blipFill>
        <p:spPr>
          <a:xfrm>
            <a:off x="838200" y="1690688"/>
            <a:ext cx="7283824" cy="3168813"/>
          </a:xfrm>
          <a:prstGeom prst="rect">
            <a:avLst/>
          </a:prstGeom>
        </p:spPr>
      </p:pic>
    </p:spTree>
    <p:extLst>
      <p:ext uri="{BB962C8B-B14F-4D97-AF65-F5344CB8AC3E}">
        <p14:creationId xmlns:p14="http://schemas.microsoft.com/office/powerpoint/2010/main" val="3878050237"/>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C8E5E77C-273A-0020-34C8-DD98140DE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3A5385-8A07-9B9D-450F-1062872EDF32}"/>
              </a:ext>
            </a:extLst>
          </p:cNvPr>
          <p:cNvSpPr>
            <a:spLocks noGrp="1"/>
          </p:cNvSpPr>
          <p:nvPr>
            <p:ph type="title"/>
          </p:nvPr>
        </p:nvSpPr>
        <p:spPr/>
        <p:txBody>
          <a:bodyPr/>
          <a:lstStyle/>
          <a:p>
            <a:r>
              <a:rPr lang="en-AU" dirty="0"/>
              <a:t>Records management dashboard</a:t>
            </a:r>
          </a:p>
        </p:txBody>
      </p:sp>
      <p:sp>
        <p:nvSpPr>
          <p:cNvPr id="4" name="Slide Number Placeholder 3">
            <a:extLst>
              <a:ext uri="{FF2B5EF4-FFF2-40B4-BE49-F238E27FC236}">
                <a16:creationId xmlns:a16="http://schemas.microsoft.com/office/drawing/2014/main" id="{72A848B0-5516-3404-2C48-07539D8023AC}"/>
              </a:ext>
            </a:extLst>
          </p:cNvPr>
          <p:cNvSpPr>
            <a:spLocks noGrp="1"/>
          </p:cNvSpPr>
          <p:nvPr>
            <p:ph type="sldNum" sz="quarter" idx="12"/>
          </p:nvPr>
        </p:nvSpPr>
        <p:spPr/>
        <p:txBody>
          <a:bodyPr/>
          <a:lstStyle/>
          <a:p>
            <a:fld id="{C7FDEC95-032C-4F4A-AE8A-E8BF2DA06372}" type="slidenum">
              <a:rPr lang="en-US" smtClean="0"/>
              <a:t>9</a:t>
            </a:fld>
            <a:endParaRPr lang="en-US"/>
          </a:p>
        </p:txBody>
      </p:sp>
      <p:sp>
        <p:nvSpPr>
          <p:cNvPr id="12" name="Callout: Line 11">
            <a:extLst>
              <a:ext uri="{FF2B5EF4-FFF2-40B4-BE49-F238E27FC236}">
                <a16:creationId xmlns:a16="http://schemas.microsoft.com/office/drawing/2014/main" id="{4A90FA5B-B513-B0F8-8D28-087A9B7ACBA3}"/>
              </a:ext>
            </a:extLst>
          </p:cNvPr>
          <p:cNvSpPr/>
          <p:nvPr/>
        </p:nvSpPr>
        <p:spPr>
          <a:xfrm>
            <a:off x="7693348" y="2649323"/>
            <a:ext cx="3428851" cy="1810334"/>
          </a:xfrm>
          <a:prstGeom prst="borderCallout1">
            <a:avLst>
              <a:gd name="adj1" fmla="val -2505"/>
              <a:gd name="adj2" fmla="val 190"/>
              <a:gd name="adj3" fmla="val -9301"/>
              <a:gd name="adj4" fmla="val -1727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The stats are relevant to the Overview dashboard.</a:t>
            </a:r>
          </a:p>
          <a:p>
            <a:pPr algn="ctr"/>
            <a:endParaRPr lang="en-AU" dirty="0"/>
          </a:p>
          <a:p>
            <a:pPr algn="ctr"/>
            <a:r>
              <a:rPr lang="en-AU" dirty="0"/>
              <a:t>It does not provide additional insights….</a:t>
            </a:r>
          </a:p>
        </p:txBody>
      </p:sp>
      <p:pic>
        <p:nvPicPr>
          <p:cNvPr id="5" name="Picture 4">
            <a:extLst>
              <a:ext uri="{FF2B5EF4-FFF2-40B4-BE49-F238E27FC236}">
                <a16:creationId xmlns:a16="http://schemas.microsoft.com/office/drawing/2014/main" id="{4B5903F1-95F2-F7AA-7CB6-9034CC9199E1}"/>
              </a:ext>
            </a:extLst>
          </p:cNvPr>
          <p:cNvPicPr>
            <a:picLocks noChangeAspect="1"/>
          </p:cNvPicPr>
          <p:nvPr/>
        </p:nvPicPr>
        <p:blipFill>
          <a:blip r:embed="rId3"/>
          <a:stretch>
            <a:fillRect/>
          </a:stretch>
        </p:blipFill>
        <p:spPr>
          <a:xfrm>
            <a:off x="911066" y="1690688"/>
            <a:ext cx="6159817" cy="2902099"/>
          </a:xfrm>
          <a:prstGeom prst="rect">
            <a:avLst/>
          </a:prstGeom>
        </p:spPr>
      </p:pic>
    </p:spTree>
    <p:extLst>
      <p:ext uri="{BB962C8B-B14F-4D97-AF65-F5344CB8AC3E}">
        <p14:creationId xmlns:p14="http://schemas.microsoft.com/office/powerpoint/2010/main" val="3417952668"/>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A61FA936-7952-AC73-E703-8EC7455977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31A5E9-ACA5-B911-5BFA-1172D66F867D}"/>
              </a:ext>
            </a:extLst>
          </p:cNvPr>
          <p:cNvSpPr>
            <a:spLocks noGrp="1"/>
          </p:cNvSpPr>
          <p:nvPr>
            <p:ph type="title"/>
          </p:nvPr>
        </p:nvSpPr>
        <p:spPr/>
        <p:txBody>
          <a:bodyPr/>
          <a:lstStyle/>
          <a:p>
            <a:r>
              <a:rPr lang="en-AU" dirty="0"/>
              <a:t>Records management dashboard</a:t>
            </a:r>
          </a:p>
        </p:txBody>
      </p:sp>
      <p:sp>
        <p:nvSpPr>
          <p:cNvPr id="4" name="Slide Number Placeholder 3">
            <a:extLst>
              <a:ext uri="{FF2B5EF4-FFF2-40B4-BE49-F238E27FC236}">
                <a16:creationId xmlns:a16="http://schemas.microsoft.com/office/drawing/2014/main" id="{75B92A0E-A4BC-DA97-CC87-92398504665A}"/>
              </a:ext>
            </a:extLst>
          </p:cNvPr>
          <p:cNvSpPr>
            <a:spLocks noGrp="1"/>
          </p:cNvSpPr>
          <p:nvPr>
            <p:ph type="sldNum" sz="quarter" idx="12"/>
          </p:nvPr>
        </p:nvSpPr>
        <p:spPr/>
        <p:txBody>
          <a:bodyPr/>
          <a:lstStyle/>
          <a:p>
            <a:fld id="{C7FDEC95-032C-4F4A-AE8A-E8BF2DA06372}" type="slidenum">
              <a:rPr lang="en-US" smtClean="0"/>
              <a:t>10</a:t>
            </a:fld>
            <a:endParaRPr lang="en-US"/>
          </a:p>
        </p:txBody>
      </p:sp>
      <p:sp>
        <p:nvSpPr>
          <p:cNvPr id="12" name="Callout: Line 11">
            <a:extLst>
              <a:ext uri="{FF2B5EF4-FFF2-40B4-BE49-F238E27FC236}">
                <a16:creationId xmlns:a16="http://schemas.microsoft.com/office/drawing/2014/main" id="{FFF38CEC-0915-456B-3B65-EA5729423F0C}"/>
              </a:ext>
            </a:extLst>
          </p:cNvPr>
          <p:cNvSpPr/>
          <p:nvPr/>
        </p:nvSpPr>
        <p:spPr>
          <a:xfrm>
            <a:off x="7693348" y="2066925"/>
            <a:ext cx="3428851" cy="2973426"/>
          </a:xfrm>
          <a:prstGeom prst="borderCallout1">
            <a:avLst>
              <a:gd name="adj1" fmla="val -2505"/>
              <a:gd name="adj2" fmla="val 190"/>
              <a:gd name="adj3" fmla="val -9301"/>
              <a:gd name="adj4" fmla="val -1727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Really useful – I like the date range as well. What would be the default (current year?)</a:t>
            </a:r>
          </a:p>
          <a:p>
            <a:pPr algn="ctr"/>
            <a:endParaRPr lang="en-AU" dirty="0"/>
          </a:p>
          <a:p>
            <a:pPr algn="ctr"/>
            <a:r>
              <a:rPr lang="en-AU" dirty="0"/>
              <a:t>This should be on the Overview dashboard for </a:t>
            </a:r>
            <a:r>
              <a:rPr lang="en-AU" dirty="0" err="1"/>
              <a:t>Bankwide</a:t>
            </a:r>
            <a:r>
              <a:rPr lang="en-AU" dirty="0"/>
              <a:t> trend.</a:t>
            </a:r>
          </a:p>
          <a:p>
            <a:pPr algn="ctr"/>
            <a:endParaRPr lang="en-AU" dirty="0"/>
          </a:p>
          <a:p>
            <a:pPr algn="ctr"/>
            <a:r>
              <a:rPr lang="en-AU" dirty="0"/>
              <a:t>Should also be able to see the trend per department/office/RM/Projects</a:t>
            </a:r>
          </a:p>
        </p:txBody>
      </p:sp>
      <p:pic>
        <p:nvPicPr>
          <p:cNvPr id="6" name="Picture 5">
            <a:extLst>
              <a:ext uri="{FF2B5EF4-FFF2-40B4-BE49-F238E27FC236}">
                <a16:creationId xmlns:a16="http://schemas.microsoft.com/office/drawing/2014/main" id="{9F4BD76F-F33B-4408-8072-CEB4F8D1E6AF}"/>
              </a:ext>
            </a:extLst>
          </p:cNvPr>
          <p:cNvPicPr>
            <a:picLocks noChangeAspect="1"/>
          </p:cNvPicPr>
          <p:nvPr/>
        </p:nvPicPr>
        <p:blipFill>
          <a:blip r:embed="rId2"/>
          <a:stretch>
            <a:fillRect/>
          </a:stretch>
        </p:blipFill>
        <p:spPr>
          <a:xfrm>
            <a:off x="838200" y="1725350"/>
            <a:ext cx="6178868" cy="1847945"/>
          </a:xfrm>
          <a:prstGeom prst="rect">
            <a:avLst/>
          </a:prstGeom>
        </p:spPr>
      </p:pic>
    </p:spTree>
    <p:extLst>
      <p:ext uri="{BB962C8B-B14F-4D97-AF65-F5344CB8AC3E}">
        <p14:creationId xmlns:p14="http://schemas.microsoft.com/office/powerpoint/2010/main" val="3509195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4418318C-F194-76B7-A6FC-7B17565724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CABB4-CB12-2F8C-524C-CDB737F6C15A}"/>
              </a:ext>
            </a:extLst>
          </p:cNvPr>
          <p:cNvSpPr>
            <a:spLocks noGrp="1"/>
          </p:cNvSpPr>
          <p:nvPr>
            <p:ph type="title"/>
          </p:nvPr>
        </p:nvSpPr>
        <p:spPr/>
        <p:txBody>
          <a:bodyPr/>
          <a:lstStyle/>
          <a:p>
            <a:r>
              <a:rPr lang="en-AU" dirty="0"/>
              <a:t>Migration dashboard</a:t>
            </a:r>
          </a:p>
        </p:txBody>
      </p:sp>
      <p:sp>
        <p:nvSpPr>
          <p:cNvPr id="4" name="Slide Number Placeholder 3">
            <a:extLst>
              <a:ext uri="{FF2B5EF4-FFF2-40B4-BE49-F238E27FC236}">
                <a16:creationId xmlns:a16="http://schemas.microsoft.com/office/drawing/2014/main" id="{972FA23F-4CF6-8054-06B7-500E46DA2099}"/>
              </a:ext>
            </a:extLst>
          </p:cNvPr>
          <p:cNvSpPr>
            <a:spLocks noGrp="1"/>
          </p:cNvSpPr>
          <p:nvPr>
            <p:ph type="sldNum" sz="quarter" idx="12"/>
          </p:nvPr>
        </p:nvSpPr>
        <p:spPr/>
        <p:txBody>
          <a:bodyPr/>
          <a:lstStyle/>
          <a:p>
            <a:fld id="{C7FDEC95-032C-4F4A-AE8A-E8BF2DA06372}" type="slidenum">
              <a:rPr lang="en-US" smtClean="0"/>
              <a:t>11</a:t>
            </a:fld>
            <a:endParaRPr lang="en-US"/>
          </a:p>
        </p:txBody>
      </p:sp>
      <p:sp>
        <p:nvSpPr>
          <p:cNvPr id="12" name="Callout: Line 11">
            <a:extLst>
              <a:ext uri="{FF2B5EF4-FFF2-40B4-BE49-F238E27FC236}">
                <a16:creationId xmlns:a16="http://schemas.microsoft.com/office/drawing/2014/main" id="{2099B611-ECD6-73CF-F745-FF5A21700C2C}"/>
              </a:ext>
            </a:extLst>
          </p:cNvPr>
          <p:cNvSpPr/>
          <p:nvPr/>
        </p:nvSpPr>
        <p:spPr>
          <a:xfrm>
            <a:off x="7331398" y="5230849"/>
            <a:ext cx="3428851" cy="658851"/>
          </a:xfrm>
          <a:prstGeom prst="borderCallout1">
            <a:avLst>
              <a:gd name="adj1" fmla="val -2505"/>
              <a:gd name="adj2" fmla="val 190"/>
              <a:gd name="adj3" fmla="val -33878"/>
              <a:gd name="adj4" fmla="val -1171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 do not believe this is required at all.</a:t>
            </a:r>
          </a:p>
        </p:txBody>
      </p:sp>
      <p:pic>
        <p:nvPicPr>
          <p:cNvPr id="5" name="Picture 4">
            <a:extLst>
              <a:ext uri="{FF2B5EF4-FFF2-40B4-BE49-F238E27FC236}">
                <a16:creationId xmlns:a16="http://schemas.microsoft.com/office/drawing/2014/main" id="{7113963E-22AB-7D52-5DF3-E1E973276763}"/>
              </a:ext>
            </a:extLst>
          </p:cNvPr>
          <p:cNvPicPr>
            <a:picLocks noChangeAspect="1"/>
          </p:cNvPicPr>
          <p:nvPr/>
        </p:nvPicPr>
        <p:blipFill>
          <a:blip r:embed="rId3"/>
          <a:stretch>
            <a:fillRect/>
          </a:stretch>
        </p:blipFill>
        <p:spPr>
          <a:xfrm>
            <a:off x="1069801" y="1790624"/>
            <a:ext cx="8725348" cy="2933851"/>
          </a:xfrm>
          <a:prstGeom prst="rect">
            <a:avLst/>
          </a:prstGeom>
        </p:spPr>
      </p:pic>
    </p:spTree>
    <p:extLst>
      <p:ext uri="{BB962C8B-B14F-4D97-AF65-F5344CB8AC3E}">
        <p14:creationId xmlns:p14="http://schemas.microsoft.com/office/powerpoint/2010/main" val="3767156980"/>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C1EA18C2-7A5C-FF20-7E12-A5EAD082F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4231AE-555C-7AA4-2A2E-012FFA16209D}"/>
              </a:ext>
            </a:extLst>
          </p:cNvPr>
          <p:cNvSpPr>
            <a:spLocks noGrp="1"/>
          </p:cNvSpPr>
          <p:nvPr>
            <p:ph type="title"/>
          </p:nvPr>
        </p:nvSpPr>
        <p:spPr/>
        <p:txBody>
          <a:bodyPr/>
          <a:lstStyle/>
          <a:p>
            <a:r>
              <a:rPr lang="en-AU" dirty="0"/>
              <a:t>Content volume dashboard</a:t>
            </a:r>
          </a:p>
        </p:txBody>
      </p:sp>
      <p:sp>
        <p:nvSpPr>
          <p:cNvPr id="4" name="Slide Number Placeholder 3">
            <a:extLst>
              <a:ext uri="{FF2B5EF4-FFF2-40B4-BE49-F238E27FC236}">
                <a16:creationId xmlns:a16="http://schemas.microsoft.com/office/drawing/2014/main" id="{5F64542C-9671-9529-6B00-CF11E48F12C2}"/>
              </a:ext>
            </a:extLst>
          </p:cNvPr>
          <p:cNvSpPr>
            <a:spLocks noGrp="1"/>
          </p:cNvSpPr>
          <p:nvPr>
            <p:ph type="sldNum" sz="quarter" idx="12"/>
          </p:nvPr>
        </p:nvSpPr>
        <p:spPr/>
        <p:txBody>
          <a:bodyPr/>
          <a:lstStyle/>
          <a:p>
            <a:fld id="{C7FDEC95-032C-4F4A-AE8A-E8BF2DA06372}" type="slidenum">
              <a:rPr lang="en-US" smtClean="0"/>
              <a:t>12</a:t>
            </a:fld>
            <a:endParaRPr lang="en-US"/>
          </a:p>
        </p:txBody>
      </p:sp>
      <p:pic>
        <p:nvPicPr>
          <p:cNvPr id="6" name="Picture 5">
            <a:extLst>
              <a:ext uri="{FF2B5EF4-FFF2-40B4-BE49-F238E27FC236}">
                <a16:creationId xmlns:a16="http://schemas.microsoft.com/office/drawing/2014/main" id="{B335990B-39A1-B8BD-36FE-6D107EAC0F37}"/>
              </a:ext>
            </a:extLst>
          </p:cNvPr>
          <p:cNvPicPr>
            <a:picLocks noChangeAspect="1"/>
          </p:cNvPicPr>
          <p:nvPr/>
        </p:nvPicPr>
        <p:blipFill>
          <a:blip r:embed="rId2"/>
          <a:stretch>
            <a:fillRect/>
          </a:stretch>
        </p:blipFill>
        <p:spPr>
          <a:xfrm>
            <a:off x="1044396" y="1596941"/>
            <a:ext cx="6940907" cy="3264068"/>
          </a:xfrm>
          <a:prstGeom prst="rect">
            <a:avLst/>
          </a:prstGeom>
        </p:spPr>
      </p:pic>
      <p:sp>
        <p:nvSpPr>
          <p:cNvPr id="12" name="Callout: Line 11">
            <a:extLst>
              <a:ext uri="{FF2B5EF4-FFF2-40B4-BE49-F238E27FC236}">
                <a16:creationId xmlns:a16="http://schemas.microsoft.com/office/drawing/2014/main" id="{59F0D2F1-1DD7-B371-C465-753C1EDB3EBF}"/>
              </a:ext>
            </a:extLst>
          </p:cNvPr>
          <p:cNvSpPr/>
          <p:nvPr/>
        </p:nvSpPr>
        <p:spPr>
          <a:xfrm>
            <a:off x="7074223" y="4057650"/>
            <a:ext cx="4765352" cy="1917775"/>
          </a:xfrm>
          <a:prstGeom prst="borderCallout1">
            <a:avLst>
              <a:gd name="adj1" fmla="val -2505"/>
              <a:gd name="adj2" fmla="val 190"/>
              <a:gd name="adj3" fmla="val -33878"/>
              <a:gd name="adj4" fmla="val -1171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There is no new information derived from this except the total size of documents and storage growth. </a:t>
            </a:r>
          </a:p>
          <a:p>
            <a:pPr algn="ctr"/>
            <a:endParaRPr lang="en-AU" dirty="0"/>
          </a:p>
          <a:p>
            <a:pPr algn="ctr"/>
            <a:r>
              <a:rPr lang="en-AU" dirty="0"/>
              <a:t>Perhaps this could be amalgamated somewhere?</a:t>
            </a:r>
          </a:p>
        </p:txBody>
      </p:sp>
    </p:spTree>
    <p:extLst>
      <p:ext uri="{BB962C8B-B14F-4D97-AF65-F5344CB8AC3E}">
        <p14:creationId xmlns:p14="http://schemas.microsoft.com/office/powerpoint/2010/main" val="1996242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900B3-33C8-8EEA-79B3-A3D4EC623ACA}"/>
              </a:ext>
            </a:extLst>
          </p:cNvPr>
          <p:cNvSpPr>
            <a:spLocks noGrp="1"/>
          </p:cNvSpPr>
          <p:nvPr>
            <p:ph type="title"/>
          </p:nvPr>
        </p:nvSpPr>
        <p:spPr>
          <a:xfrm>
            <a:off x="613559" y="307896"/>
            <a:ext cx="10515600" cy="1325563"/>
          </a:xfrm>
        </p:spPr>
        <p:txBody>
          <a:bodyPr/>
          <a:lstStyle/>
          <a:p>
            <a:r>
              <a:rPr lang="en-AU" dirty="0"/>
              <a:t>EDRMS insights dashboard key views (using linked data)</a:t>
            </a:r>
          </a:p>
        </p:txBody>
      </p:sp>
      <p:sp>
        <p:nvSpPr>
          <p:cNvPr id="4" name="Slide Number Placeholder 3">
            <a:extLst>
              <a:ext uri="{FF2B5EF4-FFF2-40B4-BE49-F238E27FC236}">
                <a16:creationId xmlns:a16="http://schemas.microsoft.com/office/drawing/2014/main" id="{0904788C-9017-626E-D59D-76093E5364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FDEC95-032C-4F4A-AE8A-E8BF2DA06372}"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6" name="Freeform: Shape 5">
            <a:hlinkClick r:id="rId2" action="ppaction://hlinksldjump"/>
            <a:extLst>
              <a:ext uri="{FF2B5EF4-FFF2-40B4-BE49-F238E27FC236}">
                <a16:creationId xmlns:a16="http://schemas.microsoft.com/office/drawing/2014/main" id="{A5D7A650-93BB-8293-4069-CF17D18921E9}"/>
              </a:ext>
            </a:extLst>
          </p:cNvPr>
          <p:cNvSpPr/>
          <p:nvPr/>
        </p:nvSpPr>
        <p:spPr>
          <a:xfrm>
            <a:off x="653756" y="1710395"/>
            <a:ext cx="3360449"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92024" tIns="109728" rIns="192024" bIns="109728" numCol="1" spcCol="1270" anchor="ctr" anchorCtr="0">
            <a:noAutofit/>
          </a:bodyPr>
          <a:lstStyle/>
          <a:p>
            <a:pPr marL="0" marR="0" lvl="0" indent="0" algn="ctr" defTabSz="1200150" rtl="0" eaLnBrk="1" fontAlgn="auto" latinLnBrk="0" hangingPunct="1">
              <a:lnSpc>
                <a:spcPct val="90000"/>
              </a:lnSpc>
              <a:spcBef>
                <a:spcPct val="0"/>
              </a:spcBef>
              <a:spcAft>
                <a:spcPct val="35000"/>
              </a:spcAft>
              <a:buClrTx/>
              <a:buSzTx/>
              <a:buFontTx/>
              <a:buNone/>
              <a:tabLst/>
              <a:defRPr/>
            </a:pPr>
            <a:r>
              <a:rPr kumimoji="0" lang="en-AU" sz="2000" b="0" i="0" u="none" strike="noStrike" kern="1200" cap="none" spc="0" normalizeH="0" baseline="0" noProof="0" dirty="0" err="1">
                <a:ln>
                  <a:noFill/>
                </a:ln>
                <a:solidFill>
                  <a:prstClr val="white"/>
                </a:solidFill>
                <a:effectLst/>
                <a:uLnTx/>
                <a:uFillTx/>
                <a:latin typeface="Aptos" panose="02110004020202020204"/>
                <a:ea typeface="+mn-ea"/>
                <a:cs typeface="+mn-cs"/>
              </a:rPr>
              <a:t>Bankwide</a:t>
            </a:r>
            <a:r>
              <a:rPr kumimoji="0" lang="en-AU" sz="2000" b="0" i="0" u="none" strike="noStrike" kern="1200" cap="none" spc="0" normalizeH="0" baseline="0" noProof="0" dirty="0">
                <a:ln>
                  <a:noFill/>
                </a:ln>
                <a:solidFill>
                  <a:prstClr val="white"/>
                </a:solidFill>
                <a:effectLst/>
                <a:uLnTx/>
                <a:uFillTx/>
                <a:latin typeface="Aptos" panose="02110004020202020204"/>
                <a:ea typeface="+mn-ea"/>
                <a:cs typeface="+mn-cs"/>
              </a:rPr>
              <a:t> oversight</a:t>
            </a:r>
          </a:p>
        </p:txBody>
      </p:sp>
      <p:sp>
        <p:nvSpPr>
          <p:cNvPr id="8" name="Freeform: Shape 7">
            <a:hlinkClick r:id="rId3" action="ppaction://hlinksldjump"/>
            <a:extLst>
              <a:ext uri="{FF2B5EF4-FFF2-40B4-BE49-F238E27FC236}">
                <a16:creationId xmlns:a16="http://schemas.microsoft.com/office/drawing/2014/main" id="{6E4FBC8B-79E8-3B28-E9BA-B0A8A9808D58}"/>
              </a:ext>
            </a:extLst>
          </p:cNvPr>
          <p:cNvSpPr/>
          <p:nvPr/>
        </p:nvSpPr>
        <p:spPr>
          <a:xfrm>
            <a:off x="4484668" y="1710395"/>
            <a:ext cx="3482677"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92024" tIns="109728" rIns="192024" bIns="109728" numCol="1" spcCol="1270" anchor="ctr" anchorCtr="0">
            <a:noAutofit/>
          </a:bodyPr>
          <a:lstStyle/>
          <a:p>
            <a:pPr marL="0" marR="0" lvl="0" indent="0" algn="ctr" defTabSz="1200150" rtl="0" eaLnBrk="1" fontAlgn="auto" latinLnBrk="0" hangingPunct="1">
              <a:lnSpc>
                <a:spcPct val="90000"/>
              </a:lnSpc>
              <a:spcBef>
                <a:spcPct val="0"/>
              </a:spcBef>
              <a:spcAft>
                <a:spcPct val="35000"/>
              </a:spcAft>
              <a:buClrTx/>
              <a:buSzTx/>
              <a:buFontTx/>
              <a:buNone/>
              <a:tabLst/>
              <a:defRPr/>
            </a:pPr>
            <a:r>
              <a:rPr kumimoji="0" lang="en-AU" sz="2000" b="0" i="0" u="none" strike="noStrike" kern="1200" cap="none" spc="0" normalizeH="0" baseline="0" noProof="0" dirty="0">
                <a:ln>
                  <a:noFill/>
                </a:ln>
                <a:solidFill>
                  <a:prstClr val="white"/>
                </a:solidFill>
                <a:effectLst/>
                <a:uLnTx/>
                <a:uFillTx/>
                <a:latin typeface="Aptos" panose="02110004020202020204"/>
                <a:ea typeface="+mn-ea"/>
                <a:cs typeface="+mn-cs"/>
              </a:rPr>
              <a:t>Department insights</a:t>
            </a:r>
          </a:p>
          <a:p>
            <a:pPr marL="0" marR="0" lvl="0" indent="0" algn="ctr" defTabSz="1200150" rtl="0" eaLnBrk="1" fontAlgn="auto" latinLnBrk="0" hangingPunct="1">
              <a:lnSpc>
                <a:spcPct val="90000"/>
              </a:lnSpc>
              <a:spcBef>
                <a:spcPct val="0"/>
              </a:spcBef>
              <a:spcAft>
                <a:spcPct val="350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ptos" panose="02110004020202020204"/>
                <a:ea typeface="+mn-ea"/>
                <a:cs typeface="+mn-cs"/>
              </a:rPr>
              <a:t>Detailed profile, site-level details, users, library usage, compliance, disposal, program dates</a:t>
            </a:r>
          </a:p>
        </p:txBody>
      </p:sp>
      <p:sp>
        <p:nvSpPr>
          <p:cNvPr id="10" name="Freeform: Shape 9">
            <a:hlinkClick r:id="rId4" action="ppaction://hlinksldjump"/>
            <a:extLst>
              <a:ext uri="{FF2B5EF4-FFF2-40B4-BE49-F238E27FC236}">
                <a16:creationId xmlns:a16="http://schemas.microsoft.com/office/drawing/2014/main" id="{DA8D115E-CD08-4BCD-95CF-BD4A2AF7B25E}"/>
              </a:ext>
            </a:extLst>
          </p:cNvPr>
          <p:cNvSpPr/>
          <p:nvPr/>
        </p:nvSpPr>
        <p:spPr>
          <a:xfrm>
            <a:off x="8315580" y="1710395"/>
            <a:ext cx="3360449"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92024" tIns="109728" rIns="192024" bIns="109728" numCol="1" spcCol="1270" anchor="ctr" anchorCtr="0">
            <a:noAutofit/>
          </a:bodyPr>
          <a:lstStyle/>
          <a:p>
            <a:pPr marL="0" marR="0" lvl="0" indent="0" algn="ctr" defTabSz="1200150" rtl="0" eaLnBrk="1" fontAlgn="auto" latinLnBrk="0" hangingPunct="1">
              <a:lnSpc>
                <a:spcPct val="90000"/>
              </a:lnSpc>
              <a:spcBef>
                <a:spcPct val="0"/>
              </a:spcBef>
              <a:spcAft>
                <a:spcPct val="35000"/>
              </a:spcAft>
              <a:buClrTx/>
              <a:buSzTx/>
              <a:buFontTx/>
              <a:buNone/>
              <a:tabLst/>
              <a:defRPr/>
            </a:pPr>
            <a:r>
              <a:rPr kumimoji="0" lang="en-AU" sz="2000" b="0" i="0" u="none" strike="noStrike" kern="1200" cap="none" spc="0" normalizeH="0" baseline="0" noProof="0" dirty="0">
                <a:ln>
                  <a:noFill/>
                </a:ln>
                <a:solidFill>
                  <a:schemeClr val="bg1"/>
                </a:solidFill>
                <a:effectLst/>
                <a:uLnTx/>
                <a:uFillTx/>
                <a:latin typeface="Aptos" panose="02110004020202020204"/>
                <a:ea typeface="+mn-ea"/>
                <a:cs typeface="+mn-cs"/>
              </a:rPr>
              <a:t>Project insights</a:t>
            </a:r>
            <a:endParaRPr kumimoji="0" lang="en-AU" sz="2400" b="0" i="0" u="none" strike="noStrike" kern="1200" cap="none" spc="0" normalizeH="0" baseline="0" noProof="0" dirty="0">
              <a:ln>
                <a:noFill/>
              </a:ln>
              <a:solidFill>
                <a:schemeClr val="bg1"/>
              </a:solidFill>
              <a:effectLst/>
              <a:uLnTx/>
              <a:uFillTx/>
              <a:latin typeface="Aptos" panose="02110004020202020204"/>
              <a:ea typeface="+mn-ea"/>
              <a:cs typeface="+mn-cs"/>
            </a:endParaRPr>
          </a:p>
          <a:p>
            <a:pPr lvl="0" algn="ctr" defTabSz="1200150">
              <a:lnSpc>
                <a:spcPct val="90000"/>
              </a:lnSpc>
              <a:spcBef>
                <a:spcPct val="0"/>
              </a:spcBef>
              <a:spcAft>
                <a:spcPct val="35000"/>
              </a:spcAft>
            </a:pPr>
            <a:r>
              <a:rPr lang="en-US" sz="1400" dirty="0">
                <a:solidFill>
                  <a:schemeClr val="bg1"/>
                </a:solidFill>
              </a:rPr>
              <a:t>project dashboard for Sovereign and </a:t>
            </a:r>
            <a:r>
              <a:rPr lang="en-US" sz="1400" dirty="0" err="1">
                <a:solidFill>
                  <a:schemeClr val="bg1"/>
                </a:solidFill>
              </a:rPr>
              <a:t>Nonsovereign</a:t>
            </a:r>
            <a:r>
              <a:rPr lang="en-US" sz="1400" dirty="0">
                <a:solidFill>
                  <a:schemeClr val="bg1"/>
                </a:solidFill>
              </a:rPr>
              <a:t> project sites</a:t>
            </a:r>
            <a:endParaRPr kumimoji="0" lang="en-AU" sz="4800" b="0" i="0" u="none" strike="noStrike" kern="1200" cap="none" spc="0" normalizeH="0" baseline="0" noProof="0" dirty="0">
              <a:ln>
                <a:noFill/>
              </a:ln>
              <a:solidFill>
                <a:schemeClr val="bg1"/>
              </a:solidFill>
              <a:effectLst/>
              <a:uLnTx/>
              <a:uFillTx/>
              <a:latin typeface="Aptos" panose="02110004020202020204"/>
              <a:ea typeface="+mn-ea"/>
              <a:cs typeface="+mn-cs"/>
            </a:endParaRPr>
          </a:p>
        </p:txBody>
      </p:sp>
      <p:sp>
        <p:nvSpPr>
          <p:cNvPr id="14" name="Freeform: Shape 13">
            <a:hlinkClick r:id="rId5" action="ppaction://hlinksldjump"/>
            <a:extLst>
              <a:ext uri="{FF2B5EF4-FFF2-40B4-BE49-F238E27FC236}">
                <a16:creationId xmlns:a16="http://schemas.microsoft.com/office/drawing/2014/main" id="{7F50056B-5E31-0715-1A6D-17E652DC3548}"/>
              </a:ext>
            </a:extLst>
          </p:cNvPr>
          <p:cNvSpPr/>
          <p:nvPr/>
        </p:nvSpPr>
        <p:spPr>
          <a:xfrm>
            <a:off x="653756" y="3804720"/>
            <a:ext cx="3360449"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92024" tIns="109728" rIns="192024" bIns="109728" numCol="1" spcCol="1270" anchor="ctr" anchorCtr="0">
            <a:noAutofit/>
          </a:bodyPr>
          <a:lstStyle/>
          <a:p>
            <a:pPr marL="0" marR="0" lvl="0" indent="0" algn="ctr" defTabSz="1200150" rtl="0" eaLnBrk="1" fontAlgn="auto" latinLnBrk="0" hangingPunct="1">
              <a:lnSpc>
                <a:spcPct val="90000"/>
              </a:lnSpc>
              <a:spcBef>
                <a:spcPct val="0"/>
              </a:spcBef>
              <a:spcAft>
                <a:spcPct val="35000"/>
              </a:spcAft>
              <a:buClrTx/>
              <a:buSzTx/>
              <a:buFontTx/>
              <a:buNone/>
              <a:tabLst/>
              <a:defRPr/>
            </a:pPr>
            <a:r>
              <a:rPr kumimoji="0" lang="en-AU" b="0" i="0" u="none" strike="noStrike" kern="1200" cap="none" spc="0" normalizeH="0" baseline="0" noProof="0" dirty="0">
                <a:ln>
                  <a:noFill/>
                </a:ln>
                <a:solidFill>
                  <a:prstClr val="white"/>
                </a:solidFill>
                <a:effectLst/>
                <a:uLnTx/>
                <a:uFillTx/>
                <a:latin typeface="Aptos" panose="02110004020202020204"/>
                <a:ea typeface="+mn-ea"/>
                <a:cs typeface="+mn-cs"/>
              </a:rPr>
              <a:t>Institutional File Plan insights</a:t>
            </a:r>
          </a:p>
          <a:p>
            <a:pPr marL="0" marR="0" lvl="0" indent="0" algn="ctr" defTabSz="1200150" rtl="0" eaLnBrk="1" fontAlgn="auto" latinLnBrk="0" hangingPunct="1">
              <a:lnSpc>
                <a:spcPct val="90000"/>
              </a:lnSpc>
              <a:spcBef>
                <a:spcPct val="0"/>
              </a:spcBef>
              <a:spcAft>
                <a:spcPct val="350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ptos" panose="02110004020202020204"/>
                <a:ea typeface="+mn-ea"/>
                <a:cs typeface="+mn-cs"/>
              </a:rPr>
              <a:t>Term usage, library mapping, documents, records, physical counterparts by term</a:t>
            </a:r>
            <a:endParaRPr kumimoji="0" lang="en-AU"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6" name="Freeform: Shape 15">
            <a:hlinkClick r:id="rId6" action="ppaction://hlinksldjump"/>
            <a:extLst>
              <a:ext uri="{FF2B5EF4-FFF2-40B4-BE49-F238E27FC236}">
                <a16:creationId xmlns:a16="http://schemas.microsoft.com/office/drawing/2014/main" id="{B6D60879-2ED2-0958-E5BF-35D392B4E07D}"/>
              </a:ext>
            </a:extLst>
          </p:cNvPr>
          <p:cNvSpPr/>
          <p:nvPr/>
        </p:nvSpPr>
        <p:spPr>
          <a:xfrm>
            <a:off x="4484668" y="3804720"/>
            <a:ext cx="3594807"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92024" tIns="109728" rIns="192024" bIns="109728" numCol="1" spcCol="1270" anchor="ctr" anchorCtr="0">
            <a:noAutofit/>
          </a:bodyPr>
          <a:lstStyle/>
          <a:p>
            <a:pPr marL="0" marR="0" lvl="0" indent="0" algn="ctr" defTabSz="1200150" rtl="0" eaLnBrk="1" fontAlgn="auto" latinLnBrk="0" hangingPunct="1">
              <a:lnSpc>
                <a:spcPct val="90000"/>
              </a:lnSpc>
              <a:spcBef>
                <a:spcPct val="0"/>
              </a:spcBef>
              <a:spcAft>
                <a:spcPct val="35000"/>
              </a:spcAft>
              <a:buClrTx/>
              <a:buSzTx/>
              <a:buFontTx/>
              <a:buNone/>
              <a:tabLst/>
              <a:defRPr/>
            </a:pPr>
            <a:r>
              <a:rPr kumimoji="0" lang="en-AU" b="0" i="0" u="none" strike="noStrike" kern="1200" cap="none" spc="0" normalizeH="0" baseline="0" noProof="0" dirty="0">
                <a:ln>
                  <a:noFill/>
                </a:ln>
                <a:solidFill>
                  <a:prstClr val="white"/>
                </a:solidFill>
                <a:effectLst/>
                <a:uLnTx/>
                <a:uFillTx/>
                <a:latin typeface="Aptos" panose="02110004020202020204"/>
                <a:ea typeface="+mn-ea"/>
                <a:cs typeface="+mn-cs"/>
              </a:rPr>
              <a:t>Retention and disposal insights</a:t>
            </a:r>
          </a:p>
          <a:p>
            <a:pPr marL="0" marR="0" lvl="0" indent="0" algn="ctr" defTabSz="1200150" rtl="0" eaLnBrk="1" fontAlgn="auto" latinLnBrk="0" hangingPunct="1">
              <a:lnSpc>
                <a:spcPct val="90000"/>
              </a:lnSpc>
              <a:spcBef>
                <a:spcPct val="0"/>
              </a:spcBef>
              <a:spcAft>
                <a:spcPct val="35000"/>
              </a:spcAft>
              <a:buClrTx/>
              <a:buSzTx/>
              <a:buFontTx/>
              <a:buNone/>
              <a:tabLst/>
              <a:defRPr/>
            </a:pPr>
            <a:r>
              <a:rPr kumimoji="0" lang="en-AU" sz="1200" b="0" i="0" u="none" strike="noStrike" kern="1200" cap="none" spc="0" normalizeH="0" baseline="0" noProof="0" dirty="0">
                <a:ln>
                  <a:noFill/>
                </a:ln>
                <a:solidFill>
                  <a:prstClr val="white"/>
                </a:solidFill>
                <a:effectLst/>
                <a:uLnTx/>
                <a:uFillTx/>
                <a:latin typeface="Aptos" panose="02110004020202020204"/>
                <a:ea typeface="+mn-ea"/>
                <a:cs typeface="+mn-cs"/>
              </a:rPr>
              <a:t>Records due for disposal, overdue disposal, disposed records, retention labels / RRDS</a:t>
            </a:r>
            <a:endParaRPr kumimoji="0" lang="en-AU"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hlinkClick r:id="rId7" action="ppaction://hlinksldjump"/>
            <a:extLst>
              <a:ext uri="{FF2B5EF4-FFF2-40B4-BE49-F238E27FC236}">
                <a16:creationId xmlns:a16="http://schemas.microsoft.com/office/drawing/2014/main" id="{5CD167A9-352B-E6A4-C096-21CDD4891A4F}"/>
              </a:ext>
            </a:extLst>
          </p:cNvPr>
          <p:cNvSpPr/>
          <p:nvPr/>
        </p:nvSpPr>
        <p:spPr>
          <a:xfrm>
            <a:off x="8315580" y="3804720"/>
            <a:ext cx="3360449"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92024" tIns="109728" rIns="192024" bIns="109728" numCol="1" spcCol="1270" anchor="ctr" anchorCtr="0">
            <a:noAutofit/>
          </a:bodyPr>
          <a:lstStyle/>
          <a:p>
            <a:pPr marL="0" marR="0" lvl="0" indent="0" algn="ctr" defTabSz="1200150" rtl="0" eaLnBrk="1" fontAlgn="auto" latinLnBrk="0" hangingPunct="1">
              <a:lnSpc>
                <a:spcPct val="90000"/>
              </a:lnSpc>
              <a:spcBef>
                <a:spcPct val="0"/>
              </a:spcBef>
              <a:spcAft>
                <a:spcPct val="35000"/>
              </a:spcAft>
              <a:buClrTx/>
              <a:buSzTx/>
              <a:buFontTx/>
              <a:buNone/>
              <a:tabLst/>
              <a:defRPr/>
            </a:pPr>
            <a:r>
              <a:rPr kumimoji="0" lang="en-AU" b="0" i="0" u="none" strike="noStrike" kern="1200" cap="none" spc="0" normalizeH="0" baseline="0" noProof="0" dirty="0">
                <a:ln>
                  <a:noFill/>
                </a:ln>
                <a:solidFill>
                  <a:prstClr val="white"/>
                </a:solidFill>
                <a:effectLst/>
                <a:uLnTx/>
                <a:uFillTx/>
                <a:latin typeface="Aptos" panose="02110004020202020204"/>
                <a:ea typeface="+mn-ea"/>
                <a:cs typeface="+mn-cs"/>
              </a:rPr>
              <a:t>Records and archive holdings</a:t>
            </a:r>
          </a:p>
          <a:p>
            <a:pPr marL="0" marR="0" lvl="0" indent="0" algn="ctr" defTabSz="1200150" rtl="0" eaLnBrk="1" fontAlgn="auto" latinLnBrk="0" hangingPunct="1">
              <a:lnSpc>
                <a:spcPct val="90000"/>
              </a:lnSpc>
              <a:spcBef>
                <a:spcPct val="0"/>
              </a:spcBef>
              <a:spcAft>
                <a:spcPct val="350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ptos" panose="02110004020202020204"/>
                <a:ea typeface="+mn-ea"/>
                <a:cs typeface="+mn-cs"/>
              </a:rPr>
              <a:t>Physical holdings, transfers to RAC, storage requests and retrievals</a:t>
            </a:r>
            <a:endParaRPr kumimoji="0" lang="en-US"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30" name="Group 29">
            <a:extLst>
              <a:ext uri="{FF2B5EF4-FFF2-40B4-BE49-F238E27FC236}">
                <a16:creationId xmlns:a16="http://schemas.microsoft.com/office/drawing/2014/main" id="{E32D8C87-D453-2B25-5308-CC7ABB110E42}"/>
              </a:ext>
            </a:extLst>
          </p:cNvPr>
          <p:cNvGrpSpPr/>
          <p:nvPr/>
        </p:nvGrpSpPr>
        <p:grpSpPr>
          <a:xfrm>
            <a:off x="2113199" y="4788324"/>
            <a:ext cx="4122103" cy="560149"/>
            <a:chOff x="2131992" y="2700463"/>
            <a:chExt cx="8107383" cy="560149"/>
          </a:xfrm>
        </p:grpSpPr>
        <p:sp>
          <p:nvSpPr>
            <p:cNvPr id="28" name="Right Bracket 27">
              <a:extLst>
                <a:ext uri="{FF2B5EF4-FFF2-40B4-BE49-F238E27FC236}">
                  <a16:creationId xmlns:a16="http://schemas.microsoft.com/office/drawing/2014/main" id="{E32B702D-4455-AA92-7C7F-88251E0EAFCB}"/>
                </a:ext>
              </a:extLst>
            </p:cNvPr>
            <p:cNvSpPr/>
            <p:nvPr/>
          </p:nvSpPr>
          <p:spPr>
            <a:xfrm rot="5400000">
              <a:off x="5848460" y="-1016005"/>
              <a:ext cx="560149" cy="7993085"/>
            </a:xfrm>
            <a:prstGeom prst="rightBracket">
              <a:avLst/>
            </a:prstGeom>
          </p:spPr>
          <p:style>
            <a:lnRef idx="2">
              <a:schemeClr val="accent2"/>
            </a:lnRef>
            <a:fillRef idx="0">
              <a:schemeClr val="accent2"/>
            </a:fillRef>
            <a:effectRef idx="1">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Isosceles Triangle 28">
              <a:extLst>
                <a:ext uri="{FF2B5EF4-FFF2-40B4-BE49-F238E27FC236}">
                  <a16:creationId xmlns:a16="http://schemas.microsoft.com/office/drawing/2014/main" id="{A923419F-F7A1-69C0-F409-756239D89285}"/>
                </a:ext>
              </a:extLst>
            </p:cNvPr>
            <p:cNvSpPr/>
            <p:nvPr/>
          </p:nvSpPr>
          <p:spPr>
            <a:xfrm>
              <a:off x="10020300" y="2709987"/>
              <a:ext cx="219075" cy="157038"/>
            </a:xfrm>
            <a:prstGeom prst="triangl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31" name="Group 30">
            <a:extLst>
              <a:ext uri="{FF2B5EF4-FFF2-40B4-BE49-F238E27FC236}">
                <a16:creationId xmlns:a16="http://schemas.microsoft.com/office/drawing/2014/main" id="{60FC1B53-D7B6-1DA7-D3B4-DA7225936CBB}"/>
              </a:ext>
            </a:extLst>
          </p:cNvPr>
          <p:cNvGrpSpPr/>
          <p:nvPr/>
        </p:nvGrpSpPr>
        <p:grpSpPr>
          <a:xfrm>
            <a:off x="2333980" y="2700461"/>
            <a:ext cx="4009670" cy="433263"/>
            <a:chOff x="2131992" y="2700463"/>
            <a:chExt cx="8107383" cy="560149"/>
          </a:xfrm>
        </p:grpSpPr>
        <p:sp>
          <p:nvSpPr>
            <p:cNvPr id="32" name="Right Bracket 31">
              <a:extLst>
                <a:ext uri="{FF2B5EF4-FFF2-40B4-BE49-F238E27FC236}">
                  <a16:creationId xmlns:a16="http://schemas.microsoft.com/office/drawing/2014/main" id="{6F771709-C472-3F2E-D272-72BDF78F79EE}"/>
                </a:ext>
              </a:extLst>
            </p:cNvPr>
            <p:cNvSpPr/>
            <p:nvPr/>
          </p:nvSpPr>
          <p:spPr>
            <a:xfrm rot="5400000">
              <a:off x="5848460" y="-1016005"/>
              <a:ext cx="560149" cy="7993085"/>
            </a:xfrm>
            <a:prstGeom prst="rightBracket">
              <a:avLst/>
            </a:prstGeom>
          </p:spPr>
          <p:style>
            <a:lnRef idx="2">
              <a:schemeClr val="accent2"/>
            </a:lnRef>
            <a:fillRef idx="0">
              <a:schemeClr val="accent2"/>
            </a:fillRef>
            <a:effectRef idx="1">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 name="Isosceles Triangle 32">
              <a:extLst>
                <a:ext uri="{FF2B5EF4-FFF2-40B4-BE49-F238E27FC236}">
                  <a16:creationId xmlns:a16="http://schemas.microsoft.com/office/drawing/2014/main" id="{C8B03B32-2B77-7B52-5A09-7487009676C5}"/>
                </a:ext>
              </a:extLst>
            </p:cNvPr>
            <p:cNvSpPr/>
            <p:nvPr/>
          </p:nvSpPr>
          <p:spPr>
            <a:xfrm>
              <a:off x="10020300" y="2709987"/>
              <a:ext cx="219075" cy="157038"/>
            </a:xfrm>
            <a:prstGeom prst="triangl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34" name="Group 33">
            <a:extLst>
              <a:ext uri="{FF2B5EF4-FFF2-40B4-BE49-F238E27FC236}">
                <a16:creationId xmlns:a16="http://schemas.microsoft.com/office/drawing/2014/main" id="{70EE1871-0CA7-73D4-B32D-FA4CB3CC9B43}"/>
              </a:ext>
            </a:extLst>
          </p:cNvPr>
          <p:cNvGrpSpPr/>
          <p:nvPr/>
        </p:nvGrpSpPr>
        <p:grpSpPr>
          <a:xfrm>
            <a:off x="1874817" y="2729773"/>
            <a:ext cx="8107383" cy="715611"/>
            <a:chOff x="2131992" y="2700463"/>
            <a:chExt cx="8107383" cy="560149"/>
          </a:xfrm>
        </p:grpSpPr>
        <p:sp>
          <p:nvSpPr>
            <p:cNvPr id="35" name="Right Bracket 34">
              <a:extLst>
                <a:ext uri="{FF2B5EF4-FFF2-40B4-BE49-F238E27FC236}">
                  <a16:creationId xmlns:a16="http://schemas.microsoft.com/office/drawing/2014/main" id="{BF615434-57FB-D9FB-BD41-7E2DAE3C10C8}"/>
                </a:ext>
              </a:extLst>
            </p:cNvPr>
            <p:cNvSpPr/>
            <p:nvPr/>
          </p:nvSpPr>
          <p:spPr>
            <a:xfrm rot="5400000">
              <a:off x="5848460" y="-1016005"/>
              <a:ext cx="560149" cy="7993085"/>
            </a:xfrm>
            <a:prstGeom prst="rightBracket">
              <a:avLst/>
            </a:prstGeom>
          </p:spPr>
          <p:style>
            <a:lnRef idx="2">
              <a:schemeClr val="accent2"/>
            </a:lnRef>
            <a:fillRef idx="0">
              <a:schemeClr val="accent2"/>
            </a:fillRef>
            <a:effectRef idx="1">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6" name="Isosceles Triangle 35">
              <a:extLst>
                <a:ext uri="{FF2B5EF4-FFF2-40B4-BE49-F238E27FC236}">
                  <a16:creationId xmlns:a16="http://schemas.microsoft.com/office/drawing/2014/main" id="{B9FCC643-03E1-4BCA-B182-D5A71908BFB4}"/>
                </a:ext>
              </a:extLst>
            </p:cNvPr>
            <p:cNvSpPr/>
            <p:nvPr/>
          </p:nvSpPr>
          <p:spPr>
            <a:xfrm>
              <a:off x="10020300" y="2709987"/>
              <a:ext cx="219075" cy="157038"/>
            </a:xfrm>
            <a:prstGeom prst="triangl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cxnSp>
        <p:nvCxnSpPr>
          <p:cNvPr id="41" name="Straight Arrow Connector 40">
            <a:extLst>
              <a:ext uri="{FF2B5EF4-FFF2-40B4-BE49-F238E27FC236}">
                <a16:creationId xmlns:a16="http://schemas.microsoft.com/office/drawing/2014/main" id="{CC7CA8A0-3C4A-7133-F9F8-A6E8F60BBBCD}"/>
              </a:ext>
            </a:extLst>
          </p:cNvPr>
          <p:cNvCxnSpPr>
            <a:cxnSpLocks/>
            <a:stCxn id="8" idx="3"/>
          </p:cNvCxnSpPr>
          <p:nvPr/>
        </p:nvCxnSpPr>
        <p:spPr>
          <a:xfrm flipH="1">
            <a:off x="2476500" y="2700462"/>
            <a:ext cx="2008168" cy="10238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5956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D0D2A6-47FC-204D-0C3C-A5E1012D80CB}"/>
              </a:ext>
            </a:extLst>
          </p:cNvPr>
          <p:cNvSpPr>
            <a:spLocks noGrp="1"/>
          </p:cNvSpPr>
          <p:nvPr>
            <p:ph type="sldNum" sz="quarter" idx="12"/>
          </p:nvPr>
        </p:nvSpPr>
        <p:spPr/>
        <p:txBody>
          <a:bodyPr/>
          <a:lstStyle/>
          <a:p>
            <a:fld id="{C7FDEC95-032C-4F4A-AE8A-E8BF2DA06372}" type="slidenum">
              <a:rPr lang="en-US" smtClean="0"/>
              <a:t>14</a:t>
            </a:fld>
            <a:endParaRPr lang="en-US"/>
          </a:p>
        </p:txBody>
      </p:sp>
      <p:sp>
        <p:nvSpPr>
          <p:cNvPr id="3" name="Title 1">
            <a:extLst>
              <a:ext uri="{FF2B5EF4-FFF2-40B4-BE49-F238E27FC236}">
                <a16:creationId xmlns:a16="http://schemas.microsoft.com/office/drawing/2014/main" id="{B1FC1D68-DF81-F231-E432-5FC3A3774B2C}"/>
              </a:ext>
            </a:extLst>
          </p:cNvPr>
          <p:cNvSpPr txBox="1">
            <a:spLocks/>
          </p:cNvSpPr>
          <p:nvPr/>
        </p:nvSpPr>
        <p:spPr>
          <a:xfrm>
            <a:off x="613559" y="307896"/>
            <a:ext cx="10515600" cy="87119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mj-ea"/>
                <a:cs typeface="Segoe UI" panose="020B0502040204020203" pitchFamily="34" charset="0"/>
              </a:defRPr>
            </a:lvl1pPr>
          </a:lstStyle>
          <a:p>
            <a:r>
              <a:rPr lang="en-AU" dirty="0"/>
              <a:t>EDRMS insights dashboard key views</a:t>
            </a:r>
          </a:p>
        </p:txBody>
      </p:sp>
      <p:graphicFrame>
        <p:nvGraphicFramePr>
          <p:cNvPr id="4" name="Table 3">
            <a:extLst>
              <a:ext uri="{FF2B5EF4-FFF2-40B4-BE49-F238E27FC236}">
                <a16:creationId xmlns:a16="http://schemas.microsoft.com/office/drawing/2014/main" id="{E258B15D-84CC-368F-62C1-784007510846}"/>
              </a:ext>
            </a:extLst>
          </p:cNvPr>
          <p:cNvGraphicFramePr>
            <a:graphicFrameLocks noGrp="1"/>
          </p:cNvGraphicFramePr>
          <p:nvPr/>
        </p:nvGraphicFramePr>
        <p:xfrm>
          <a:off x="459179" y="980058"/>
          <a:ext cx="11273642" cy="5613400"/>
        </p:xfrm>
        <a:graphic>
          <a:graphicData uri="http://schemas.openxmlformats.org/drawingml/2006/table">
            <a:tbl>
              <a:tblPr firstRow="1" bandRow="1">
                <a:tableStyleId>{5C22544A-7EE6-4342-B048-85BDC9FD1C3A}</a:tableStyleId>
              </a:tblPr>
              <a:tblGrid>
                <a:gridCol w="2487192">
                  <a:extLst>
                    <a:ext uri="{9D8B030D-6E8A-4147-A177-3AD203B41FA5}">
                      <a16:colId xmlns:a16="http://schemas.microsoft.com/office/drawing/2014/main" val="201440904"/>
                    </a:ext>
                  </a:extLst>
                </a:gridCol>
                <a:gridCol w="3149628">
                  <a:extLst>
                    <a:ext uri="{9D8B030D-6E8A-4147-A177-3AD203B41FA5}">
                      <a16:colId xmlns:a16="http://schemas.microsoft.com/office/drawing/2014/main" val="820370947"/>
                    </a:ext>
                  </a:extLst>
                </a:gridCol>
                <a:gridCol w="2818411">
                  <a:extLst>
                    <a:ext uri="{9D8B030D-6E8A-4147-A177-3AD203B41FA5}">
                      <a16:colId xmlns:a16="http://schemas.microsoft.com/office/drawing/2014/main" val="162731499"/>
                    </a:ext>
                  </a:extLst>
                </a:gridCol>
                <a:gridCol w="2818411">
                  <a:extLst>
                    <a:ext uri="{9D8B030D-6E8A-4147-A177-3AD203B41FA5}">
                      <a16:colId xmlns:a16="http://schemas.microsoft.com/office/drawing/2014/main" val="226189981"/>
                    </a:ext>
                  </a:extLst>
                </a:gridCol>
              </a:tblGrid>
              <a:tr h="370840">
                <a:tc>
                  <a:txBody>
                    <a:bodyPr/>
                    <a:lstStyle/>
                    <a:p>
                      <a:pPr algn="ctr"/>
                      <a:r>
                        <a:rPr lang="en-US" sz="1600" dirty="0"/>
                        <a:t>Key View</a:t>
                      </a:r>
                      <a:endParaRPr lang="en-PH" sz="1600" dirty="0"/>
                    </a:p>
                  </a:txBody>
                  <a:tcPr marL="45720" marR="45720" anchor="ctr"/>
                </a:tc>
                <a:tc>
                  <a:txBody>
                    <a:bodyPr/>
                    <a:lstStyle/>
                    <a:p>
                      <a:pPr algn="ctr" fontAlgn="t">
                        <a:buNone/>
                      </a:pPr>
                      <a:r>
                        <a:rPr lang="en-PH" sz="1600" b="1" kern="1200" dirty="0">
                          <a:solidFill>
                            <a:schemeClr val="lt1"/>
                          </a:solidFill>
                          <a:latin typeface="+mn-lt"/>
                          <a:ea typeface="+mn-ea"/>
                          <a:cs typeface="+mn-cs"/>
                        </a:rPr>
                        <a:t>Answers the Question</a:t>
                      </a:r>
                    </a:p>
                  </a:txBody>
                  <a:tcPr marL="45720" marR="45720" anchor="ctr"/>
                </a:tc>
                <a:tc>
                  <a:txBody>
                    <a:bodyPr/>
                    <a:lstStyle/>
                    <a:p>
                      <a:pPr algn="ctr" fontAlgn="t">
                        <a:buNone/>
                      </a:pPr>
                      <a:r>
                        <a:rPr lang="en-PH" sz="1600" b="1" kern="1200" dirty="0">
                          <a:solidFill>
                            <a:schemeClr val="lt1"/>
                          </a:solidFill>
                          <a:latin typeface="+mn-lt"/>
                          <a:ea typeface="+mn-ea"/>
                          <a:cs typeface="+mn-cs"/>
                        </a:rPr>
                        <a:t>Output</a:t>
                      </a:r>
                    </a:p>
                  </a:txBody>
                  <a:tcPr marL="45720" marR="45720" anchor="ctr"/>
                </a:tc>
                <a:tc>
                  <a:txBody>
                    <a:bodyPr/>
                    <a:lstStyle/>
                    <a:p>
                      <a:pPr algn="ctr" fontAlgn="t">
                        <a:buNone/>
                      </a:pPr>
                      <a:r>
                        <a:rPr lang="en-PH" sz="1600" b="1" kern="1200" dirty="0">
                          <a:solidFill>
                            <a:schemeClr val="lt1"/>
                          </a:solidFill>
                          <a:latin typeface="+mn-lt"/>
                          <a:ea typeface="+mn-ea"/>
                          <a:cs typeface="+mn-cs"/>
                        </a:rPr>
                        <a:t>Action</a:t>
                      </a:r>
                    </a:p>
                  </a:txBody>
                  <a:tcPr marL="45720" marR="45720" anchor="ctr"/>
                </a:tc>
                <a:extLst>
                  <a:ext uri="{0D108BD9-81ED-4DB2-BD59-A6C34878D82A}">
                    <a16:rowId xmlns:a16="http://schemas.microsoft.com/office/drawing/2014/main" val="1396549112"/>
                  </a:ext>
                </a:extLst>
              </a:tr>
              <a:tr h="370840">
                <a:tc>
                  <a:txBody>
                    <a:bodyPr/>
                    <a:lstStyle/>
                    <a:p>
                      <a:pPr fontAlgn="t">
                        <a:lnSpc>
                          <a:spcPts val="1500"/>
                        </a:lnSpc>
                        <a:buNone/>
                      </a:pPr>
                      <a:r>
                        <a:rPr lang="en-PH" sz="1400" b="1" i="0" dirty="0">
                          <a:effectLst/>
                          <a:latin typeface="+mn-lt"/>
                        </a:rPr>
                        <a:t>Bank-wide Oversight</a:t>
                      </a:r>
                    </a:p>
                  </a:txBody>
                  <a:tcPr marL="45720" marR="45720"/>
                </a:tc>
                <a:tc>
                  <a:txBody>
                    <a:bodyPr/>
                    <a:lstStyle/>
                    <a:p>
                      <a:pPr algn="l" fontAlgn="t">
                        <a:buNone/>
                      </a:pPr>
                      <a:r>
                        <a:rPr lang="en-PH" sz="1400" b="0" i="0" u="none" strike="noStrike" dirty="0">
                          <a:solidFill>
                            <a:srgbClr val="000000"/>
                          </a:solidFill>
                          <a:effectLst/>
                          <a:latin typeface="+mn-lt"/>
                        </a:rPr>
                        <a:t>How is EDRMS performing across ADB?</a:t>
                      </a:r>
                    </a:p>
                  </a:txBody>
                  <a:tcPr marL="45720" marR="45720"/>
                </a:tc>
                <a:tc>
                  <a:txBody>
                    <a:bodyPr/>
                    <a:lstStyle/>
                    <a:p>
                      <a:pPr algn="l" fontAlgn="t">
                        <a:buNone/>
                      </a:pPr>
                      <a:r>
                        <a:rPr lang="en-PH" sz="1400" b="0" i="0" u="none" strike="noStrike">
                          <a:solidFill>
                            <a:srgbClr val="000000"/>
                          </a:solidFill>
                          <a:effectLst/>
                          <a:latin typeface="+mn-lt"/>
                        </a:rPr>
                        <a:t>Bank-wide EDRMS adoption, usage, compliance, and trends across departments ADB</a:t>
                      </a:r>
                    </a:p>
                  </a:txBody>
                  <a:tcPr marL="45720" marR="45720"/>
                </a:tc>
                <a:tc>
                  <a:txBody>
                    <a:bodyPr/>
                    <a:lstStyle/>
                    <a:p>
                      <a:pPr algn="l" fontAlgn="t">
                        <a:buNone/>
                      </a:pPr>
                      <a:r>
                        <a:rPr lang="en-PH" sz="1400" b="0" i="0" u="none" strike="noStrike">
                          <a:solidFill>
                            <a:srgbClr val="000000"/>
                          </a:solidFill>
                          <a:effectLst/>
                          <a:latin typeface="+mn-lt"/>
                        </a:rPr>
                        <a:t>Identify departments requiring support, monitor overall adoption, generate required reports.</a:t>
                      </a:r>
                    </a:p>
                  </a:txBody>
                  <a:tcPr marL="45720" marR="45720"/>
                </a:tc>
                <a:extLst>
                  <a:ext uri="{0D108BD9-81ED-4DB2-BD59-A6C34878D82A}">
                    <a16:rowId xmlns:a16="http://schemas.microsoft.com/office/drawing/2014/main" val="363899350"/>
                  </a:ext>
                </a:extLst>
              </a:tr>
              <a:tr h="370840">
                <a:tc>
                  <a:txBody>
                    <a:bodyPr/>
                    <a:lstStyle/>
                    <a:p>
                      <a:pPr fontAlgn="t">
                        <a:lnSpc>
                          <a:spcPts val="1500"/>
                        </a:lnSpc>
                        <a:buNone/>
                      </a:pPr>
                      <a:r>
                        <a:rPr lang="en-PH" sz="1400" b="1" i="0" dirty="0">
                          <a:effectLst/>
                          <a:latin typeface="+mn-lt"/>
                        </a:rPr>
                        <a:t>Department Insights</a:t>
                      </a:r>
                    </a:p>
                  </a:txBody>
                  <a:tcPr marL="45720" marR="45720"/>
                </a:tc>
                <a:tc>
                  <a:txBody>
                    <a:bodyPr/>
                    <a:lstStyle/>
                    <a:p>
                      <a:pPr algn="l" fontAlgn="t">
                        <a:buNone/>
                      </a:pPr>
                      <a:r>
                        <a:rPr lang="en-PH" sz="1400" b="0" i="0" u="none" strike="noStrike" dirty="0">
                          <a:solidFill>
                            <a:srgbClr val="000000"/>
                          </a:solidFill>
                          <a:effectLst/>
                          <a:latin typeface="+mn-lt"/>
                        </a:rPr>
                        <a:t>How is a specific department managing its records?</a:t>
                      </a:r>
                    </a:p>
                  </a:txBody>
                  <a:tcPr marL="45720" marR="45720"/>
                </a:tc>
                <a:tc>
                  <a:txBody>
                    <a:bodyPr/>
                    <a:lstStyle/>
                    <a:p>
                      <a:pPr algn="l" fontAlgn="t">
                        <a:buNone/>
                      </a:pPr>
                      <a:r>
                        <a:rPr lang="en-PH" sz="1400" b="0" i="0" u="none" strike="noStrike" dirty="0">
                          <a:solidFill>
                            <a:srgbClr val="000000"/>
                          </a:solidFill>
                          <a:effectLst/>
                          <a:latin typeface="+mn-lt"/>
                        </a:rPr>
                        <a:t>Detailed view of a department's profile, sites and users activities, records compliance, conventions, and disposal readiness. </a:t>
                      </a:r>
                    </a:p>
                  </a:txBody>
                  <a:tcPr marL="45720" marR="45720"/>
                </a:tc>
                <a:tc>
                  <a:txBody>
                    <a:bodyPr/>
                    <a:lstStyle/>
                    <a:p>
                      <a:pPr algn="l" fontAlgn="t">
                        <a:buNone/>
                      </a:pPr>
                      <a:r>
                        <a:rPr lang="en-PH" sz="1400" b="0" i="0" u="none" strike="noStrike">
                          <a:solidFill>
                            <a:srgbClr val="000000"/>
                          </a:solidFill>
                          <a:effectLst/>
                          <a:latin typeface="+mn-lt"/>
                        </a:rPr>
                        <a:t>Follow up with focals, address compliance gaps, schedule training, review conventions, plan records management activities.</a:t>
                      </a:r>
                    </a:p>
                  </a:txBody>
                  <a:tcPr marL="45720" marR="45720"/>
                </a:tc>
                <a:extLst>
                  <a:ext uri="{0D108BD9-81ED-4DB2-BD59-A6C34878D82A}">
                    <a16:rowId xmlns:a16="http://schemas.microsoft.com/office/drawing/2014/main" val="650455413"/>
                  </a:ext>
                </a:extLst>
              </a:tr>
              <a:tr h="370840">
                <a:tc>
                  <a:txBody>
                    <a:bodyPr/>
                    <a:lstStyle/>
                    <a:p>
                      <a:pPr fontAlgn="t">
                        <a:lnSpc>
                          <a:spcPts val="1500"/>
                        </a:lnSpc>
                        <a:buNone/>
                      </a:pPr>
                      <a:r>
                        <a:rPr lang="en-PH" sz="1400" b="1" i="0" dirty="0">
                          <a:effectLst/>
                          <a:latin typeface="+mn-lt"/>
                        </a:rPr>
                        <a:t>Project Insights</a:t>
                      </a:r>
                    </a:p>
                  </a:txBody>
                  <a:tcPr marL="45720" marR="45720"/>
                </a:tc>
                <a:tc>
                  <a:txBody>
                    <a:bodyPr/>
                    <a:lstStyle/>
                    <a:p>
                      <a:pPr algn="l" fontAlgn="t">
                        <a:buNone/>
                      </a:pPr>
                      <a:r>
                        <a:rPr lang="en-PH" sz="1400" b="0" i="0" u="none" strike="noStrike">
                          <a:solidFill>
                            <a:srgbClr val="000000"/>
                          </a:solidFill>
                          <a:effectLst/>
                          <a:latin typeface="+mn-lt"/>
                        </a:rPr>
                        <a:t>Are project sites being used and maintained appropriately?</a:t>
                      </a:r>
                    </a:p>
                  </a:txBody>
                  <a:tcPr marL="45720" marR="45720"/>
                </a:tc>
                <a:tc>
                  <a:txBody>
                    <a:bodyPr/>
                    <a:lstStyle/>
                    <a:p>
                      <a:pPr algn="l" fontAlgn="t">
                        <a:buNone/>
                      </a:pPr>
                      <a:r>
                        <a:rPr lang="en-PH" sz="1400" b="0" i="0" u="none" strike="noStrike" dirty="0">
                          <a:solidFill>
                            <a:srgbClr val="000000"/>
                          </a:solidFill>
                          <a:effectLst/>
                          <a:latin typeface="+mn-lt"/>
                        </a:rPr>
                        <a:t>Site usage, records compliance and other information for Sovereign and </a:t>
                      </a:r>
                      <a:r>
                        <a:rPr lang="en-PH" sz="1400" b="0" i="0" u="none" strike="noStrike" dirty="0" err="1">
                          <a:solidFill>
                            <a:srgbClr val="000000"/>
                          </a:solidFill>
                          <a:effectLst/>
                          <a:latin typeface="+mn-lt"/>
                        </a:rPr>
                        <a:t>Nonsovereign</a:t>
                      </a:r>
                      <a:r>
                        <a:rPr lang="en-PH" sz="1400" b="0" i="0" u="none" strike="noStrike" dirty="0">
                          <a:solidFill>
                            <a:srgbClr val="000000"/>
                          </a:solidFill>
                          <a:effectLst/>
                          <a:latin typeface="+mn-lt"/>
                        </a:rPr>
                        <a:t> project sites.</a:t>
                      </a:r>
                    </a:p>
                  </a:txBody>
                  <a:tcPr marL="45720" marR="45720"/>
                </a:tc>
                <a:tc>
                  <a:txBody>
                    <a:bodyPr/>
                    <a:lstStyle/>
                    <a:p>
                      <a:pPr algn="l" fontAlgn="t">
                        <a:buNone/>
                      </a:pPr>
                      <a:r>
                        <a:rPr lang="en-PH" sz="1400" b="0" i="0" u="none" strike="noStrike">
                          <a:solidFill>
                            <a:srgbClr val="000000"/>
                          </a:solidFill>
                          <a:effectLst/>
                          <a:latin typeface="+mn-lt"/>
                        </a:rPr>
                        <a:t>Monitor recordkeeping practices, support project teams.</a:t>
                      </a:r>
                    </a:p>
                  </a:txBody>
                  <a:tcPr marL="45720" marR="45720"/>
                </a:tc>
                <a:extLst>
                  <a:ext uri="{0D108BD9-81ED-4DB2-BD59-A6C34878D82A}">
                    <a16:rowId xmlns:a16="http://schemas.microsoft.com/office/drawing/2014/main" val="973187986"/>
                  </a:ext>
                </a:extLst>
              </a:tr>
              <a:tr h="370840">
                <a:tc>
                  <a:txBody>
                    <a:bodyPr/>
                    <a:lstStyle/>
                    <a:p>
                      <a:r>
                        <a:rPr lang="en-PH" sz="1400" b="1" dirty="0">
                          <a:latin typeface="+mn-lt"/>
                        </a:rPr>
                        <a:t>Institutional File Plan Insights</a:t>
                      </a:r>
                    </a:p>
                  </a:txBody>
                  <a:tcPr marL="45720" marR="45720"/>
                </a:tc>
                <a:tc>
                  <a:txBody>
                    <a:bodyPr/>
                    <a:lstStyle/>
                    <a:p>
                      <a:pPr algn="l" fontAlgn="t">
                        <a:buNone/>
                      </a:pPr>
                      <a:r>
                        <a:rPr lang="en-PH" sz="1400" b="0" i="0" u="none" strike="noStrike">
                          <a:solidFill>
                            <a:srgbClr val="000000"/>
                          </a:solidFill>
                          <a:effectLst/>
                          <a:latin typeface="+mn-lt"/>
                        </a:rPr>
                        <a:t>Are users classifying records correctly?</a:t>
                      </a:r>
                    </a:p>
                  </a:txBody>
                  <a:tcPr marL="45720" marR="45720"/>
                </a:tc>
                <a:tc>
                  <a:txBody>
                    <a:bodyPr/>
                    <a:lstStyle/>
                    <a:p>
                      <a:pPr algn="l" fontAlgn="t">
                        <a:buNone/>
                      </a:pPr>
                      <a:r>
                        <a:rPr lang="en-PH" sz="1400" b="0" i="0" u="none" strike="noStrike" dirty="0">
                          <a:solidFill>
                            <a:srgbClr val="000000"/>
                          </a:solidFill>
                          <a:effectLst/>
                          <a:latin typeface="+mn-lt"/>
                        </a:rPr>
                        <a:t>Visibility on how File Plan terms are being applied across sites and libraries. </a:t>
                      </a:r>
                    </a:p>
                  </a:txBody>
                  <a:tcPr marL="45720" marR="45720"/>
                </a:tc>
                <a:tc>
                  <a:txBody>
                    <a:bodyPr/>
                    <a:lstStyle/>
                    <a:p>
                      <a:pPr algn="l" fontAlgn="t">
                        <a:buNone/>
                      </a:pPr>
                      <a:r>
                        <a:rPr lang="en-PH" sz="1400" b="0" i="0" u="none" strike="noStrike">
                          <a:solidFill>
                            <a:srgbClr val="000000"/>
                          </a:solidFill>
                          <a:effectLst/>
                          <a:latin typeface="+mn-lt"/>
                        </a:rPr>
                        <a:t>Identify underused terms, validate file plan application, improve site design, update conventions if needed.</a:t>
                      </a:r>
                    </a:p>
                  </a:txBody>
                  <a:tcPr marL="45720" marR="45720"/>
                </a:tc>
                <a:extLst>
                  <a:ext uri="{0D108BD9-81ED-4DB2-BD59-A6C34878D82A}">
                    <a16:rowId xmlns:a16="http://schemas.microsoft.com/office/drawing/2014/main" val="2441494354"/>
                  </a:ext>
                </a:extLst>
              </a:tr>
              <a:tr h="370840">
                <a:tc>
                  <a:txBody>
                    <a:bodyPr/>
                    <a:lstStyle/>
                    <a:p>
                      <a:pPr fontAlgn="t">
                        <a:lnSpc>
                          <a:spcPts val="1500"/>
                        </a:lnSpc>
                        <a:buNone/>
                      </a:pPr>
                      <a:r>
                        <a:rPr lang="en-PH" sz="1400" b="1" i="0" dirty="0">
                          <a:effectLst/>
                          <a:latin typeface="+mn-lt"/>
                        </a:rPr>
                        <a:t>Retention and Disposal Insights</a:t>
                      </a:r>
                    </a:p>
                  </a:txBody>
                  <a:tcPr marL="45720" marR="45720"/>
                </a:tc>
                <a:tc>
                  <a:txBody>
                    <a:bodyPr/>
                    <a:lstStyle/>
                    <a:p>
                      <a:pPr algn="l" fontAlgn="t">
                        <a:buNone/>
                      </a:pPr>
                      <a:r>
                        <a:rPr lang="en-PH" sz="1400" b="0" i="0" u="none" strike="noStrike">
                          <a:solidFill>
                            <a:srgbClr val="000000"/>
                          </a:solidFill>
                          <a:effectLst/>
                          <a:latin typeface="+mn-lt"/>
                        </a:rPr>
                        <a:t>What records require action under the RRDS?</a:t>
                      </a:r>
                    </a:p>
                  </a:txBody>
                  <a:tcPr marL="45720" marR="45720"/>
                </a:tc>
                <a:tc>
                  <a:txBody>
                    <a:bodyPr/>
                    <a:lstStyle/>
                    <a:p>
                      <a:pPr algn="l" fontAlgn="t">
                        <a:buNone/>
                      </a:pPr>
                      <a:r>
                        <a:rPr lang="en-PH" sz="1400" b="0" i="0" u="none" strike="noStrike" dirty="0">
                          <a:solidFill>
                            <a:srgbClr val="000000"/>
                          </a:solidFill>
                          <a:effectLst/>
                          <a:latin typeface="+mn-lt"/>
                        </a:rPr>
                        <a:t>Records due for disposal, retention label application, disposal status and compliance. </a:t>
                      </a:r>
                    </a:p>
                  </a:txBody>
                  <a:tcPr marL="45720" marR="45720"/>
                </a:tc>
                <a:tc>
                  <a:txBody>
                    <a:bodyPr/>
                    <a:lstStyle/>
                    <a:p>
                      <a:pPr algn="l" fontAlgn="t">
                        <a:buNone/>
                      </a:pPr>
                      <a:r>
                        <a:rPr lang="en-PH" sz="1400" b="0" i="0" u="none" strike="noStrike" dirty="0">
                          <a:solidFill>
                            <a:srgbClr val="000000"/>
                          </a:solidFill>
                          <a:effectLst/>
                          <a:latin typeface="+mn-lt"/>
                        </a:rPr>
                        <a:t>Initiate disposal reviews, monitor retention compliance, prioritize departments with upcoming or overdue disposal actions.</a:t>
                      </a:r>
                    </a:p>
                  </a:txBody>
                  <a:tcPr marL="45720" marR="45720"/>
                </a:tc>
                <a:extLst>
                  <a:ext uri="{0D108BD9-81ED-4DB2-BD59-A6C34878D82A}">
                    <a16:rowId xmlns:a16="http://schemas.microsoft.com/office/drawing/2014/main" val="3061811094"/>
                  </a:ext>
                </a:extLst>
              </a:tr>
              <a:tr h="370840">
                <a:tc>
                  <a:txBody>
                    <a:bodyPr/>
                    <a:lstStyle/>
                    <a:p>
                      <a:pPr fontAlgn="t">
                        <a:lnSpc>
                          <a:spcPts val="1500"/>
                        </a:lnSpc>
                        <a:buNone/>
                      </a:pPr>
                      <a:r>
                        <a:rPr lang="en-PH" sz="1400" b="1" i="0" dirty="0">
                          <a:effectLst/>
                          <a:latin typeface="+mn-lt"/>
                        </a:rPr>
                        <a:t>Records and Archive Holdings</a:t>
                      </a:r>
                    </a:p>
                  </a:txBody>
                  <a:tcPr marL="45720" marR="45720"/>
                </a:tc>
                <a:tc>
                  <a:txBody>
                    <a:bodyPr/>
                    <a:lstStyle/>
                    <a:p>
                      <a:pPr algn="l" fontAlgn="t">
                        <a:buNone/>
                      </a:pPr>
                      <a:r>
                        <a:rPr lang="en-PH" sz="1400" b="0" i="0" u="none" strike="noStrike">
                          <a:solidFill>
                            <a:srgbClr val="000000"/>
                          </a:solidFill>
                          <a:effectLst/>
                          <a:latin typeface="+mn-lt"/>
                        </a:rPr>
                        <a:t>What records and archives are being managed by RAC? </a:t>
                      </a:r>
                    </a:p>
                  </a:txBody>
                  <a:tcPr marL="45720" marR="45720"/>
                </a:tc>
                <a:tc>
                  <a:txBody>
                    <a:bodyPr/>
                    <a:lstStyle/>
                    <a:p>
                      <a:pPr algn="l" fontAlgn="t">
                        <a:buNone/>
                      </a:pPr>
                      <a:r>
                        <a:rPr lang="en-PH" sz="1400" b="0" i="0" u="none" strike="noStrike">
                          <a:solidFill>
                            <a:srgbClr val="000000"/>
                          </a:solidFill>
                          <a:effectLst/>
                          <a:latin typeface="+mn-lt"/>
                        </a:rPr>
                        <a:t>Physical records holdings, archival collections, transfers to RAC, and retrieval activity.</a:t>
                      </a:r>
                    </a:p>
                  </a:txBody>
                  <a:tcPr marL="45720" marR="45720"/>
                </a:tc>
                <a:tc>
                  <a:txBody>
                    <a:bodyPr/>
                    <a:lstStyle/>
                    <a:p>
                      <a:pPr algn="l" fontAlgn="t">
                        <a:buNone/>
                      </a:pPr>
                      <a:r>
                        <a:rPr lang="en-PH" sz="1400" b="0" i="0" u="none" strike="noStrike" dirty="0">
                          <a:solidFill>
                            <a:srgbClr val="000000"/>
                          </a:solidFill>
                          <a:effectLst/>
                          <a:latin typeface="+mn-lt"/>
                        </a:rPr>
                        <a:t>Plan storage requirements, monitor transfer activities, support retrieval requests, identify records for archival review. </a:t>
                      </a:r>
                    </a:p>
                  </a:txBody>
                  <a:tcPr marL="45720" marR="45720"/>
                </a:tc>
                <a:extLst>
                  <a:ext uri="{0D108BD9-81ED-4DB2-BD59-A6C34878D82A}">
                    <a16:rowId xmlns:a16="http://schemas.microsoft.com/office/drawing/2014/main" val="1002416241"/>
                  </a:ext>
                </a:extLst>
              </a:tr>
            </a:tbl>
          </a:graphicData>
        </a:graphic>
      </p:graphicFrame>
    </p:spTree>
    <p:extLst>
      <p:ext uri="{BB962C8B-B14F-4D97-AF65-F5344CB8AC3E}">
        <p14:creationId xmlns:p14="http://schemas.microsoft.com/office/powerpoint/2010/main" val="1506893456"/>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D1A16-F6BF-C73B-91D6-65BDEE585121}"/>
              </a:ext>
            </a:extLst>
          </p:cNvPr>
          <p:cNvSpPr>
            <a:spLocks noGrp="1"/>
          </p:cNvSpPr>
          <p:nvPr>
            <p:ph type="title"/>
          </p:nvPr>
        </p:nvSpPr>
        <p:spPr/>
        <p:txBody>
          <a:bodyPr/>
          <a:lstStyle/>
          <a:p>
            <a:r>
              <a:rPr lang="en-AU" dirty="0"/>
              <a:t>EDRMS Bank-wide oversights</a:t>
            </a:r>
          </a:p>
        </p:txBody>
      </p:sp>
      <p:sp>
        <p:nvSpPr>
          <p:cNvPr id="3" name="Content Placeholder 2">
            <a:extLst>
              <a:ext uri="{FF2B5EF4-FFF2-40B4-BE49-F238E27FC236}">
                <a16:creationId xmlns:a16="http://schemas.microsoft.com/office/drawing/2014/main" id="{A15EBA49-8958-DCEE-61B7-734613DB4E82}"/>
              </a:ext>
            </a:extLst>
          </p:cNvPr>
          <p:cNvSpPr>
            <a:spLocks noGrp="1"/>
          </p:cNvSpPr>
          <p:nvPr>
            <p:ph idx="1"/>
          </p:nvPr>
        </p:nvSpPr>
        <p:spPr/>
        <p:txBody>
          <a:bodyPr>
            <a:normAutofit fontScale="92500" lnSpcReduction="10000"/>
          </a:bodyPr>
          <a:lstStyle/>
          <a:p>
            <a:pPr marL="514350" indent="-514350">
              <a:spcBef>
                <a:spcPts val="600"/>
              </a:spcBef>
              <a:buAutoNum type="arabicPeriod"/>
            </a:pPr>
            <a:r>
              <a:rPr lang="en-AU" u="sng" dirty="0"/>
              <a:t>Top panel stats:</a:t>
            </a:r>
          </a:p>
          <a:p>
            <a:pPr marL="1257300" lvl="0" indent="-514350">
              <a:spcBef>
                <a:spcPts val="600"/>
              </a:spcBef>
              <a:buFont typeface="+mj-lt"/>
              <a:buAutoNum type="alphaLcParenR"/>
            </a:pPr>
            <a:r>
              <a:rPr lang="en-AU" dirty="0"/>
              <a:t>Number of active EDRMS SharePoint sites for Department, RM, office</a:t>
            </a:r>
          </a:p>
          <a:p>
            <a:pPr marL="1257300" lvl="0" indent="-514350">
              <a:spcBef>
                <a:spcPts val="600"/>
              </a:spcBef>
              <a:buFont typeface="+mj-lt"/>
              <a:buAutoNum type="alphaLcParenR"/>
            </a:pPr>
            <a:r>
              <a:rPr lang="en-AU" dirty="0"/>
              <a:t>Number of active EDRMS SharePoint sites for </a:t>
            </a:r>
            <a:r>
              <a:rPr lang="en-AU" dirty="0" err="1"/>
              <a:t>Nonsovereign</a:t>
            </a:r>
            <a:r>
              <a:rPr lang="en-AU" dirty="0"/>
              <a:t> projects</a:t>
            </a:r>
          </a:p>
          <a:p>
            <a:pPr marL="1257300" lvl="0" indent="-514350">
              <a:spcBef>
                <a:spcPts val="600"/>
              </a:spcBef>
              <a:buFont typeface="+mj-lt"/>
              <a:buAutoNum type="alphaLcParenR"/>
            </a:pPr>
            <a:r>
              <a:rPr lang="en-AU" dirty="0"/>
              <a:t>Number of active EDRMS SharePoint sites for Sovereign projects</a:t>
            </a:r>
          </a:p>
          <a:p>
            <a:pPr marL="1257300" lvl="0" indent="-514350">
              <a:spcBef>
                <a:spcPts val="600"/>
              </a:spcBef>
              <a:buFont typeface="+mj-lt"/>
              <a:buAutoNum type="alphaLcParenR"/>
            </a:pPr>
            <a:r>
              <a:rPr lang="en-AU" dirty="0"/>
              <a:t>Total number of EDRMS users</a:t>
            </a:r>
          </a:p>
          <a:p>
            <a:pPr marL="1257300" lvl="0" indent="-514350">
              <a:spcBef>
                <a:spcPts val="600"/>
              </a:spcBef>
              <a:buFont typeface="+mj-lt"/>
              <a:buAutoNum type="alphaLcParenR"/>
            </a:pPr>
            <a:r>
              <a:rPr lang="en-AU" dirty="0"/>
              <a:t>Total number of documents in EDRMS</a:t>
            </a:r>
          </a:p>
          <a:p>
            <a:pPr marL="1257300" lvl="0" indent="-514350">
              <a:spcBef>
                <a:spcPts val="600"/>
              </a:spcBef>
              <a:buFont typeface="+mj-lt"/>
              <a:buAutoNum type="alphaLcParenR"/>
            </a:pPr>
            <a:r>
              <a:rPr lang="en-AU" dirty="0"/>
              <a:t>Total number of records declared in EDRMS</a:t>
            </a:r>
          </a:p>
          <a:p>
            <a:pPr marL="1257300" lvl="0" indent="-514350">
              <a:spcBef>
                <a:spcPts val="600"/>
              </a:spcBef>
              <a:buFont typeface="+mj-lt"/>
              <a:buAutoNum type="alphaLcParenR"/>
            </a:pPr>
            <a:r>
              <a:rPr lang="en-AU" dirty="0"/>
              <a:t>Total number of physical counterparts identified</a:t>
            </a:r>
          </a:p>
        </p:txBody>
      </p:sp>
      <p:sp>
        <p:nvSpPr>
          <p:cNvPr id="4" name="Slide Number Placeholder 3">
            <a:extLst>
              <a:ext uri="{FF2B5EF4-FFF2-40B4-BE49-F238E27FC236}">
                <a16:creationId xmlns:a16="http://schemas.microsoft.com/office/drawing/2014/main" id="{51BAD43D-FCF3-1BCB-1F82-F3069C20197D}"/>
              </a:ext>
            </a:extLst>
          </p:cNvPr>
          <p:cNvSpPr>
            <a:spLocks noGrp="1"/>
          </p:cNvSpPr>
          <p:nvPr>
            <p:ph type="sldNum" sz="quarter" idx="12"/>
          </p:nvPr>
        </p:nvSpPr>
        <p:spPr/>
        <p:txBody>
          <a:bodyPr/>
          <a:lstStyle/>
          <a:p>
            <a:fld id="{C7FDEC95-032C-4F4A-AE8A-E8BF2DA06372}" type="slidenum">
              <a:rPr lang="en-US" smtClean="0"/>
              <a:t>15</a:t>
            </a:fld>
            <a:endParaRPr lang="en-US"/>
          </a:p>
        </p:txBody>
      </p:sp>
    </p:spTree>
    <p:extLst>
      <p:ext uri="{BB962C8B-B14F-4D97-AF65-F5344CB8AC3E}">
        <p14:creationId xmlns:p14="http://schemas.microsoft.com/office/powerpoint/2010/main" val="1759773331"/>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C450F-1875-387C-FEE0-DDB5A2679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74D452-DABD-5963-AC69-FB1D9FFBC1E5}"/>
              </a:ext>
            </a:extLst>
          </p:cNvPr>
          <p:cNvSpPr>
            <a:spLocks noGrp="1"/>
          </p:cNvSpPr>
          <p:nvPr>
            <p:ph type="title"/>
          </p:nvPr>
        </p:nvSpPr>
        <p:spPr/>
        <p:txBody>
          <a:bodyPr/>
          <a:lstStyle/>
          <a:p>
            <a:r>
              <a:rPr lang="en-AU" dirty="0"/>
              <a:t>EDRMS Bank-wide oversights</a:t>
            </a:r>
          </a:p>
        </p:txBody>
      </p:sp>
      <p:sp>
        <p:nvSpPr>
          <p:cNvPr id="3" name="Content Placeholder 2">
            <a:extLst>
              <a:ext uri="{FF2B5EF4-FFF2-40B4-BE49-F238E27FC236}">
                <a16:creationId xmlns:a16="http://schemas.microsoft.com/office/drawing/2014/main" id="{8C5832F0-7861-73E3-D6DA-1F58673AC2C0}"/>
              </a:ext>
            </a:extLst>
          </p:cNvPr>
          <p:cNvSpPr>
            <a:spLocks noGrp="1"/>
          </p:cNvSpPr>
          <p:nvPr>
            <p:ph idx="1"/>
          </p:nvPr>
        </p:nvSpPr>
        <p:spPr/>
        <p:txBody>
          <a:bodyPr>
            <a:normAutofit/>
          </a:bodyPr>
          <a:lstStyle/>
          <a:p>
            <a:pPr marL="914400" lvl="1" indent="-457200">
              <a:buFont typeface="+mj-lt"/>
              <a:buAutoNum type="arabicPeriod" startAt="2"/>
            </a:pPr>
            <a:r>
              <a:rPr lang="en-AU" dirty="0"/>
              <a:t>Overview of EDRMS sites</a:t>
            </a:r>
          </a:p>
        </p:txBody>
      </p:sp>
      <p:sp>
        <p:nvSpPr>
          <p:cNvPr id="4" name="Slide Number Placeholder 3">
            <a:extLst>
              <a:ext uri="{FF2B5EF4-FFF2-40B4-BE49-F238E27FC236}">
                <a16:creationId xmlns:a16="http://schemas.microsoft.com/office/drawing/2014/main" id="{EB46C978-A38E-6DE2-284F-82593051CCF7}"/>
              </a:ext>
            </a:extLst>
          </p:cNvPr>
          <p:cNvSpPr>
            <a:spLocks noGrp="1"/>
          </p:cNvSpPr>
          <p:nvPr>
            <p:ph type="sldNum" sz="quarter" idx="12"/>
          </p:nvPr>
        </p:nvSpPr>
        <p:spPr/>
        <p:txBody>
          <a:bodyPr/>
          <a:lstStyle/>
          <a:p>
            <a:fld id="{C7FDEC95-032C-4F4A-AE8A-E8BF2DA06372}" type="slidenum">
              <a:rPr lang="en-US" smtClean="0"/>
              <a:t>16</a:t>
            </a:fld>
            <a:endParaRPr lang="en-US"/>
          </a:p>
        </p:txBody>
      </p:sp>
      <p:graphicFrame>
        <p:nvGraphicFramePr>
          <p:cNvPr id="6" name="Table 5">
            <a:extLst>
              <a:ext uri="{FF2B5EF4-FFF2-40B4-BE49-F238E27FC236}">
                <a16:creationId xmlns:a16="http://schemas.microsoft.com/office/drawing/2014/main" id="{7D3C94CE-950E-8A75-E5D7-6B9637872601}"/>
              </a:ext>
            </a:extLst>
          </p:cNvPr>
          <p:cNvGraphicFramePr>
            <a:graphicFrameLocks noGrp="1"/>
          </p:cNvGraphicFramePr>
          <p:nvPr>
            <p:extLst>
              <p:ext uri="{D42A27DB-BD31-4B8C-83A1-F6EECF244321}">
                <p14:modId xmlns:p14="http://schemas.microsoft.com/office/powerpoint/2010/main" val="2038147625"/>
              </p:ext>
            </p:extLst>
          </p:nvPr>
        </p:nvGraphicFramePr>
        <p:xfrm>
          <a:off x="739139" y="2466625"/>
          <a:ext cx="11090909" cy="2701731"/>
        </p:xfrm>
        <a:graphic>
          <a:graphicData uri="http://schemas.openxmlformats.org/drawingml/2006/table">
            <a:tbl>
              <a:tblPr firstRow="1" firstCol="1" bandRow="1">
                <a:tableStyleId>{5C22544A-7EE6-4342-B048-85BDC9FD1C3A}</a:tableStyleId>
              </a:tblPr>
              <a:tblGrid>
                <a:gridCol w="3185892">
                  <a:extLst>
                    <a:ext uri="{9D8B030D-6E8A-4147-A177-3AD203B41FA5}">
                      <a16:colId xmlns:a16="http://schemas.microsoft.com/office/drawing/2014/main" val="384871762"/>
                    </a:ext>
                  </a:extLst>
                </a:gridCol>
                <a:gridCol w="1963191">
                  <a:extLst>
                    <a:ext uri="{9D8B030D-6E8A-4147-A177-3AD203B41FA5}">
                      <a16:colId xmlns:a16="http://schemas.microsoft.com/office/drawing/2014/main" val="591196838"/>
                    </a:ext>
                  </a:extLst>
                </a:gridCol>
                <a:gridCol w="2024401">
                  <a:extLst>
                    <a:ext uri="{9D8B030D-6E8A-4147-A177-3AD203B41FA5}">
                      <a16:colId xmlns:a16="http://schemas.microsoft.com/office/drawing/2014/main" val="2434974568"/>
                    </a:ext>
                  </a:extLst>
                </a:gridCol>
                <a:gridCol w="1649679">
                  <a:extLst>
                    <a:ext uri="{9D8B030D-6E8A-4147-A177-3AD203B41FA5}">
                      <a16:colId xmlns:a16="http://schemas.microsoft.com/office/drawing/2014/main" val="1168279934"/>
                    </a:ext>
                  </a:extLst>
                </a:gridCol>
                <a:gridCol w="2267746">
                  <a:extLst>
                    <a:ext uri="{9D8B030D-6E8A-4147-A177-3AD203B41FA5}">
                      <a16:colId xmlns:a16="http://schemas.microsoft.com/office/drawing/2014/main" val="2280140058"/>
                    </a:ext>
                  </a:extLst>
                </a:gridCol>
              </a:tblGrid>
              <a:tr h="707833">
                <a:tc>
                  <a:txBody>
                    <a:bodyPr/>
                    <a:lstStyle/>
                    <a:p>
                      <a:pPr>
                        <a:lnSpc>
                          <a:spcPct val="107000"/>
                        </a:lnSpc>
                        <a:spcAft>
                          <a:spcPts val="800"/>
                        </a:spcAft>
                        <a:buNone/>
                      </a:pPr>
                      <a:r>
                        <a:rPr lang="en-AU" sz="1600" kern="100" dirty="0">
                          <a:effectLst/>
                        </a:rPr>
                        <a:t>Department / office / RM</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rPr>
                        <a:t>Number of EDRMS SharePoint sites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rPr>
                        <a:t>Total 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rPr>
                        <a:t>Total 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rPr>
                        <a:t>Total 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extLst>
                  <a:ext uri="{0D108BD9-81ED-4DB2-BD59-A6C34878D82A}">
                    <a16:rowId xmlns:a16="http://schemas.microsoft.com/office/drawing/2014/main" val="1414282666"/>
                  </a:ext>
                </a:extLst>
              </a:tr>
              <a:tr h="692690">
                <a:tc>
                  <a:txBody>
                    <a:bodyPr/>
                    <a:lstStyle/>
                    <a:p>
                      <a:pPr>
                        <a:lnSpc>
                          <a:spcPct val="107000"/>
                        </a:lnSpc>
                        <a:spcAft>
                          <a:spcPts val="800"/>
                        </a:spcAft>
                        <a:buNone/>
                      </a:pPr>
                      <a:r>
                        <a:rPr lang="en-AU" sz="1600" kern="100" dirty="0">
                          <a:solidFill>
                            <a:schemeClr val="tx1"/>
                          </a:solidFill>
                          <a:effectLst/>
                        </a:rPr>
                        <a:t>Alphabetical list of all Departments, offices, </a:t>
                      </a:r>
                      <a:r>
                        <a:rPr lang="en-AU" sz="1600" kern="100" dirty="0" err="1">
                          <a:solidFill>
                            <a:schemeClr val="tx1"/>
                          </a:solidFill>
                          <a:effectLst/>
                        </a:rPr>
                        <a:t>RMs.</a:t>
                      </a: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extLst>
                  <a:ext uri="{0D108BD9-81ED-4DB2-BD59-A6C34878D82A}">
                    <a16:rowId xmlns:a16="http://schemas.microsoft.com/office/drawing/2014/main" val="3176347642"/>
                  </a:ext>
                </a:extLst>
              </a:tr>
              <a:tr h="617946">
                <a:tc>
                  <a:txBody>
                    <a:bodyPr/>
                    <a:lstStyle/>
                    <a:p>
                      <a:pPr>
                        <a:lnSpc>
                          <a:spcPct val="107000"/>
                        </a:lnSpc>
                        <a:spcAft>
                          <a:spcPts val="800"/>
                        </a:spcAft>
                        <a:buNone/>
                      </a:pPr>
                      <a:r>
                        <a:rPr lang="en-AU" sz="1600" kern="100" dirty="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Nonsovereign</a:t>
                      </a: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projects</a:t>
                      </a: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extLst>
                  <a:ext uri="{0D108BD9-81ED-4DB2-BD59-A6C34878D82A}">
                    <a16:rowId xmlns:a16="http://schemas.microsoft.com/office/drawing/2014/main" val="1128591595"/>
                  </a:ext>
                </a:extLst>
              </a:tr>
              <a:tr h="617220">
                <a:tc>
                  <a:txBody>
                    <a:body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Sovereign projects</a:t>
                      </a: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extLst>
                  <a:ext uri="{0D108BD9-81ED-4DB2-BD59-A6C34878D82A}">
                    <a16:rowId xmlns:a16="http://schemas.microsoft.com/office/drawing/2014/main" val="668771723"/>
                  </a:ext>
                </a:extLst>
              </a:tr>
            </a:tbl>
          </a:graphicData>
        </a:graphic>
      </p:graphicFrame>
      <p:sp>
        <p:nvSpPr>
          <p:cNvPr id="10" name="TextBox 9">
            <a:extLst>
              <a:ext uri="{FF2B5EF4-FFF2-40B4-BE49-F238E27FC236}">
                <a16:creationId xmlns:a16="http://schemas.microsoft.com/office/drawing/2014/main" id="{5F00F057-5D95-25FE-E869-ACB6DC0AD47D}"/>
              </a:ext>
            </a:extLst>
          </p:cNvPr>
          <p:cNvSpPr txBox="1"/>
          <p:nvPr/>
        </p:nvSpPr>
        <p:spPr>
          <a:xfrm>
            <a:off x="677226" y="5168356"/>
            <a:ext cx="11214733" cy="830997"/>
          </a:xfrm>
          <a:prstGeom prst="rect">
            <a:avLst/>
          </a:prstGeom>
          <a:noFill/>
        </p:spPr>
        <p:txBody>
          <a:bodyPr wrap="square">
            <a:spAutoFit/>
          </a:bodyPr>
          <a:lstStyle/>
          <a:p>
            <a:r>
              <a:rPr lang="en-AU" sz="1600" i="1" dirty="0">
                <a:effectLst/>
                <a:latin typeface="Aptos" panose="020B0004020202020204" pitchFamily="34" charset="0"/>
                <a:ea typeface="Aptos" panose="020B0004020202020204" pitchFamily="34" charset="0"/>
                <a:cs typeface="Times New Roman" panose="02020603050405020304" pitchFamily="18" charset="0"/>
              </a:rPr>
              <a:t>Note: Each department/office/RM name should be clickable so that when you click on the name, it opens the Dashboard for that department/office/RM</a:t>
            </a:r>
            <a:r>
              <a:rPr lang="en-AU" sz="1100" i="1" dirty="0">
                <a:effectLst/>
                <a:latin typeface="Aptos" panose="020B0004020202020204" pitchFamily="34" charset="0"/>
                <a:ea typeface="Aptos" panose="020B0004020202020204" pitchFamily="34" charset="0"/>
                <a:cs typeface="Times New Roman" panose="02020603050405020304" pitchFamily="18" charset="0"/>
              </a:rPr>
              <a:t>. </a:t>
            </a:r>
            <a:r>
              <a:rPr lang="en-AU" sz="1600" i="1" dirty="0">
                <a:effectLst/>
                <a:latin typeface="Aptos" panose="020B0004020202020204" pitchFamily="34" charset="0"/>
                <a:ea typeface="Aptos" panose="020B0004020202020204" pitchFamily="34" charset="0"/>
                <a:cs typeface="Times New Roman" panose="02020603050405020304" pitchFamily="18" charset="0"/>
              </a:rPr>
              <a:t>The </a:t>
            </a:r>
            <a:r>
              <a:rPr lang="en-AU" sz="1600" i="1" dirty="0" err="1">
                <a:effectLst/>
                <a:latin typeface="Aptos" panose="020B0004020202020204" pitchFamily="34" charset="0"/>
                <a:ea typeface="Aptos" panose="020B0004020202020204" pitchFamily="34" charset="0"/>
                <a:cs typeface="Times New Roman" panose="02020603050405020304" pitchFamily="18" charset="0"/>
              </a:rPr>
              <a:t>Nonsovereign</a:t>
            </a:r>
            <a:r>
              <a:rPr lang="en-AU" sz="1600" i="1" dirty="0">
                <a:effectLst/>
                <a:latin typeface="Aptos" panose="020B0004020202020204" pitchFamily="34" charset="0"/>
                <a:ea typeface="Aptos" panose="020B0004020202020204" pitchFamily="34" charset="0"/>
                <a:cs typeface="Times New Roman" panose="02020603050405020304" pitchFamily="18" charset="0"/>
              </a:rPr>
              <a:t> projects / sovereign projects should also be clickable, taking the user to Project insights.</a:t>
            </a:r>
            <a:endParaRPr lang="en-AU" sz="1600" i="1" dirty="0"/>
          </a:p>
        </p:txBody>
      </p:sp>
    </p:spTree>
    <p:extLst>
      <p:ext uri="{BB962C8B-B14F-4D97-AF65-F5344CB8AC3E}">
        <p14:creationId xmlns:p14="http://schemas.microsoft.com/office/powerpoint/2010/main" val="3762201276"/>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B6CB9-B334-92D8-510D-349F3DB38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FD5B6-8300-D3B6-A06E-E7990CC8D89A}"/>
              </a:ext>
            </a:extLst>
          </p:cNvPr>
          <p:cNvSpPr>
            <a:spLocks noGrp="1"/>
          </p:cNvSpPr>
          <p:nvPr>
            <p:ph type="title"/>
          </p:nvPr>
        </p:nvSpPr>
        <p:spPr/>
        <p:txBody>
          <a:bodyPr/>
          <a:lstStyle/>
          <a:p>
            <a:r>
              <a:rPr lang="en-AU" dirty="0"/>
              <a:t>EDRMS Bank-wide oversights</a:t>
            </a:r>
          </a:p>
        </p:txBody>
      </p:sp>
      <p:sp>
        <p:nvSpPr>
          <p:cNvPr id="3" name="Content Placeholder 2">
            <a:extLst>
              <a:ext uri="{FF2B5EF4-FFF2-40B4-BE49-F238E27FC236}">
                <a16:creationId xmlns:a16="http://schemas.microsoft.com/office/drawing/2014/main" id="{8ECA451A-BC7A-CEF9-52A2-0A8BE455088C}"/>
              </a:ext>
            </a:extLst>
          </p:cNvPr>
          <p:cNvSpPr>
            <a:spLocks noGrp="1"/>
          </p:cNvSpPr>
          <p:nvPr>
            <p:ph idx="1"/>
          </p:nvPr>
        </p:nvSpPr>
        <p:spPr>
          <a:xfrm>
            <a:off x="453390" y="1639887"/>
            <a:ext cx="10515600" cy="4351338"/>
          </a:xfrm>
        </p:spPr>
        <p:txBody>
          <a:bodyPr>
            <a:normAutofit/>
          </a:bodyPr>
          <a:lstStyle/>
          <a:p>
            <a:pPr marL="914400" lvl="1" indent="-457200">
              <a:buFont typeface="+mj-lt"/>
              <a:buAutoNum type="arabicPeriod" startAt="3"/>
            </a:pPr>
            <a:r>
              <a:rPr lang="en-AU" dirty="0"/>
              <a:t>Comparison</a:t>
            </a:r>
          </a:p>
        </p:txBody>
      </p:sp>
      <p:sp>
        <p:nvSpPr>
          <p:cNvPr id="4" name="Slide Number Placeholder 3">
            <a:extLst>
              <a:ext uri="{FF2B5EF4-FFF2-40B4-BE49-F238E27FC236}">
                <a16:creationId xmlns:a16="http://schemas.microsoft.com/office/drawing/2014/main" id="{B008CED3-D35E-1C67-B1F8-92ED4450AAB3}"/>
              </a:ext>
            </a:extLst>
          </p:cNvPr>
          <p:cNvSpPr>
            <a:spLocks noGrp="1"/>
          </p:cNvSpPr>
          <p:nvPr>
            <p:ph type="sldNum" sz="quarter" idx="12"/>
          </p:nvPr>
        </p:nvSpPr>
        <p:spPr/>
        <p:txBody>
          <a:bodyPr/>
          <a:lstStyle/>
          <a:p>
            <a:fld id="{C7FDEC95-032C-4F4A-AE8A-E8BF2DA06372}" type="slidenum">
              <a:rPr lang="en-US" smtClean="0"/>
              <a:t>17</a:t>
            </a:fld>
            <a:endParaRPr lang="en-US"/>
          </a:p>
        </p:txBody>
      </p:sp>
      <p:pic>
        <p:nvPicPr>
          <p:cNvPr id="9" name="Picture 8">
            <a:extLst>
              <a:ext uri="{FF2B5EF4-FFF2-40B4-BE49-F238E27FC236}">
                <a16:creationId xmlns:a16="http://schemas.microsoft.com/office/drawing/2014/main" id="{0F92CF1A-C897-CEFB-7E0A-E906FA1CE5B5}"/>
              </a:ext>
            </a:extLst>
          </p:cNvPr>
          <p:cNvPicPr>
            <a:picLocks noChangeAspect="1"/>
          </p:cNvPicPr>
          <p:nvPr/>
        </p:nvPicPr>
        <p:blipFill>
          <a:blip r:embed="rId2"/>
          <a:stretch>
            <a:fillRect/>
          </a:stretch>
        </p:blipFill>
        <p:spPr>
          <a:xfrm>
            <a:off x="838200" y="2196223"/>
            <a:ext cx="8407832" cy="3238666"/>
          </a:xfrm>
          <a:prstGeom prst="rect">
            <a:avLst/>
          </a:prstGeom>
        </p:spPr>
      </p:pic>
      <p:sp>
        <p:nvSpPr>
          <p:cNvPr id="12" name="Callout: Line 11">
            <a:extLst>
              <a:ext uri="{FF2B5EF4-FFF2-40B4-BE49-F238E27FC236}">
                <a16:creationId xmlns:a16="http://schemas.microsoft.com/office/drawing/2014/main" id="{0ED59A4F-702E-5713-EBFA-C12737EC8686}"/>
              </a:ext>
            </a:extLst>
          </p:cNvPr>
          <p:cNvSpPr/>
          <p:nvPr/>
        </p:nvSpPr>
        <p:spPr>
          <a:xfrm>
            <a:off x="8230454" y="5218845"/>
            <a:ext cx="2930941" cy="432088"/>
          </a:xfrm>
          <a:prstGeom prst="borderCallout1">
            <a:avLst>
              <a:gd name="adj1" fmla="val -2505"/>
              <a:gd name="adj2" fmla="val 190"/>
              <a:gd name="adj3" fmla="val -49972"/>
              <a:gd name="adj4" fmla="val 26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See comments on slide 6 </a:t>
            </a:r>
          </a:p>
        </p:txBody>
      </p:sp>
      <p:sp>
        <p:nvSpPr>
          <p:cNvPr id="6" name="TextBox 5">
            <a:extLst>
              <a:ext uri="{FF2B5EF4-FFF2-40B4-BE49-F238E27FC236}">
                <a16:creationId xmlns:a16="http://schemas.microsoft.com/office/drawing/2014/main" id="{93047FF7-6658-854F-FD4C-F643F7ED9729}"/>
              </a:ext>
            </a:extLst>
          </p:cNvPr>
          <p:cNvSpPr txBox="1"/>
          <p:nvPr/>
        </p:nvSpPr>
        <p:spPr>
          <a:xfrm>
            <a:off x="2636042" y="5411771"/>
            <a:ext cx="5875974" cy="1077218"/>
          </a:xfrm>
          <a:prstGeom prst="rect">
            <a:avLst/>
          </a:prstGeom>
          <a:noFill/>
        </p:spPr>
        <p:txBody>
          <a:bodyPr wrap="square">
            <a:spAutoFit/>
          </a:bodyPr>
          <a:lstStyle/>
          <a:p>
            <a:r>
              <a:rPr lang="en-AU" sz="1600" i="1" dirty="0">
                <a:effectLst/>
                <a:latin typeface="Aptos" panose="020B0004020202020204" pitchFamily="34" charset="0"/>
                <a:ea typeface="Aptos" panose="020B0004020202020204" pitchFamily="34" charset="0"/>
                <a:cs typeface="Times New Roman" panose="02020603050405020304" pitchFamily="18" charset="0"/>
              </a:rPr>
              <a:t>Note: Required comparisons:</a:t>
            </a:r>
          </a:p>
          <a:p>
            <a:pPr marL="342900" indent="-342900">
              <a:buAutoNum type="arabicPeriod"/>
            </a:pPr>
            <a:r>
              <a:rPr lang="en-AU" sz="1600" i="1" dirty="0">
                <a:latin typeface="Aptos" panose="020B0004020202020204" pitchFamily="34" charset="0"/>
                <a:cs typeface="Times New Roman" panose="02020603050405020304" pitchFamily="18" charset="0"/>
              </a:rPr>
              <a:t>Active users / number of documents</a:t>
            </a:r>
          </a:p>
          <a:p>
            <a:pPr marL="342900" indent="-342900">
              <a:buAutoNum type="arabicPeriod"/>
            </a:pPr>
            <a:r>
              <a:rPr lang="en-AU" sz="1600" i="1" dirty="0">
                <a:latin typeface="Aptos" panose="020B0004020202020204" pitchFamily="34" charset="0"/>
                <a:cs typeface="Times New Roman" panose="02020603050405020304" pitchFamily="18" charset="0"/>
              </a:rPr>
              <a:t>Active users  / number of records declared</a:t>
            </a:r>
          </a:p>
          <a:p>
            <a:pPr marL="342900" indent="-342900">
              <a:buAutoNum type="arabicPeriod"/>
            </a:pPr>
            <a:r>
              <a:rPr lang="en-AU" sz="1600" i="1" dirty="0">
                <a:latin typeface="Aptos" panose="020B0004020202020204" pitchFamily="34" charset="0"/>
                <a:cs typeface="Times New Roman" panose="02020603050405020304" pitchFamily="18" charset="0"/>
              </a:rPr>
              <a:t>Number of documents / number of records declared.</a:t>
            </a:r>
          </a:p>
        </p:txBody>
      </p:sp>
    </p:spTree>
    <p:extLst>
      <p:ext uri="{BB962C8B-B14F-4D97-AF65-F5344CB8AC3E}">
        <p14:creationId xmlns:p14="http://schemas.microsoft.com/office/powerpoint/2010/main" val="1247489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5C535-C957-97B5-B670-BEAB6A486E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C00105-41C7-F0D3-DAA5-996FB417AB36}"/>
              </a:ext>
            </a:extLst>
          </p:cNvPr>
          <p:cNvSpPr>
            <a:spLocks noGrp="1"/>
          </p:cNvSpPr>
          <p:nvPr>
            <p:ph type="title"/>
          </p:nvPr>
        </p:nvSpPr>
        <p:spPr/>
        <p:txBody>
          <a:bodyPr/>
          <a:lstStyle/>
          <a:p>
            <a:r>
              <a:rPr lang="en-AU" dirty="0"/>
              <a:t>EDRMS Bank-wide oversights</a:t>
            </a:r>
          </a:p>
        </p:txBody>
      </p:sp>
      <p:sp>
        <p:nvSpPr>
          <p:cNvPr id="3" name="Content Placeholder 2">
            <a:extLst>
              <a:ext uri="{FF2B5EF4-FFF2-40B4-BE49-F238E27FC236}">
                <a16:creationId xmlns:a16="http://schemas.microsoft.com/office/drawing/2014/main" id="{14951ECC-33CF-4FEE-3145-E69AB472FDF9}"/>
              </a:ext>
            </a:extLst>
          </p:cNvPr>
          <p:cNvSpPr>
            <a:spLocks noGrp="1"/>
          </p:cNvSpPr>
          <p:nvPr>
            <p:ph idx="1"/>
          </p:nvPr>
        </p:nvSpPr>
        <p:spPr>
          <a:xfrm>
            <a:off x="453390" y="1639887"/>
            <a:ext cx="10515600" cy="4351338"/>
          </a:xfrm>
        </p:spPr>
        <p:txBody>
          <a:bodyPr>
            <a:normAutofit/>
          </a:bodyPr>
          <a:lstStyle/>
          <a:p>
            <a:pPr marL="457200" lvl="1" indent="0">
              <a:buNone/>
            </a:pPr>
            <a:r>
              <a:rPr lang="en-AU" dirty="0"/>
              <a:t>4. </a:t>
            </a:r>
            <a:r>
              <a:rPr lang="en-AU" dirty="0" err="1"/>
              <a:t>Bankwide</a:t>
            </a:r>
            <a:r>
              <a:rPr lang="en-AU" dirty="0"/>
              <a:t> record declaration trend</a:t>
            </a:r>
          </a:p>
        </p:txBody>
      </p:sp>
      <p:sp>
        <p:nvSpPr>
          <p:cNvPr id="4" name="Slide Number Placeholder 3">
            <a:extLst>
              <a:ext uri="{FF2B5EF4-FFF2-40B4-BE49-F238E27FC236}">
                <a16:creationId xmlns:a16="http://schemas.microsoft.com/office/drawing/2014/main" id="{6D01FE75-5DE2-C54A-78C6-4A50D0B5C469}"/>
              </a:ext>
            </a:extLst>
          </p:cNvPr>
          <p:cNvSpPr>
            <a:spLocks noGrp="1"/>
          </p:cNvSpPr>
          <p:nvPr>
            <p:ph type="sldNum" sz="quarter" idx="12"/>
          </p:nvPr>
        </p:nvSpPr>
        <p:spPr/>
        <p:txBody>
          <a:bodyPr/>
          <a:lstStyle/>
          <a:p>
            <a:fld id="{C7FDEC95-032C-4F4A-AE8A-E8BF2DA06372}" type="slidenum">
              <a:rPr lang="en-US" smtClean="0"/>
              <a:t>18</a:t>
            </a:fld>
            <a:endParaRPr lang="en-US"/>
          </a:p>
        </p:txBody>
      </p:sp>
      <p:pic>
        <p:nvPicPr>
          <p:cNvPr id="7" name="Picture 6">
            <a:extLst>
              <a:ext uri="{FF2B5EF4-FFF2-40B4-BE49-F238E27FC236}">
                <a16:creationId xmlns:a16="http://schemas.microsoft.com/office/drawing/2014/main" id="{346E7361-22D7-A728-69C6-17B4F4270ED2}"/>
              </a:ext>
            </a:extLst>
          </p:cNvPr>
          <p:cNvPicPr>
            <a:picLocks noChangeAspect="1"/>
          </p:cNvPicPr>
          <p:nvPr/>
        </p:nvPicPr>
        <p:blipFill>
          <a:blip r:embed="rId2"/>
          <a:stretch>
            <a:fillRect/>
          </a:stretch>
        </p:blipFill>
        <p:spPr>
          <a:xfrm>
            <a:off x="990446" y="2184278"/>
            <a:ext cx="8877454" cy="2489444"/>
          </a:xfrm>
          <a:prstGeom prst="rect">
            <a:avLst/>
          </a:prstGeom>
        </p:spPr>
      </p:pic>
    </p:spTree>
    <p:extLst>
      <p:ext uri="{BB962C8B-B14F-4D97-AF65-F5344CB8AC3E}">
        <p14:creationId xmlns:p14="http://schemas.microsoft.com/office/powerpoint/2010/main" val="2247410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CEEBF-4166-2A04-4DE2-2D9D35FFA1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B21363-4C52-44F4-A574-C489622C9103}"/>
              </a:ext>
            </a:extLst>
          </p:cNvPr>
          <p:cNvSpPr>
            <a:spLocks noGrp="1"/>
          </p:cNvSpPr>
          <p:nvPr>
            <p:ph type="title"/>
          </p:nvPr>
        </p:nvSpPr>
        <p:spPr/>
        <p:txBody>
          <a:bodyPr/>
          <a:lstStyle/>
          <a:p>
            <a:r>
              <a:rPr lang="en-AU" dirty="0"/>
              <a:t>EDRMS Department insights</a:t>
            </a:r>
          </a:p>
        </p:txBody>
      </p:sp>
      <p:sp>
        <p:nvSpPr>
          <p:cNvPr id="3" name="Content Placeholder 2">
            <a:extLst>
              <a:ext uri="{FF2B5EF4-FFF2-40B4-BE49-F238E27FC236}">
                <a16:creationId xmlns:a16="http://schemas.microsoft.com/office/drawing/2014/main" id="{91C30130-9CD6-FC11-9D4E-39A863D538E4}"/>
              </a:ext>
            </a:extLst>
          </p:cNvPr>
          <p:cNvSpPr>
            <a:spLocks noGrp="1"/>
          </p:cNvSpPr>
          <p:nvPr>
            <p:ph idx="1"/>
          </p:nvPr>
        </p:nvSpPr>
        <p:spPr/>
        <p:txBody>
          <a:bodyPr>
            <a:normAutofit/>
          </a:bodyPr>
          <a:lstStyle/>
          <a:p>
            <a:pPr marL="514350" indent="-514350">
              <a:buAutoNum type="arabicPeriod"/>
            </a:pPr>
            <a:r>
              <a:rPr lang="en-AU" u="sng" dirty="0"/>
              <a:t>Top panel stats:</a:t>
            </a:r>
          </a:p>
          <a:p>
            <a:pPr marL="1257300" lvl="0" indent="-514350">
              <a:buFont typeface="+mj-lt"/>
              <a:buAutoNum type="alphaLcParenR"/>
            </a:pPr>
            <a:r>
              <a:rPr lang="en-AU" dirty="0"/>
              <a:t>Go-Live date</a:t>
            </a:r>
          </a:p>
          <a:p>
            <a:pPr marL="1257300" lvl="0" indent="-514350">
              <a:buFont typeface="+mj-lt"/>
              <a:buAutoNum type="alphaLcParenR"/>
            </a:pPr>
            <a:r>
              <a:rPr lang="en-AU" dirty="0"/>
              <a:t>Total number of sites</a:t>
            </a:r>
          </a:p>
          <a:p>
            <a:pPr marL="1257300" lvl="0" indent="-514350">
              <a:buFont typeface="+mj-lt"/>
              <a:buAutoNum type="alphaLcParenR"/>
            </a:pPr>
            <a:r>
              <a:rPr lang="en-AU" dirty="0"/>
              <a:t>Total number of EDRMS users</a:t>
            </a:r>
          </a:p>
          <a:p>
            <a:pPr marL="1257300" lvl="0" indent="-514350">
              <a:buFont typeface="+mj-lt"/>
              <a:buAutoNum type="alphaLcParenR"/>
            </a:pPr>
            <a:r>
              <a:rPr lang="en-AU" dirty="0"/>
              <a:t>Total number of documents in EDRMS</a:t>
            </a:r>
          </a:p>
          <a:p>
            <a:pPr marL="1257300" lvl="0" indent="-514350">
              <a:buFont typeface="+mj-lt"/>
              <a:buAutoNum type="alphaLcParenR"/>
            </a:pPr>
            <a:r>
              <a:rPr lang="en-AU" dirty="0"/>
              <a:t>Total number of records declared in EDRMS</a:t>
            </a:r>
          </a:p>
          <a:p>
            <a:pPr marL="1257300" lvl="0" indent="-514350">
              <a:buFont typeface="+mj-lt"/>
              <a:buAutoNum type="alphaLcParenR"/>
            </a:pPr>
            <a:r>
              <a:rPr lang="en-AU" dirty="0"/>
              <a:t>Total number of physical counterparts identified</a:t>
            </a:r>
          </a:p>
          <a:p>
            <a:pPr marL="971550" lvl="1" indent="-514350">
              <a:buFont typeface="+mj-lt"/>
              <a:buAutoNum type="alphaLcParenR"/>
            </a:pPr>
            <a:endParaRPr lang="en-AU" dirty="0"/>
          </a:p>
        </p:txBody>
      </p:sp>
      <p:sp>
        <p:nvSpPr>
          <p:cNvPr id="4" name="Slide Number Placeholder 3">
            <a:extLst>
              <a:ext uri="{FF2B5EF4-FFF2-40B4-BE49-F238E27FC236}">
                <a16:creationId xmlns:a16="http://schemas.microsoft.com/office/drawing/2014/main" id="{F0305479-90B6-C0A7-CF9B-9D84F435240A}"/>
              </a:ext>
            </a:extLst>
          </p:cNvPr>
          <p:cNvSpPr>
            <a:spLocks noGrp="1"/>
          </p:cNvSpPr>
          <p:nvPr>
            <p:ph type="sldNum" sz="quarter" idx="12"/>
          </p:nvPr>
        </p:nvSpPr>
        <p:spPr/>
        <p:txBody>
          <a:bodyPr/>
          <a:lstStyle/>
          <a:p>
            <a:fld id="{C7FDEC95-032C-4F4A-AE8A-E8BF2DA06372}" type="slidenum">
              <a:rPr lang="en-US" smtClean="0"/>
              <a:t>19</a:t>
            </a:fld>
            <a:endParaRPr lang="en-US"/>
          </a:p>
        </p:txBody>
      </p:sp>
    </p:spTree>
    <p:extLst>
      <p:ext uri="{BB962C8B-B14F-4D97-AF65-F5344CB8AC3E}">
        <p14:creationId xmlns:p14="http://schemas.microsoft.com/office/powerpoint/2010/main" val="257844068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344CF-B9CD-FF64-E27B-7CBB0FB3A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0701A7-BD3E-A0DB-96C6-E095C9DDEBC7}"/>
              </a:ext>
            </a:extLst>
          </p:cNvPr>
          <p:cNvSpPr>
            <a:spLocks noGrp="1"/>
          </p:cNvSpPr>
          <p:nvPr>
            <p:ph type="title"/>
          </p:nvPr>
        </p:nvSpPr>
        <p:spPr/>
        <p:txBody>
          <a:bodyPr/>
          <a:lstStyle/>
          <a:p>
            <a:r>
              <a:rPr lang="en-AU" dirty="0"/>
              <a:t>EDRMS Department insights</a:t>
            </a:r>
          </a:p>
        </p:txBody>
      </p:sp>
      <p:sp>
        <p:nvSpPr>
          <p:cNvPr id="3" name="Content Placeholder 2">
            <a:extLst>
              <a:ext uri="{FF2B5EF4-FFF2-40B4-BE49-F238E27FC236}">
                <a16:creationId xmlns:a16="http://schemas.microsoft.com/office/drawing/2014/main" id="{BF003346-0452-4A2F-4766-1CD4568378E4}"/>
              </a:ext>
            </a:extLst>
          </p:cNvPr>
          <p:cNvSpPr>
            <a:spLocks noGrp="1"/>
          </p:cNvSpPr>
          <p:nvPr>
            <p:ph idx="1"/>
          </p:nvPr>
        </p:nvSpPr>
        <p:spPr/>
        <p:txBody>
          <a:bodyPr>
            <a:normAutofit/>
          </a:bodyPr>
          <a:lstStyle/>
          <a:p>
            <a:pPr marL="914400" lvl="1" indent="-457200">
              <a:buFont typeface="+mj-lt"/>
              <a:buAutoNum type="arabicPeriod" startAt="2"/>
            </a:pPr>
            <a:r>
              <a:rPr lang="en-AU" dirty="0"/>
              <a:t>Overview of EDRMS sites</a:t>
            </a:r>
          </a:p>
        </p:txBody>
      </p:sp>
      <p:sp>
        <p:nvSpPr>
          <p:cNvPr id="4" name="Slide Number Placeholder 3">
            <a:extLst>
              <a:ext uri="{FF2B5EF4-FFF2-40B4-BE49-F238E27FC236}">
                <a16:creationId xmlns:a16="http://schemas.microsoft.com/office/drawing/2014/main" id="{6B658BCF-73A4-D915-2A0B-5C4179BFFEA7}"/>
              </a:ext>
            </a:extLst>
          </p:cNvPr>
          <p:cNvSpPr>
            <a:spLocks noGrp="1"/>
          </p:cNvSpPr>
          <p:nvPr>
            <p:ph type="sldNum" sz="quarter" idx="12"/>
          </p:nvPr>
        </p:nvSpPr>
        <p:spPr/>
        <p:txBody>
          <a:bodyPr/>
          <a:lstStyle/>
          <a:p>
            <a:fld id="{C7FDEC95-032C-4F4A-AE8A-E8BF2DA06372}" type="slidenum">
              <a:rPr lang="en-US" smtClean="0"/>
              <a:t>20</a:t>
            </a:fld>
            <a:endParaRPr lang="en-US"/>
          </a:p>
        </p:txBody>
      </p:sp>
      <p:graphicFrame>
        <p:nvGraphicFramePr>
          <p:cNvPr id="6" name="Table 5">
            <a:extLst>
              <a:ext uri="{FF2B5EF4-FFF2-40B4-BE49-F238E27FC236}">
                <a16:creationId xmlns:a16="http://schemas.microsoft.com/office/drawing/2014/main" id="{8836F94A-F3BC-5A9A-619C-F5ADFDBA3DC7}"/>
              </a:ext>
            </a:extLst>
          </p:cNvPr>
          <p:cNvGraphicFramePr>
            <a:graphicFrameLocks noGrp="1"/>
          </p:cNvGraphicFramePr>
          <p:nvPr>
            <p:extLst>
              <p:ext uri="{D42A27DB-BD31-4B8C-83A1-F6EECF244321}">
                <p14:modId xmlns:p14="http://schemas.microsoft.com/office/powerpoint/2010/main" val="3919647537"/>
              </p:ext>
            </p:extLst>
          </p:nvPr>
        </p:nvGraphicFramePr>
        <p:xfrm>
          <a:off x="996314" y="2409475"/>
          <a:ext cx="9066509" cy="2701731"/>
        </p:xfrm>
        <a:graphic>
          <a:graphicData uri="http://schemas.openxmlformats.org/drawingml/2006/table">
            <a:tbl>
              <a:tblPr firstRow="1" firstCol="1" bandRow="1">
                <a:tableStyleId>{5C22544A-7EE6-4342-B048-85BDC9FD1C3A}</a:tableStyleId>
              </a:tblPr>
              <a:tblGrid>
                <a:gridCol w="2548462">
                  <a:extLst>
                    <a:ext uri="{9D8B030D-6E8A-4147-A177-3AD203B41FA5}">
                      <a16:colId xmlns:a16="http://schemas.microsoft.com/office/drawing/2014/main" val="384871762"/>
                    </a:ext>
                  </a:extLst>
                </a:gridCol>
                <a:gridCol w="1570398">
                  <a:extLst>
                    <a:ext uri="{9D8B030D-6E8A-4147-A177-3AD203B41FA5}">
                      <a16:colId xmlns:a16="http://schemas.microsoft.com/office/drawing/2014/main" val="591196838"/>
                    </a:ext>
                  </a:extLst>
                </a:gridCol>
                <a:gridCol w="1319613">
                  <a:extLst>
                    <a:ext uri="{9D8B030D-6E8A-4147-A177-3AD203B41FA5}">
                      <a16:colId xmlns:a16="http://schemas.microsoft.com/office/drawing/2014/main" val="1168279934"/>
                    </a:ext>
                  </a:extLst>
                </a:gridCol>
                <a:gridCol w="1814018">
                  <a:extLst>
                    <a:ext uri="{9D8B030D-6E8A-4147-A177-3AD203B41FA5}">
                      <a16:colId xmlns:a16="http://schemas.microsoft.com/office/drawing/2014/main" val="2280140058"/>
                    </a:ext>
                  </a:extLst>
                </a:gridCol>
                <a:gridCol w="1814018">
                  <a:extLst>
                    <a:ext uri="{9D8B030D-6E8A-4147-A177-3AD203B41FA5}">
                      <a16:colId xmlns:a16="http://schemas.microsoft.com/office/drawing/2014/main" val="96822938"/>
                    </a:ext>
                  </a:extLst>
                </a:gridCol>
              </a:tblGrid>
              <a:tr h="707833">
                <a:tc>
                  <a:txBody>
                    <a:bodyPr/>
                    <a:lstStyle/>
                    <a:p>
                      <a:pPr>
                        <a:lnSpc>
                          <a:spcPct val="107000"/>
                        </a:lnSpc>
                        <a:spcAft>
                          <a:spcPts val="800"/>
                        </a:spcAft>
                        <a:buNone/>
                      </a:pPr>
                      <a:r>
                        <a:rPr lang="en-AU" sz="1600" kern="100" dirty="0">
                          <a:effectLst/>
                        </a:rPr>
                        <a:t>Name of sites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rPr>
                        <a:t>Site owners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rPr>
                        <a:t>Number of records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physical counterparts</a:t>
                      </a:r>
                    </a:p>
                  </a:txBody>
                  <a:tcPr marL="68580" marR="68580" marT="0" marB="0">
                    <a:solidFill>
                      <a:schemeClr val="accent1"/>
                    </a:solidFill>
                  </a:tcPr>
                </a:tc>
                <a:extLst>
                  <a:ext uri="{0D108BD9-81ED-4DB2-BD59-A6C34878D82A}">
                    <a16:rowId xmlns:a16="http://schemas.microsoft.com/office/drawing/2014/main" val="1414282666"/>
                  </a:ext>
                </a:extLst>
              </a:tr>
              <a:tr h="692690">
                <a:tc>
                  <a:txBody>
                    <a:body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1</a:t>
                      </a: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Names</a:t>
                      </a: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extLst>
                  <a:ext uri="{0D108BD9-81ED-4DB2-BD59-A6C34878D82A}">
                    <a16:rowId xmlns:a16="http://schemas.microsoft.com/office/drawing/2014/main" val="3176347642"/>
                  </a:ext>
                </a:extLst>
              </a:tr>
              <a:tr h="617946">
                <a:tc>
                  <a:txBody>
                    <a:body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2</a:t>
                      </a: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Names</a:t>
                      </a: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extLst>
                  <a:ext uri="{0D108BD9-81ED-4DB2-BD59-A6C34878D82A}">
                    <a16:rowId xmlns:a16="http://schemas.microsoft.com/office/drawing/2014/main" val="1128591595"/>
                  </a:ext>
                </a:extLst>
              </a:tr>
              <a:tr h="617220">
                <a:tc>
                  <a:txBody>
                    <a:body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3</a:t>
                      </a: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Names</a:t>
                      </a: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extLst>
                  <a:ext uri="{0D108BD9-81ED-4DB2-BD59-A6C34878D82A}">
                    <a16:rowId xmlns:a16="http://schemas.microsoft.com/office/drawing/2014/main" val="668771723"/>
                  </a:ext>
                </a:extLst>
              </a:tr>
            </a:tbl>
          </a:graphicData>
        </a:graphic>
      </p:graphicFrame>
    </p:spTree>
    <p:extLst>
      <p:ext uri="{BB962C8B-B14F-4D97-AF65-F5344CB8AC3E}">
        <p14:creationId xmlns:p14="http://schemas.microsoft.com/office/powerpoint/2010/main" val="4069844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59562-6D80-00D3-60FC-3FD86C01BC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3C3DC-7CEA-C2A3-7A6B-ADFB1C16BB26}"/>
              </a:ext>
            </a:extLst>
          </p:cNvPr>
          <p:cNvSpPr>
            <a:spLocks noGrp="1"/>
          </p:cNvSpPr>
          <p:nvPr>
            <p:ph type="title"/>
          </p:nvPr>
        </p:nvSpPr>
        <p:spPr/>
        <p:txBody>
          <a:bodyPr/>
          <a:lstStyle/>
          <a:p>
            <a:r>
              <a:rPr lang="en-AU"/>
              <a:t>EDRMS Department insights</a:t>
            </a:r>
            <a:endParaRPr lang="en-AU" dirty="0"/>
          </a:p>
        </p:txBody>
      </p:sp>
      <p:sp>
        <p:nvSpPr>
          <p:cNvPr id="3" name="Content Placeholder 2">
            <a:extLst>
              <a:ext uri="{FF2B5EF4-FFF2-40B4-BE49-F238E27FC236}">
                <a16:creationId xmlns:a16="http://schemas.microsoft.com/office/drawing/2014/main" id="{02164826-33F5-1523-1CEA-B44017D6B49B}"/>
              </a:ext>
            </a:extLst>
          </p:cNvPr>
          <p:cNvSpPr>
            <a:spLocks noGrp="1"/>
          </p:cNvSpPr>
          <p:nvPr>
            <p:ph idx="1"/>
          </p:nvPr>
        </p:nvSpPr>
        <p:spPr/>
        <p:txBody>
          <a:bodyPr>
            <a:normAutofit/>
          </a:bodyPr>
          <a:lstStyle/>
          <a:p>
            <a:pPr marL="914400" lvl="1" indent="-457200">
              <a:buFont typeface="+mj-lt"/>
              <a:buAutoNum type="arabicPeriod" startAt="3"/>
            </a:pPr>
            <a:r>
              <a:rPr lang="en-AU" dirty="0"/>
              <a:t>Users</a:t>
            </a:r>
          </a:p>
        </p:txBody>
      </p:sp>
      <p:sp>
        <p:nvSpPr>
          <p:cNvPr id="4" name="Slide Number Placeholder 3">
            <a:extLst>
              <a:ext uri="{FF2B5EF4-FFF2-40B4-BE49-F238E27FC236}">
                <a16:creationId xmlns:a16="http://schemas.microsoft.com/office/drawing/2014/main" id="{F010EFC9-FA86-4F0C-4762-9EF54BB86702}"/>
              </a:ext>
            </a:extLst>
          </p:cNvPr>
          <p:cNvSpPr>
            <a:spLocks noGrp="1"/>
          </p:cNvSpPr>
          <p:nvPr>
            <p:ph type="sldNum" sz="quarter" idx="12"/>
          </p:nvPr>
        </p:nvSpPr>
        <p:spPr/>
        <p:txBody>
          <a:bodyPr/>
          <a:lstStyle/>
          <a:p>
            <a:fld id="{C7FDEC95-032C-4F4A-AE8A-E8BF2DA06372}" type="slidenum">
              <a:rPr lang="en-US" smtClean="0"/>
              <a:t>21</a:t>
            </a:fld>
            <a:endParaRPr lang="en-US"/>
          </a:p>
        </p:txBody>
      </p:sp>
      <p:graphicFrame>
        <p:nvGraphicFramePr>
          <p:cNvPr id="6" name="Table 5">
            <a:extLst>
              <a:ext uri="{FF2B5EF4-FFF2-40B4-BE49-F238E27FC236}">
                <a16:creationId xmlns:a16="http://schemas.microsoft.com/office/drawing/2014/main" id="{D9F0C9B7-52D8-A926-0112-1C4F337E2FCA}"/>
              </a:ext>
            </a:extLst>
          </p:cNvPr>
          <p:cNvGraphicFramePr>
            <a:graphicFrameLocks noGrp="1"/>
          </p:cNvGraphicFramePr>
          <p:nvPr>
            <p:extLst>
              <p:ext uri="{D42A27DB-BD31-4B8C-83A1-F6EECF244321}">
                <p14:modId xmlns:p14="http://schemas.microsoft.com/office/powerpoint/2010/main" val="1746076040"/>
              </p:ext>
            </p:extLst>
          </p:nvPr>
        </p:nvGraphicFramePr>
        <p:xfrm>
          <a:off x="1145539" y="2365025"/>
          <a:ext cx="10036812" cy="2701731"/>
        </p:xfrm>
        <a:graphic>
          <a:graphicData uri="http://schemas.openxmlformats.org/drawingml/2006/table">
            <a:tbl>
              <a:tblPr firstRow="1" firstCol="1" bandRow="1">
                <a:tableStyleId>{5C22544A-7EE6-4342-B048-85BDC9FD1C3A}</a:tableStyleId>
              </a:tblPr>
              <a:tblGrid>
                <a:gridCol w="1902461">
                  <a:extLst>
                    <a:ext uri="{9D8B030D-6E8A-4147-A177-3AD203B41FA5}">
                      <a16:colId xmlns:a16="http://schemas.microsoft.com/office/drawing/2014/main" val="384871762"/>
                    </a:ext>
                  </a:extLst>
                </a:gridCol>
                <a:gridCol w="1762125">
                  <a:extLst>
                    <a:ext uri="{9D8B030D-6E8A-4147-A177-3AD203B41FA5}">
                      <a16:colId xmlns:a16="http://schemas.microsoft.com/office/drawing/2014/main" val="591196838"/>
                    </a:ext>
                  </a:extLst>
                </a:gridCol>
                <a:gridCol w="2355916">
                  <a:extLst>
                    <a:ext uri="{9D8B030D-6E8A-4147-A177-3AD203B41FA5}">
                      <a16:colId xmlns:a16="http://schemas.microsoft.com/office/drawing/2014/main" val="1168279934"/>
                    </a:ext>
                  </a:extLst>
                </a:gridCol>
                <a:gridCol w="2008155">
                  <a:extLst>
                    <a:ext uri="{9D8B030D-6E8A-4147-A177-3AD203B41FA5}">
                      <a16:colId xmlns:a16="http://schemas.microsoft.com/office/drawing/2014/main" val="2280140058"/>
                    </a:ext>
                  </a:extLst>
                </a:gridCol>
                <a:gridCol w="2008155">
                  <a:extLst>
                    <a:ext uri="{9D8B030D-6E8A-4147-A177-3AD203B41FA5}">
                      <a16:colId xmlns:a16="http://schemas.microsoft.com/office/drawing/2014/main" val="96822938"/>
                    </a:ext>
                  </a:extLst>
                </a:gridCol>
              </a:tblGrid>
              <a:tr h="707833">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rPr>
                        <a:t>Total number of users (staff)</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rPr>
                        <a:t>Total number of users (</a:t>
                      </a:r>
                      <a:r>
                        <a:rPr lang="en-AU" sz="1600" kern="100" dirty="0" err="1">
                          <a:effectLst/>
                        </a:rPr>
                        <a:t>Contractorsand</a:t>
                      </a:r>
                      <a:r>
                        <a:rPr lang="en-AU" sz="1600" kern="100" dirty="0">
                          <a:effectLst/>
                        </a:rPr>
                        <a:t> consultants)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rPr>
                        <a:t>Completion of training</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Onboarded since go-live.</a:t>
                      </a:r>
                    </a:p>
                  </a:txBody>
                  <a:tcPr marL="68580" marR="68580" marT="0" marB="0">
                    <a:solidFill>
                      <a:schemeClr val="accent1"/>
                    </a:solidFill>
                  </a:tcPr>
                </a:tc>
                <a:extLst>
                  <a:ext uri="{0D108BD9-81ED-4DB2-BD59-A6C34878D82A}">
                    <a16:rowId xmlns:a16="http://schemas.microsoft.com/office/drawing/2014/main" val="1414282666"/>
                  </a:ext>
                </a:extLst>
              </a:tr>
              <a:tr h="692690">
                <a:tc>
                  <a:txBody>
                    <a:body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1</a:t>
                      </a: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extLst>
                  <a:ext uri="{0D108BD9-81ED-4DB2-BD59-A6C34878D82A}">
                    <a16:rowId xmlns:a16="http://schemas.microsoft.com/office/drawing/2014/main" val="3176347642"/>
                  </a:ext>
                </a:extLst>
              </a:tr>
              <a:tr h="617946">
                <a:tc>
                  <a:txBody>
                    <a:body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2</a:t>
                      </a: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extLst>
                  <a:ext uri="{0D108BD9-81ED-4DB2-BD59-A6C34878D82A}">
                    <a16:rowId xmlns:a16="http://schemas.microsoft.com/office/drawing/2014/main" val="1128591595"/>
                  </a:ext>
                </a:extLst>
              </a:tr>
              <a:tr h="617220">
                <a:tc>
                  <a:txBody>
                    <a:body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3</a:t>
                      </a: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extLst>
                  <a:ext uri="{0D108BD9-81ED-4DB2-BD59-A6C34878D82A}">
                    <a16:rowId xmlns:a16="http://schemas.microsoft.com/office/drawing/2014/main" val="668771723"/>
                  </a:ext>
                </a:extLst>
              </a:tr>
            </a:tbl>
          </a:graphicData>
        </a:graphic>
      </p:graphicFrame>
    </p:spTree>
    <p:extLst>
      <p:ext uri="{BB962C8B-B14F-4D97-AF65-F5344CB8AC3E}">
        <p14:creationId xmlns:p14="http://schemas.microsoft.com/office/powerpoint/2010/main" val="710226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6B7BA-38BF-E0F5-1272-0EEADD9A50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E0FD3-358F-EBD2-1998-B051A197DD61}"/>
              </a:ext>
            </a:extLst>
          </p:cNvPr>
          <p:cNvSpPr>
            <a:spLocks noGrp="1"/>
          </p:cNvSpPr>
          <p:nvPr>
            <p:ph type="title"/>
          </p:nvPr>
        </p:nvSpPr>
        <p:spPr/>
        <p:txBody>
          <a:bodyPr/>
          <a:lstStyle/>
          <a:p>
            <a:r>
              <a:rPr lang="en-AU"/>
              <a:t>EDRMS Department insights</a:t>
            </a:r>
            <a:endParaRPr lang="en-AU" dirty="0"/>
          </a:p>
        </p:txBody>
      </p:sp>
      <p:sp>
        <p:nvSpPr>
          <p:cNvPr id="3" name="Content Placeholder 2">
            <a:extLst>
              <a:ext uri="{FF2B5EF4-FFF2-40B4-BE49-F238E27FC236}">
                <a16:creationId xmlns:a16="http://schemas.microsoft.com/office/drawing/2014/main" id="{32256E27-51DF-D5F7-B4B0-43C1A7713100}"/>
              </a:ext>
            </a:extLst>
          </p:cNvPr>
          <p:cNvSpPr>
            <a:spLocks noGrp="1"/>
          </p:cNvSpPr>
          <p:nvPr>
            <p:ph idx="1"/>
          </p:nvPr>
        </p:nvSpPr>
        <p:spPr/>
        <p:txBody>
          <a:bodyPr>
            <a:normAutofit/>
          </a:bodyPr>
          <a:lstStyle/>
          <a:p>
            <a:pPr marL="914400" lvl="1" indent="-457200">
              <a:buFont typeface="+mj-lt"/>
              <a:buAutoNum type="arabicPeriod" startAt="4"/>
            </a:pPr>
            <a:r>
              <a:rPr lang="en-AU" dirty="0"/>
              <a:t>Visitors</a:t>
            </a:r>
          </a:p>
        </p:txBody>
      </p:sp>
      <p:sp>
        <p:nvSpPr>
          <p:cNvPr id="4" name="Slide Number Placeholder 3">
            <a:extLst>
              <a:ext uri="{FF2B5EF4-FFF2-40B4-BE49-F238E27FC236}">
                <a16:creationId xmlns:a16="http://schemas.microsoft.com/office/drawing/2014/main" id="{933045D5-F81C-E3FA-32F9-7271DF705526}"/>
              </a:ext>
            </a:extLst>
          </p:cNvPr>
          <p:cNvSpPr>
            <a:spLocks noGrp="1"/>
          </p:cNvSpPr>
          <p:nvPr>
            <p:ph type="sldNum" sz="quarter" idx="12"/>
          </p:nvPr>
        </p:nvSpPr>
        <p:spPr/>
        <p:txBody>
          <a:bodyPr/>
          <a:lstStyle/>
          <a:p>
            <a:fld id="{C7FDEC95-032C-4F4A-AE8A-E8BF2DA06372}" type="slidenum">
              <a:rPr lang="en-US" smtClean="0"/>
              <a:t>22</a:t>
            </a:fld>
            <a:endParaRPr lang="en-US"/>
          </a:p>
        </p:txBody>
      </p:sp>
      <p:graphicFrame>
        <p:nvGraphicFramePr>
          <p:cNvPr id="6" name="Table 5">
            <a:extLst>
              <a:ext uri="{FF2B5EF4-FFF2-40B4-BE49-F238E27FC236}">
                <a16:creationId xmlns:a16="http://schemas.microsoft.com/office/drawing/2014/main" id="{02E9BC67-09D9-F0B6-7B71-08E7C06CEAF0}"/>
              </a:ext>
            </a:extLst>
          </p:cNvPr>
          <p:cNvGraphicFramePr>
            <a:graphicFrameLocks noGrp="1"/>
          </p:cNvGraphicFramePr>
          <p:nvPr>
            <p:extLst>
              <p:ext uri="{D42A27DB-BD31-4B8C-83A1-F6EECF244321}">
                <p14:modId xmlns:p14="http://schemas.microsoft.com/office/powerpoint/2010/main" val="3161274799"/>
              </p:ext>
            </p:extLst>
          </p:nvPr>
        </p:nvGraphicFramePr>
        <p:xfrm>
          <a:off x="1145539" y="2365025"/>
          <a:ext cx="9741535" cy="2635689"/>
        </p:xfrm>
        <a:graphic>
          <a:graphicData uri="http://schemas.openxmlformats.org/drawingml/2006/table">
            <a:tbl>
              <a:tblPr firstRow="1" firstCol="1" bandRow="1">
                <a:tableStyleId>{5C22544A-7EE6-4342-B048-85BDC9FD1C3A}</a:tableStyleId>
              </a:tblPr>
              <a:tblGrid>
                <a:gridCol w="3423091">
                  <a:extLst>
                    <a:ext uri="{9D8B030D-6E8A-4147-A177-3AD203B41FA5}">
                      <a16:colId xmlns:a16="http://schemas.microsoft.com/office/drawing/2014/main" val="384871762"/>
                    </a:ext>
                  </a:extLst>
                </a:gridCol>
                <a:gridCol w="2109356">
                  <a:extLst>
                    <a:ext uri="{9D8B030D-6E8A-4147-A177-3AD203B41FA5}">
                      <a16:colId xmlns:a16="http://schemas.microsoft.com/office/drawing/2014/main" val="591196838"/>
                    </a:ext>
                  </a:extLst>
                </a:gridCol>
                <a:gridCol w="1772502">
                  <a:extLst>
                    <a:ext uri="{9D8B030D-6E8A-4147-A177-3AD203B41FA5}">
                      <a16:colId xmlns:a16="http://schemas.microsoft.com/office/drawing/2014/main" val="1168279934"/>
                    </a:ext>
                  </a:extLst>
                </a:gridCol>
                <a:gridCol w="2436586">
                  <a:extLst>
                    <a:ext uri="{9D8B030D-6E8A-4147-A177-3AD203B41FA5}">
                      <a16:colId xmlns:a16="http://schemas.microsoft.com/office/drawing/2014/main" val="2280140058"/>
                    </a:ext>
                  </a:extLst>
                </a:gridCol>
              </a:tblGrid>
              <a:tr h="707833">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rPr>
                        <a:t>Total number of visitors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rPr>
                        <a:t>Visitors (external)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rPr>
                        <a:t>Visitors (internal) by department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extLst>
                  <a:ext uri="{0D108BD9-81ED-4DB2-BD59-A6C34878D82A}">
                    <a16:rowId xmlns:a16="http://schemas.microsoft.com/office/drawing/2014/main" val="1414282666"/>
                  </a:ext>
                </a:extLst>
              </a:tr>
              <a:tr h="692690">
                <a:tc>
                  <a:txBody>
                    <a:body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1</a:t>
                      </a: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extLst>
                  <a:ext uri="{0D108BD9-81ED-4DB2-BD59-A6C34878D82A}">
                    <a16:rowId xmlns:a16="http://schemas.microsoft.com/office/drawing/2014/main" val="3176347642"/>
                  </a:ext>
                </a:extLst>
              </a:tr>
              <a:tr h="617946">
                <a:tc>
                  <a:txBody>
                    <a:body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2</a:t>
                      </a: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extLst>
                  <a:ext uri="{0D108BD9-81ED-4DB2-BD59-A6C34878D82A}">
                    <a16:rowId xmlns:a16="http://schemas.microsoft.com/office/drawing/2014/main" val="1128591595"/>
                  </a:ext>
                </a:extLst>
              </a:tr>
              <a:tr h="617220">
                <a:tc>
                  <a:txBody>
                    <a:body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3</a:t>
                      </a: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extLst>
                  <a:ext uri="{0D108BD9-81ED-4DB2-BD59-A6C34878D82A}">
                    <a16:rowId xmlns:a16="http://schemas.microsoft.com/office/drawing/2014/main" val="668771723"/>
                  </a:ext>
                </a:extLst>
              </a:tr>
            </a:tbl>
          </a:graphicData>
        </a:graphic>
      </p:graphicFrame>
    </p:spTree>
    <p:extLst>
      <p:ext uri="{BB962C8B-B14F-4D97-AF65-F5344CB8AC3E}">
        <p14:creationId xmlns:p14="http://schemas.microsoft.com/office/powerpoint/2010/main" val="3924024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B842F-B2E3-8A66-E431-96DBBFE24E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EAB39-840E-EB85-5C1D-5ACFCE470C60}"/>
              </a:ext>
            </a:extLst>
          </p:cNvPr>
          <p:cNvSpPr>
            <a:spLocks noGrp="1"/>
          </p:cNvSpPr>
          <p:nvPr>
            <p:ph type="title"/>
          </p:nvPr>
        </p:nvSpPr>
        <p:spPr/>
        <p:txBody>
          <a:bodyPr/>
          <a:lstStyle/>
          <a:p>
            <a:r>
              <a:rPr lang="en-AU"/>
              <a:t>EDRMS Department insights</a:t>
            </a:r>
            <a:endParaRPr lang="en-AU" dirty="0"/>
          </a:p>
        </p:txBody>
      </p:sp>
      <p:sp>
        <p:nvSpPr>
          <p:cNvPr id="3" name="Content Placeholder 2">
            <a:extLst>
              <a:ext uri="{FF2B5EF4-FFF2-40B4-BE49-F238E27FC236}">
                <a16:creationId xmlns:a16="http://schemas.microsoft.com/office/drawing/2014/main" id="{0F18B63A-B7E2-B274-7BE2-B97D41CDF48C}"/>
              </a:ext>
            </a:extLst>
          </p:cNvPr>
          <p:cNvSpPr>
            <a:spLocks noGrp="1"/>
          </p:cNvSpPr>
          <p:nvPr>
            <p:ph idx="1"/>
          </p:nvPr>
        </p:nvSpPr>
        <p:spPr/>
        <p:txBody>
          <a:bodyPr>
            <a:normAutofit/>
          </a:bodyPr>
          <a:lstStyle/>
          <a:p>
            <a:pPr marL="914400" lvl="1" indent="-457200">
              <a:buFont typeface="+mj-lt"/>
              <a:buAutoNum type="arabicPeriod" startAt="5"/>
            </a:pPr>
            <a:r>
              <a:rPr lang="en-AU" dirty="0"/>
              <a:t>Compliance review – record declaration</a:t>
            </a:r>
          </a:p>
        </p:txBody>
      </p:sp>
      <p:sp>
        <p:nvSpPr>
          <p:cNvPr id="4" name="Slide Number Placeholder 3">
            <a:extLst>
              <a:ext uri="{FF2B5EF4-FFF2-40B4-BE49-F238E27FC236}">
                <a16:creationId xmlns:a16="http://schemas.microsoft.com/office/drawing/2014/main" id="{733367F2-F3C2-C931-6482-8A0E4492617B}"/>
              </a:ext>
            </a:extLst>
          </p:cNvPr>
          <p:cNvSpPr>
            <a:spLocks noGrp="1"/>
          </p:cNvSpPr>
          <p:nvPr>
            <p:ph type="sldNum" sz="quarter" idx="12"/>
          </p:nvPr>
        </p:nvSpPr>
        <p:spPr/>
        <p:txBody>
          <a:bodyPr/>
          <a:lstStyle/>
          <a:p>
            <a:fld id="{C7FDEC95-032C-4F4A-AE8A-E8BF2DA06372}" type="slidenum">
              <a:rPr lang="en-US" smtClean="0"/>
              <a:t>23</a:t>
            </a:fld>
            <a:endParaRPr lang="en-US"/>
          </a:p>
        </p:txBody>
      </p:sp>
      <p:graphicFrame>
        <p:nvGraphicFramePr>
          <p:cNvPr id="6" name="Table 5">
            <a:extLst>
              <a:ext uri="{FF2B5EF4-FFF2-40B4-BE49-F238E27FC236}">
                <a16:creationId xmlns:a16="http://schemas.microsoft.com/office/drawing/2014/main" id="{1E3DB5CF-7F05-711C-363F-1D666CAC95E3}"/>
              </a:ext>
            </a:extLst>
          </p:cNvPr>
          <p:cNvGraphicFramePr>
            <a:graphicFrameLocks noGrp="1"/>
          </p:cNvGraphicFramePr>
          <p:nvPr>
            <p:extLst>
              <p:ext uri="{D42A27DB-BD31-4B8C-83A1-F6EECF244321}">
                <p14:modId xmlns:p14="http://schemas.microsoft.com/office/powerpoint/2010/main" val="3959418309"/>
              </p:ext>
            </p:extLst>
          </p:nvPr>
        </p:nvGraphicFramePr>
        <p:xfrm>
          <a:off x="1145539" y="2365025"/>
          <a:ext cx="9066509" cy="3223574"/>
        </p:xfrm>
        <a:graphic>
          <a:graphicData uri="http://schemas.openxmlformats.org/drawingml/2006/table">
            <a:tbl>
              <a:tblPr firstRow="1" firstCol="1" bandRow="1">
                <a:tableStyleId>{5C22544A-7EE6-4342-B048-85BDC9FD1C3A}</a:tableStyleId>
              </a:tblPr>
              <a:tblGrid>
                <a:gridCol w="1588136">
                  <a:extLst>
                    <a:ext uri="{9D8B030D-6E8A-4147-A177-3AD203B41FA5}">
                      <a16:colId xmlns:a16="http://schemas.microsoft.com/office/drawing/2014/main" val="384871762"/>
                    </a:ext>
                  </a:extLst>
                </a:gridCol>
                <a:gridCol w="2530724">
                  <a:extLst>
                    <a:ext uri="{9D8B030D-6E8A-4147-A177-3AD203B41FA5}">
                      <a16:colId xmlns:a16="http://schemas.microsoft.com/office/drawing/2014/main" val="591196838"/>
                    </a:ext>
                  </a:extLst>
                </a:gridCol>
                <a:gridCol w="1319613">
                  <a:extLst>
                    <a:ext uri="{9D8B030D-6E8A-4147-A177-3AD203B41FA5}">
                      <a16:colId xmlns:a16="http://schemas.microsoft.com/office/drawing/2014/main" val="1168279934"/>
                    </a:ext>
                  </a:extLst>
                </a:gridCol>
                <a:gridCol w="1814018">
                  <a:extLst>
                    <a:ext uri="{9D8B030D-6E8A-4147-A177-3AD203B41FA5}">
                      <a16:colId xmlns:a16="http://schemas.microsoft.com/office/drawing/2014/main" val="2280140058"/>
                    </a:ext>
                  </a:extLst>
                </a:gridCol>
                <a:gridCol w="1814018">
                  <a:extLst>
                    <a:ext uri="{9D8B030D-6E8A-4147-A177-3AD203B41FA5}">
                      <a16:colId xmlns:a16="http://schemas.microsoft.com/office/drawing/2014/main" val="96822938"/>
                    </a:ext>
                  </a:extLst>
                </a:gridCol>
              </a:tblGrid>
              <a:tr h="707833">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Total number of records declared</a:t>
                      </a:r>
                    </a:p>
                  </a:txBody>
                  <a:tcPr marL="68580" marR="68580" marT="0" marB="0">
                    <a:solidFill>
                      <a:schemeClr val="accent1"/>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Total number of users declaring records</a:t>
                      </a:r>
                    </a:p>
                  </a:txBody>
                  <a:tcPr marL="68580" marR="68580" marT="0" marB="0">
                    <a:solidFill>
                      <a:schemeClr val="accent1"/>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records declared per division</a:t>
                      </a:r>
                    </a:p>
                  </a:txBody>
                  <a:tcPr marL="68580" marR="68580" marT="0" marB="0">
                    <a:solidFill>
                      <a:schemeClr val="accent1"/>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users declaring records per division</a:t>
                      </a:r>
                    </a:p>
                  </a:txBody>
                  <a:tcPr marL="68580" marR="68580" marT="0" marB="0">
                    <a:solidFill>
                      <a:schemeClr val="accent1"/>
                    </a:solidFill>
                  </a:tcPr>
                </a:tc>
                <a:extLst>
                  <a:ext uri="{0D108BD9-81ED-4DB2-BD59-A6C34878D82A}">
                    <a16:rowId xmlns:a16="http://schemas.microsoft.com/office/drawing/2014/main" val="1414282666"/>
                  </a:ext>
                </a:extLst>
              </a:tr>
              <a:tr h="692690">
                <a:tc>
                  <a:txBody>
                    <a:body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1</a:t>
                      </a: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extLst>
                  <a:ext uri="{0D108BD9-81ED-4DB2-BD59-A6C34878D82A}">
                    <a16:rowId xmlns:a16="http://schemas.microsoft.com/office/drawing/2014/main" val="3176347642"/>
                  </a:ext>
                </a:extLst>
              </a:tr>
              <a:tr h="617946">
                <a:tc>
                  <a:txBody>
                    <a:body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2</a:t>
                      </a: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extLst>
                  <a:ext uri="{0D108BD9-81ED-4DB2-BD59-A6C34878D82A}">
                    <a16:rowId xmlns:a16="http://schemas.microsoft.com/office/drawing/2014/main" val="1128591595"/>
                  </a:ext>
                </a:extLst>
              </a:tr>
              <a:tr h="617220">
                <a:tc>
                  <a:txBody>
                    <a:body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3</a:t>
                      </a: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extLst>
                  <a:ext uri="{0D108BD9-81ED-4DB2-BD59-A6C34878D82A}">
                    <a16:rowId xmlns:a16="http://schemas.microsoft.com/office/drawing/2014/main" val="668771723"/>
                  </a:ext>
                </a:extLst>
              </a:tr>
            </a:tbl>
          </a:graphicData>
        </a:graphic>
      </p:graphicFrame>
    </p:spTree>
    <p:extLst>
      <p:ext uri="{BB962C8B-B14F-4D97-AF65-F5344CB8AC3E}">
        <p14:creationId xmlns:p14="http://schemas.microsoft.com/office/powerpoint/2010/main" val="3138426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5F769-523B-7279-2782-E8F19D653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D0A65B-9A37-7562-26C1-2FF6D89A5F68}"/>
              </a:ext>
            </a:extLst>
          </p:cNvPr>
          <p:cNvSpPr>
            <a:spLocks noGrp="1"/>
          </p:cNvSpPr>
          <p:nvPr>
            <p:ph type="title"/>
          </p:nvPr>
        </p:nvSpPr>
        <p:spPr/>
        <p:txBody>
          <a:bodyPr/>
          <a:lstStyle/>
          <a:p>
            <a:r>
              <a:rPr lang="en-AU" dirty="0"/>
              <a:t>EDRMS Department insights</a:t>
            </a:r>
          </a:p>
        </p:txBody>
      </p:sp>
      <p:sp>
        <p:nvSpPr>
          <p:cNvPr id="3" name="Content Placeholder 2">
            <a:extLst>
              <a:ext uri="{FF2B5EF4-FFF2-40B4-BE49-F238E27FC236}">
                <a16:creationId xmlns:a16="http://schemas.microsoft.com/office/drawing/2014/main" id="{BB6A12CF-4B9B-D602-A038-A3B2CD95C503}"/>
              </a:ext>
            </a:extLst>
          </p:cNvPr>
          <p:cNvSpPr>
            <a:spLocks noGrp="1"/>
          </p:cNvSpPr>
          <p:nvPr>
            <p:ph idx="1"/>
          </p:nvPr>
        </p:nvSpPr>
        <p:spPr>
          <a:xfrm>
            <a:off x="453390" y="1639887"/>
            <a:ext cx="10515600" cy="4351338"/>
          </a:xfrm>
        </p:spPr>
        <p:txBody>
          <a:bodyPr>
            <a:normAutofit/>
          </a:bodyPr>
          <a:lstStyle/>
          <a:p>
            <a:pPr marL="457200" lvl="1" indent="0">
              <a:buNone/>
            </a:pPr>
            <a:r>
              <a:rPr lang="en-AU" dirty="0"/>
              <a:t>6. Record declaration trend (per department/office/rm/project)</a:t>
            </a:r>
          </a:p>
        </p:txBody>
      </p:sp>
      <p:sp>
        <p:nvSpPr>
          <p:cNvPr id="4" name="Slide Number Placeholder 3">
            <a:extLst>
              <a:ext uri="{FF2B5EF4-FFF2-40B4-BE49-F238E27FC236}">
                <a16:creationId xmlns:a16="http://schemas.microsoft.com/office/drawing/2014/main" id="{9A34873A-37BA-8684-06E1-B89FF6E29E0B}"/>
              </a:ext>
            </a:extLst>
          </p:cNvPr>
          <p:cNvSpPr>
            <a:spLocks noGrp="1"/>
          </p:cNvSpPr>
          <p:nvPr>
            <p:ph type="sldNum" sz="quarter" idx="12"/>
          </p:nvPr>
        </p:nvSpPr>
        <p:spPr/>
        <p:txBody>
          <a:bodyPr/>
          <a:lstStyle/>
          <a:p>
            <a:fld id="{C7FDEC95-032C-4F4A-AE8A-E8BF2DA06372}" type="slidenum">
              <a:rPr lang="en-US" smtClean="0"/>
              <a:t>24</a:t>
            </a:fld>
            <a:endParaRPr lang="en-US"/>
          </a:p>
        </p:txBody>
      </p:sp>
      <p:pic>
        <p:nvPicPr>
          <p:cNvPr id="7" name="Picture 6">
            <a:extLst>
              <a:ext uri="{FF2B5EF4-FFF2-40B4-BE49-F238E27FC236}">
                <a16:creationId xmlns:a16="http://schemas.microsoft.com/office/drawing/2014/main" id="{A99FFC75-B6D1-9556-0AAE-FAE5A7ED8865}"/>
              </a:ext>
            </a:extLst>
          </p:cNvPr>
          <p:cNvPicPr>
            <a:picLocks noChangeAspect="1"/>
          </p:cNvPicPr>
          <p:nvPr/>
        </p:nvPicPr>
        <p:blipFill>
          <a:blip r:embed="rId2"/>
          <a:stretch>
            <a:fillRect/>
          </a:stretch>
        </p:blipFill>
        <p:spPr>
          <a:xfrm>
            <a:off x="990446" y="2184278"/>
            <a:ext cx="8877454" cy="2489444"/>
          </a:xfrm>
          <a:prstGeom prst="rect">
            <a:avLst/>
          </a:prstGeom>
        </p:spPr>
      </p:pic>
    </p:spTree>
    <p:extLst>
      <p:ext uri="{BB962C8B-B14F-4D97-AF65-F5344CB8AC3E}">
        <p14:creationId xmlns:p14="http://schemas.microsoft.com/office/powerpoint/2010/main" val="2937794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29D21-FE3A-6AE3-3516-232B9D6A6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8F6C85-ACD7-026A-EA68-12F65158BE06}"/>
              </a:ext>
            </a:extLst>
          </p:cNvPr>
          <p:cNvSpPr>
            <a:spLocks noGrp="1"/>
          </p:cNvSpPr>
          <p:nvPr>
            <p:ph type="title"/>
          </p:nvPr>
        </p:nvSpPr>
        <p:spPr/>
        <p:txBody>
          <a:bodyPr/>
          <a:lstStyle/>
          <a:p>
            <a:r>
              <a:rPr lang="en-AU"/>
              <a:t>EDRMS Department insights</a:t>
            </a:r>
            <a:endParaRPr lang="en-AU" dirty="0"/>
          </a:p>
        </p:txBody>
      </p:sp>
      <p:sp>
        <p:nvSpPr>
          <p:cNvPr id="3" name="Content Placeholder 2">
            <a:extLst>
              <a:ext uri="{FF2B5EF4-FFF2-40B4-BE49-F238E27FC236}">
                <a16:creationId xmlns:a16="http://schemas.microsoft.com/office/drawing/2014/main" id="{0938FA0C-7D3B-F2B0-6B51-F8C843B1014A}"/>
              </a:ext>
            </a:extLst>
          </p:cNvPr>
          <p:cNvSpPr>
            <a:spLocks noGrp="1"/>
          </p:cNvSpPr>
          <p:nvPr>
            <p:ph idx="1"/>
          </p:nvPr>
        </p:nvSpPr>
        <p:spPr/>
        <p:txBody>
          <a:bodyPr>
            <a:normAutofit/>
          </a:bodyPr>
          <a:lstStyle/>
          <a:p>
            <a:pPr marL="457200" lvl="1" indent="0">
              <a:buNone/>
            </a:pPr>
            <a:r>
              <a:rPr lang="en-AU" dirty="0"/>
              <a:t>7. Library usage</a:t>
            </a:r>
          </a:p>
        </p:txBody>
      </p:sp>
      <p:sp>
        <p:nvSpPr>
          <p:cNvPr id="4" name="Slide Number Placeholder 3">
            <a:extLst>
              <a:ext uri="{FF2B5EF4-FFF2-40B4-BE49-F238E27FC236}">
                <a16:creationId xmlns:a16="http://schemas.microsoft.com/office/drawing/2014/main" id="{3BD23184-456E-9736-C3FC-15335A4D67CF}"/>
              </a:ext>
            </a:extLst>
          </p:cNvPr>
          <p:cNvSpPr>
            <a:spLocks noGrp="1"/>
          </p:cNvSpPr>
          <p:nvPr>
            <p:ph type="sldNum" sz="quarter" idx="12"/>
          </p:nvPr>
        </p:nvSpPr>
        <p:spPr/>
        <p:txBody>
          <a:bodyPr/>
          <a:lstStyle/>
          <a:p>
            <a:fld id="{C7FDEC95-032C-4F4A-AE8A-E8BF2DA06372}" type="slidenum">
              <a:rPr lang="en-US" smtClean="0"/>
              <a:t>25</a:t>
            </a:fld>
            <a:endParaRPr lang="en-US"/>
          </a:p>
        </p:txBody>
      </p:sp>
      <p:graphicFrame>
        <p:nvGraphicFramePr>
          <p:cNvPr id="6" name="Table 5">
            <a:extLst>
              <a:ext uri="{FF2B5EF4-FFF2-40B4-BE49-F238E27FC236}">
                <a16:creationId xmlns:a16="http://schemas.microsoft.com/office/drawing/2014/main" id="{4C16AEEC-758B-7D34-0591-99A95E9926D7}"/>
              </a:ext>
            </a:extLst>
          </p:cNvPr>
          <p:cNvGraphicFramePr>
            <a:graphicFrameLocks noGrp="1"/>
          </p:cNvGraphicFramePr>
          <p:nvPr>
            <p:extLst>
              <p:ext uri="{D42A27DB-BD31-4B8C-83A1-F6EECF244321}">
                <p14:modId xmlns:p14="http://schemas.microsoft.com/office/powerpoint/2010/main" val="2001544893"/>
              </p:ext>
            </p:extLst>
          </p:nvPr>
        </p:nvGraphicFramePr>
        <p:xfrm>
          <a:off x="1145539" y="2365025"/>
          <a:ext cx="9066509" cy="2701731"/>
        </p:xfrm>
        <a:graphic>
          <a:graphicData uri="http://schemas.openxmlformats.org/drawingml/2006/table">
            <a:tbl>
              <a:tblPr firstRow="1" firstCol="1" bandRow="1">
                <a:tableStyleId>{5C22544A-7EE6-4342-B048-85BDC9FD1C3A}</a:tableStyleId>
              </a:tblPr>
              <a:tblGrid>
                <a:gridCol w="2123579">
                  <a:extLst>
                    <a:ext uri="{9D8B030D-6E8A-4147-A177-3AD203B41FA5}">
                      <a16:colId xmlns:a16="http://schemas.microsoft.com/office/drawing/2014/main" val="384871762"/>
                    </a:ext>
                  </a:extLst>
                </a:gridCol>
                <a:gridCol w="1308579">
                  <a:extLst>
                    <a:ext uri="{9D8B030D-6E8A-4147-A177-3AD203B41FA5}">
                      <a16:colId xmlns:a16="http://schemas.microsoft.com/office/drawing/2014/main" val="591196838"/>
                    </a:ext>
                  </a:extLst>
                </a:gridCol>
                <a:gridCol w="1099605">
                  <a:extLst>
                    <a:ext uri="{9D8B030D-6E8A-4147-A177-3AD203B41FA5}">
                      <a16:colId xmlns:a16="http://schemas.microsoft.com/office/drawing/2014/main" val="1168279934"/>
                    </a:ext>
                  </a:extLst>
                </a:gridCol>
                <a:gridCol w="1511582">
                  <a:extLst>
                    <a:ext uri="{9D8B030D-6E8A-4147-A177-3AD203B41FA5}">
                      <a16:colId xmlns:a16="http://schemas.microsoft.com/office/drawing/2014/main" val="2280140058"/>
                    </a:ext>
                  </a:extLst>
                </a:gridCol>
                <a:gridCol w="1511582">
                  <a:extLst>
                    <a:ext uri="{9D8B030D-6E8A-4147-A177-3AD203B41FA5}">
                      <a16:colId xmlns:a16="http://schemas.microsoft.com/office/drawing/2014/main" val="96822938"/>
                    </a:ext>
                  </a:extLst>
                </a:gridCol>
                <a:gridCol w="1511582">
                  <a:extLst>
                    <a:ext uri="{9D8B030D-6E8A-4147-A177-3AD203B41FA5}">
                      <a16:colId xmlns:a16="http://schemas.microsoft.com/office/drawing/2014/main" val="2627664246"/>
                    </a:ext>
                  </a:extLst>
                </a:gridCol>
              </a:tblGrid>
              <a:tr h="707833">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Heading</a:t>
                      </a:r>
                    </a:p>
                  </a:txBody>
                  <a:tcPr marL="68580" marR="68580" marT="0" marB="0">
                    <a:solidFill>
                      <a:schemeClr val="accent1"/>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Library name</a:t>
                      </a:r>
                    </a:p>
                  </a:txBody>
                  <a:tcPr marL="68580" marR="68580" marT="0" marB="0">
                    <a:solidFill>
                      <a:schemeClr val="accent1"/>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users</a:t>
                      </a:r>
                    </a:p>
                  </a:txBody>
                  <a:tcPr marL="68580" marR="68580" marT="0" marB="0">
                    <a:solidFill>
                      <a:schemeClr val="accent1"/>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documents</a:t>
                      </a:r>
                    </a:p>
                  </a:txBody>
                  <a:tcPr marL="68580" marR="68580" marT="0" marB="0">
                    <a:solidFill>
                      <a:schemeClr val="accent1"/>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records declared</a:t>
                      </a:r>
                    </a:p>
                  </a:txBody>
                  <a:tcPr marL="68580" marR="68580" marT="0" marB="0">
                    <a:solidFill>
                      <a:schemeClr val="accent1"/>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physical counterparts</a:t>
                      </a:r>
                    </a:p>
                  </a:txBody>
                  <a:tcPr marL="68580" marR="68580" marT="0" marB="0">
                    <a:solidFill>
                      <a:schemeClr val="accent1"/>
                    </a:solidFill>
                  </a:tcPr>
                </a:tc>
                <a:extLst>
                  <a:ext uri="{0D108BD9-81ED-4DB2-BD59-A6C34878D82A}">
                    <a16:rowId xmlns:a16="http://schemas.microsoft.com/office/drawing/2014/main" val="1414282666"/>
                  </a:ext>
                </a:extLst>
              </a:tr>
              <a:tr h="692690">
                <a:tc>
                  <a:txBody>
                    <a:body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e.g. Programs and operations</a:t>
                      </a: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Country planning</a:t>
                      </a: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extLst>
                  <a:ext uri="{0D108BD9-81ED-4DB2-BD59-A6C34878D82A}">
                    <a16:rowId xmlns:a16="http://schemas.microsoft.com/office/drawing/2014/main" val="3176347642"/>
                  </a:ext>
                </a:extLst>
              </a:tr>
              <a:tr h="617946">
                <a:tc>
                  <a:txBody>
                    <a:body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extLst>
                  <a:ext uri="{0D108BD9-81ED-4DB2-BD59-A6C34878D82A}">
                    <a16:rowId xmlns:a16="http://schemas.microsoft.com/office/drawing/2014/main" val="1128591595"/>
                  </a:ext>
                </a:extLst>
              </a:tr>
              <a:tr h="617220">
                <a:tc>
                  <a:txBody>
                    <a:body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extLst>
                  <a:ext uri="{0D108BD9-81ED-4DB2-BD59-A6C34878D82A}">
                    <a16:rowId xmlns:a16="http://schemas.microsoft.com/office/drawing/2014/main" val="668771723"/>
                  </a:ext>
                </a:extLst>
              </a:tr>
            </a:tbl>
          </a:graphicData>
        </a:graphic>
      </p:graphicFrame>
    </p:spTree>
    <p:extLst>
      <p:ext uri="{BB962C8B-B14F-4D97-AF65-F5344CB8AC3E}">
        <p14:creationId xmlns:p14="http://schemas.microsoft.com/office/powerpoint/2010/main" val="2103743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454AC-8E15-BB05-C74B-D1B966505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35048-26C2-A436-6CAE-599A88F6EDFD}"/>
              </a:ext>
            </a:extLst>
          </p:cNvPr>
          <p:cNvSpPr>
            <a:spLocks noGrp="1"/>
          </p:cNvSpPr>
          <p:nvPr>
            <p:ph type="title"/>
          </p:nvPr>
        </p:nvSpPr>
        <p:spPr/>
        <p:txBody>
          <a:bodyPr/>
          <a:lstStyle/>
          <a:p>
            <a:r>
              <a:rPr lang="en-AU"/>
              <a:t>EDRMS Department insights</a:t>
            </a:r>
            <a:endParaRPr lang="en-AU" dirty="0"/>
          </a:p>
        </p:txBody>
      </p:sp>
      <p:sp>
        <p:nvSpPr>
          <p:cNvPr id="3" name="Content Placeholder 2">
            <a:extLst>
              <a:ext uri="{FF2B5EF4-FFF2-40B4-BE49-F238E27FC236}">
                <a16:creationId xmlns:a16="http://schemas.microsoft.com/office/drawing/2014/main" id="{506993A8-30DA-D804-EC89-F4F6A3715F58}"/>
              </a:ext>
            </a:extLst>
          </p:cNvPr>
          <p:cNvSpPr>
            <a:spLocks noGrp="1"/>
          </p:cNvSpPr>
          <p:nvPr>
            <p:ph idx="1"/>
          </p:nvPr>
        </p:nvSpPr>
        <p:spPr/>
        <p:txBody>
          <a:bodyPr>
            <a:normAutofit/>
          </a:bodyPr>
          <a:lstStyle/>
          <a:p>
            <a:pPr marL="457200" lvl="1" indent="0">
              <a:buNone/>
            </a:pPr>
            <a:r>
              <a:rPr lang="en-AU" dirty="0"/>
              <a:t>8. Conventions</a:t>
            </a:r>
          </a:p>
          <a:p>
            <a:pPr marL="1371600" lvl="2" indent="-457200">
              <a:buFont typeface="+mj-lt"/>
              <a:buAutoNum type="alphaLcParenR"/>
            </a:pPr>
            <a:r>
              <a:rPr lang="en-AU" dirty="0"/>
              <a:t>Link</a:t>
            </a:r>
          </a:p>
          <a:p>
            <a:pPr marL="1371600" lvl="2" indent="-457200">
              <a:buFont typeface="+mj-lt"/>
              <a:buAutoNum type="alphaLcParenR"/>
            </a:pPr>
            <a:r>
              <a:rPr lang="en-AU" dirty="0"/>
              <a:t>Date of approval</a:t>
            </a:r>
          </a:p>
          <a:p>
            <a:pPr marL="1371600" lvl="2" indent="-457200">
              <a:buFont typeface="+mj-lt"/>
              <a:buAutoNum type="alphaLcParenR"/>
            </a:pPr>
            <a:r>
              <a:rPr lang="en-AU" dirty="0"/>
              <a:t>Last updated</a:t>
            </a:r>
          </a:p>
        </p:txBody>
      </p:sp>
      <p:sp>
        <p:nvSpPr>
          <p:cNvPr id="4" name="Slide Number Placeholder 3">
            <a:extLst>
              <a:ext uri="{FF2B5EF4-FFF2-40B4-BE49-F238E27FC236}">
                <a16:creationId xmlns:a16="http://schemas.microsoft.com/office/drawing/2014/main" id="{AF4ABCEE-C709-03E3-ED83-921B67A85497}"/>
              </a:ext>
            </a:extLst>
          </p:cNvPr>
          <p:cNvSpPr>
            <a:spLocks noGrp="1"/>
          </p:cNvSpPr>
          <p:nvPr>
            <p:ph type="sldNum" sz="quarter" idx="12"/>
          </p:nvPr>
        </p:nvSpPr>
        <p:spPr/>
        <p:txBody>
          <a:bodyPr/>
          <a:lstStyle/>
          <a:p>
            <a:fld id="{C7FDEC95-032C-4F4A-AE8A-E8BF2DA06372}" type="slidenum">
              <a:rPr lang="en-US" smtClean="0"/>
              <a:t>26</a:t>
            </a:fld>
            <a:endParaRPr lang="en-US"/>
          </a:p>
        </p:txBody>
      </p:sp>
    </p:spTree>
    <p:extLst>
      <p:ext uri="{BB962C8B-B14F-4D97-AF65-F5344CB8AC3E}">
        <p14:creationId xmlns:p14="http://schemas.microsoft.com/office/powerpoint/2010/main" val="3967487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4DA9A-5B35-9070-7C3B-F3176C4F31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A5D892-22A9-5545-11BB-2B77686180F2}"/>
              </a:ext>
            </a:extLst>
          </p:cNvPr>
          <p:cNvSpPr>
            <a:spLocks noGrp="1"/>
          </p:cNvSpPr>
          <p:nvPr>
            <p:ph type="title"/>
          </p:nvPr>
        </p:nvSpPr>
        <p:spPr>
          <a:xfrm>
            <a:off x="1355089" y="500062"/>
            <a:ext cx="10515600" cy="1325563"/>
          </a:xfrm>
        </p:spPr>
        <p:txBody>
          <a:bodyPr/>
          <a:lstStyle/>
          <a:p>
            <a:r>
              <a:rPr lang="en-AU" dirty="0"/>
              <a:t>EDRMS Department insights</a:t>
            </a:r>
          </a:p>
        </p:txBody>
      </p:sp>
      <p:sp>
        <p:nvSpPr>
          <p:cNvPr id="3" name="Content Placeholder 2">
            <a:extLst>
              <a:ext uri="{FF2B5EF4-FFF2-40B4-BE49-F238E27FC236}">
                <a16:creationId xmlns:a16="http://schemas.microsoft.com/office/drawing/2014/main" id="{5FBBED06-25F3-EE36-48D0-23E4B1F060BA}"/>
              </a:ext>
            </a:extLst>
          </p:cNvPr>
          <p:cNvSpPr>
            <a:spLocks noGrp="1"/>
          </p:cNvSpPr>
          <p:nvPr>
            <p:ph idx="1"/>
          </p:nvPr>
        </p:nvSpPr>
        <p:spPr/>
        <p:txBody>
          <a:bodyPr>
            <a:normAutofit/>
          </a:bodyPr>
          <a:lstStyle/>
          <a:p>
            <a:pPr marL="457200" lvl="1" indent="0">
              <a:buNone/>
            </a:pPr>
            <a:r>
              <a:rPr lang="en-AU" dirty="0"/>
              <a:t>9. Disposal</a:t>
            </a:r>
          </a:p>
        </p:txBody>
      </p:sp>
      <p:sp>
        <p:nvSpPr>
          <p:cNvPr id="4" name="Slide Number Placeholder 3">
            <a:extLst>
              <a:ext uri="{FF2B5EF4-FFF2-40B4-BE49-F238E27FC236}">
                <a16:creationId xmlns:a16="http://schemas.microsoft.com/office/drawing/2014/main" id="{439318AE-CB99-CE06-2650-15616DBB6C10}"/>
              </a:ext>
            </a:extLst>
          </p:cNvPr>
          <p:cNvSpPr>
            <a:spLocks noGrp="1"/>
          </p:cNvSpPr>
          <p:nvPr>
            <p:ph type="sldNum" sz="quarter" idx="12"/>
          </p:nvPr>
        </p:nvSpPr>
        <p:spPr/>
        <p:txBody>
          <a:bodyPr/>
          <a:lstStyle/>
          <a:p>
            <a:fld id="{C7FDEC95-032C-4F4A-AE8A-E8BF2DA06372}" type="slidenum">
              <a:rPr lang="en-US" smtClean="0"/>
              <a:t>27</a:t>
            </a:fld>
            <a:endParaRPr lang="en-US"/>
          </a:p>
        </p:txBody>
      </p:sp>
      <p:graphicFrame>
        <p:nvGraphicFramePr>
          <p:cNvPr id="6" name="Table 5">
            <a:extLst>
              <a:ext uri="{FF2B5EF4-FFF2-40B4-BE49-F238E27FC236}">
                <a16:creationId xmlns:a16="http://schemas.microsoft.com/office/drawing/2014/main" id="{30BD3428-A330-AAB4-285C-5DE0AA31F33C}"/>
              </a:ext>
            </a:extLst>
          </p:cNvPr>
          <p:cNvGraphicFramePr>
            <a:graphicFrameLocks noGrp="1"/>
          </p:cNvGraphicFramePr>
          <p:nvPr>
            <p:extLst>
              <p:ext uri="{D42A27DB-BD31-4B8C-83A1-F6EECF244321}">
                <p14:modId xmlns:p14="http://schemas.microsoft.com/office/powerpoint/2010/main" val="1404680851"/>
              </p:ext>
            </p:extLst>
          </p:nvPr>
        </p:nvGraphicFramePr>
        <p:xfrm>
          <a:off x="1355089" y="2431700"/>
          <a:ext cx="8780781" cy="2635689"/>
        </p:xfrm>
        <a:graphic>
          <a:graphicData uri="http://schemas.openxmlformats.org/drawingml/2006/table">
            <a:tbl>
              <a:tblPr firstRow="1" firstCol="1" bandRow="1">
                <a:tableStyleId>{5C22544A-7EE6-4342-B048-85BDC9FD1C3A}</a:tableStyleId>
              </a:tblPr>
              <a:tblGrid>
                <a:gridCol w="3085490">
                  <a:extLst>
                    <a:ext uri="{9D8B030D-6E8A-4147-A177-3AD203B41FA5}">
                      <a16:colId xmlns:a16="http://schemas.microsoft.com/office/drawing/2014/main" val="384871762"/>
                    </a:ext>
                  </a:extLst>
                </a:gridCol>
                <a:gridCol w="1901322">
                  <a:extLst>
                    <a:ext uri="{9D8B030D-6E8A-4147-A177-3AD203B41FA5}">
                      <a16:colId xmlns:a16="http://schemas.microsoft.com/office/drawing/2014/main" val="591196838"/>
                    </a:ext>
                  </a:extLst>
                </a:gridCol>
                <a:gridCol w="1597690">
                  <a:extLst>
                    <a:ext uri="{9D8B030D-6E8A-4147-A177-3AD203B41FA5}">
                      <a16:colId xmlns:a16="http://schemas.microsoft.com/office/drawing/2014/main" val="1168279934"/>
                    </a:ext>
                  </a:extLst>
                </a:gridCol>
                <a:gridCol w="2196279">
                  <a:extLst>
                    <a:ext uri="{9D8B030D-6E8A-4147-A177-3AD203B41FA5}">
                      <a16:colId xmlns:a16="http://schemas.microsoft.com/office/drawing/2014/main" val="2280140058"/>
                    </a:ext>
                  </a:extLst>
                </a:gridCol>
              </a:tblGrid>
              <a:tr h="707833">
                <a:tc>
                  <a:txBody>
                    <a:body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Library name</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Number of records due for disposal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Next due date for disposal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tc>
                  <a:txBody>
                    <a:body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Disposal approver</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accent1"/>
                    </a:solidFill>
                  </a:tcPr>
                </a:tc>
                <a:extLst>
                  <a:ext uri="{0D108BD9-81ED-4DB2-BD59-A6C34878D82A}">
                    <a16:rowId xmlns:a16="http://schemas.microsoft.com/office/drawing/2014/main" val="1414282666"/>
                  </a:ext>
                </a:extLst>
              </a:tr>
              <a:tr h="692690">
                <a:tc>
                  <a:txBody>
                    <a:body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e.g. Country planning</a:t>
                      </a: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solidFill>
                      <a:srgbClr val="D7D7D7"/>
                    </a:solidFill>
                  </a:tcPr>
                </a:tc>
                <a:tc>
                  <a:txBody>
                    <a:bodyPr/>
                    <a:lstStyle/>
                    <a:p>
                      <a:pPr>
                        <a:lnSpc>
                          <a:spcPct val="107000"/>
                        </a:lnSpc>
                        <a:spcAft>
                          <a:spcPts val="800"/>
                        </a:spcAft>
                        <a:buNone/>
                      </a:pPr>
                      <a:r>
                        <a:rPr lang="en-AU" sz="1600" kern="100" dirty="0">
                          <a:effectLst/>
                        </a:rPr>
                        <a:t>Date</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Name</a:t>
                      </a:r>
                    </a:p>
                  </a:txBody>
                  <a:tcPr marL="68580" marR="68580" marT="0" marB="0">
                    <a:solidFill>
                      <a:srgbClr val="D7D7D7"/>
                    </a:solidFill>
                  </a:tcPr>
                </a:tc>
                <a:extLst>
                  <a:ext uri="{0D108BD9-81ED-4DB2-BD59-A6C34878D82A}">
                    <a16:rowId xmlns:a16="http://schemas.microsoft.com/office/drawing/2014/main" val="3176347642"/>
                  </a:ext>
                </a:extLst>
              </a:tr>
              <a:tr h="617946">
                <a:tc>
                  <a:txBody>
                    <a:body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extLst>
                  <a:ext uri="{0D108BD9-81ED-4DB2-BD59-A6C34878D82A}">
                    <a16:rowId xmlns:a16="http://schemas.microsoft.com/office/drawing/2014/main" val="1128591595"/>
                  </a:ext>
                </a:extLst>
              </a:tr>
              <a:tr h="617220">
                <a:tc>
                  <a:txBody>
                    <a:body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D7D7D7"/>
                    </a:solidFill>
                  </a:tcPr>
                </a:tc>
                <a:extLst>
                  <a:ext uri="{0D108BD9-81ED-4DB2-BD59-A6C34878D82A}">
                    <a16:rowId xmlns:a16="http://schemas.microsoft.com/office/drawing/2014/main" val="668771723"/>
                  </a:ext>
                </a:extLst>
              </a:tr>
            </a:tbl>
          </a:graphicData>
        </a:graphic>
      </p:graphicFrame>
    </p:spTree>
    <p:extLst>
      <p:ext uri="{BB962C8B-B14F-4D97-AF65-F5344CB8AC3E}">
        <p14:creationId xmlns:p14="http://schemas.microsoft.com/office/powerpoint/2010/main" val="3105254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D5C69-0508-6926-F92A-2F757FF42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18EE89-3B70-E7F3-CB16-17D47B6BDE30}"/>
              </a:ext>
            </a:extLst>
          </p:cNvPr>
          <p:cNvSpPr>
            <a:spLocks noGrp="1"/>
          </p:cNvSpPr>
          <p:nvPr>
            <p:ph type="title"/>
          </p:nvPr>
        </p:nvSpPr>
        <p:spPr/>
        <p:txBody>
          <a:bodyPr/>
          <a:lstStyle/>
          <a:p>
            <a:r>
              <a:rPr lang="en-AU"/>
              <a:t>EDRMS Department insights</a:t>
            </a:r>
            <a:endParaRPr lang="en-AU" dirty="0"/>
          </a:p>
        </p:txBody>
      </p:sp>
      <p:sp>
        <p:nvSpPr>
          <p:cNvPr id="3" name="Content Placeholder 2">
            <a:extLst>
              <a:ext uri="{FF2B5EF4-FFF2-40B4-BE49-F238E27FC236}">
                <a16:creationId xmlns:a16="http://schemas.microsoft.com/office/drawing/2014/main" id="{B10DF8A0-95BD-FE65-0B08-2016E5E808BC}"/>
              </a:ext>
            </a:extLst>
          </p:cNvPr>
          <p:cNvSpPr>
            <a:spLocks noGrp="1"/>
          </p:cNvSpPr>
          <p:nvPr>
            <p:ph idx="1"/>
          </p:nvPr>
        </p:nvSpPr>
        <p:spPr/>
        <p:txBody>
          <a:bodyPr>
            <a:normAutofit/>
          </a:bodyPr>
          <a:lstStyle/>
          <a:p>
            <a:pPr marL="457200" lvl="1" indent="0">
              <a:buNone/>
            </a:pPr>
            <a:r>
              <a:rPr lang="en-AU" dirty="0"/>
              <a:t>10. Records management program dates:</a:t>
            </a:r>
          </a:p>
          <a:p>
            <a:pPr marL="1371600" lvl="2" indent="-457200">
              <a:buFont typeface="+mj-lt"/>
              <a:buAutoNum type="alphaLcParenR"/>
            </a:pPr>
            <a:r>
              <a:rPr lang="en-AU" sz="2000" dirty="0"/>
              <a:t>CSIS-IR audit of EDRMS: </a:t>
            </a:r>
          </a:p>
          <a:p>
            <a:pPr marL="1371600" lvl="2" indent="-457200">
              <a:buFont typeface="+mj-lt"/>
              <a:buAutoNum type="alphaLcParenR"/>
            </a:pPr>
            <a:r>
              <a:rPr lang="en-AU" sz="2000" dirty="0"/>
              <a:t>Convention review:</a:t>
            </a:r>
          </a:p>
          <a:p>
            <a:pPr marL="1371600" lvl="2" indent="-457200">
              <a:buFont typeface="+mj-lt"/>
              <a:buAutoNum type="alphaLcParenR"/>
            </a:pPr>
            <a:r>
              <a:rPr lang="en-AU" sz="2000" dirty="0"/>
              <a:t>Physical records review:</a:t>
            </a:r>
          </a:p>
          <a:p>
            <a:pPr marL="1371600" lvl="2" indent="-457200">
              <a:buFont typeface="+mj-lt"/>
              <a:buAutoNum type="alphaLcParenR"/>
            </a:pPr>
            <a:r>
              <a:rPr lang="en-AU" sz="2000" dirty="0"/>
              <a:t>Refresher training due date:</a:t>
            </a:r>
          </a:p>
          <a:p>
            <a:pPr marL="1371600" lvl="2" indent="-457200">
              <a:buFont typeface="+mj-lt"/>
              <a:buAutoNum type="alphaLcParenR"/>
            </a:pPr>
            <a:r>
              <a:rPr lang="en-AU" sz="2000" dirty="0" err="1"/>
              <a:t>Focals</a:t>
            </a:r>
            <a:r>
              <a:rPr lang="en-AU" sz="2000" dirty="0"/>
              <a:t> CoP schedule:</a:t>
            </a:r>
          </a:p>
          <a:p>
            <a:pPr marL="1371600" lvl="2" indent="-457200">
              <a:buFont typeface="+mj-lt"/>
              <a:buAutoNum type="alphaLcParenR"/>
            </a:pPr>
            <a:endParaRPr lang="en-AU" dirty="0"/>
          </a:p>
        </p:txBody>
      </p:sp>
      <p:sp>
        <p:nvSpPr>
          <p:cNvPr id="4" name="Slide Number Placeholder 3">
            <a:extLst>
              <a:ext uri="{FF2B5EF4-FFF2-40B4-BE49-F238E27FC236}">
                <a16:creationId xmlns:a16="http://schemas.microsoft.com/office/drawing/2014/main" id="{ABF6F1F8-03A5-70C5-9F2A-3D0DA077FE73}"/>
              </a:ext>
            </a:extLst>
          </p:cNvPr>
          <p:cNvSpPr>
            <a:spLocks noGrp="1"/>
          </p:cNvSpPr>
          <p:nvPr>
            <p:ph type="sldNum" sz="quarter" idx="12"/>
          </p:nvPr>
        </p:nvSpPr>
        <p:spPr/>
        <p:txBody>
          <a:bodyPr/>
          <a:lstStyle/>
          <a:p>
            <a:fld id="{C7FDEC95-032C-4F4A-AE8A-E8BF2DA06372}" type="slidenum">
              <a:rPr lang="en-US" smtClean="0"/>
              <a:t>28</a:t>
            </a:fld>
            <a:endParaRPr lang="en-US"/>
          </a:p>
        </p:txBody>
      </p:sp>
    </p:spTree>
    <p:extLst>
      <p:ext uri="{BB962C8B-B14F-4D97-AF65-F5344CB8AC3E}">
        <p14:creationId xmlns:p14="http://schemas.microsoft.com/office/powerpoint/2010/main" val="2571189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675E-970F-7ED3-0832-F8958B6A64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D12C8-8071-8417-0572-A3C1B95C58AE}"/>
              </a:ext>
            </a:extLst>
          </p:cNvPr>
          <p:cNvSpPr>
            <a:spLocks noGrp="1"/>
          </p:cNvSpPr>
          <p:nvPr>
            <p:ph type="title"/>
          </p:nvPr>
        </p:nvSpPr>
        <p:spPr/>
        <p:txBody>
          <a:bodyPr/>
          <a:lstStyle/>
          <a:p>
            <a:r>
              <a:rPr lang="en-AU" dirty="0"/>
              <a:t>EDRMS Institutional File Plan insights</a:t>
            </a:r>
          </a:p>
        </p:txBody>
      </p:sp>
      <p:sp>
        <p:nvSpPr>
          <p:cNvPr id="3" name="Content Placeholder 2">
            <a:extLst>
              <a:ext uri="{FF2B5EF4-FFF2-40B4-BE49-F238E27FC236}">
                <a16:creationId xmlns:a16="http://schemas.microsoft.com/office/drawing/2014/main" id="{B71284EB-587E-7091-537C-3E92B8D95AB1}"/>
              </a:ext>
            </a:extLst>
          </p:cNvPr>
          <p:cNvSpPr>
            <a:spLocks noGrp="1"/>
          </p:cNvSpPr>
          <p:nvPr>
            <p:ph idx="1"/>
          </p:nvPr>
        </p:nvSpPr>
        <p:spPr/>
        <p:txBody>
          <a:bodyPr>
            <a:normAutofit/>
          </a:bodyPr>
          <a:lstStyle/>
          <a:p>
            <a:pPr marL="514350" indent="-514350">
              <a:buAutoNum type="arabicPeriod"/>
            </a:pPr>
            <a:r>
              <a:rPr lang="en-AU" u="sng" dirty="0"/>
              <a:t>Top panel stats:</a:t>
            </a:r>
          </a:p>
          <a:p>
            <a:pPr marL="1257300" lvl="0" indent="-514350">
              <a:buFont typeface="+mj-lt"/>
              <a:buAutoNum type="alphaLcParenR"/>
            </a:pPr>
            <a:r>
              <a:rPr lang="en-AU" dirty="0"/>
              <a:t>Total terms</a:t>
            </a:r>
          </a:p>
          <a:p>
            <a:pPr marL="1257300" lvl="0" indent="-514350">
              <a:buFont typeface="+mj-lt"/>
              <a:buAutoNum type="alphaLcParenR"/>
            </a:pPr>
            <a:r>
              <a:rPr lang="en-AU" dirty="0"/>
              <a:t>Total Administration terms</a:t>
            </a:r>
          </a:p>
          <a:p>
            <a:pPr marL="1257300" lvl="0" indent="-514350">
              <a:buFont typeface="+mj-lt"/>
              <a:buAutoNum type="alphaLcParenR"/>
            </a:pPr>
            <a:r>
              <a:rPr lang="en-AU" dirty="0"/>
              <a:t>Total People management terms</a:t>
            </a:r>
          </a:p>
          <a:p>
            <a:pPr marL="1257300" lvl="0" indent="-514350">
              <a:buFont typeface="+mj-lt"/>
              <a:buAutoNum type="alphaLcParenR"/>
            </a:pPr>
            <a:r>
              <a:rPr lang="en-AU" dirty="0"/>
              <a:t>Total Programs and operations terms</a:t>
            </a:r>
          </a:p>
          <a:p>
            <a:pPr marL="1257300" lvl="0" indent="-514350">
              <a:buFont typeface="+mj-lt"/>
              <a:buAutoNum type="alphaLcParenR"/>
            </a:pPr>
            <a:endParaRPr lang="en-AU" dirty="0"/>
          </a:p>
          <a:p>
            <a:pPr marL="971550" lvl="1" indent="-514350">
              <a:buFont typeface="+mj-lt"/>
              <a:buAutoNum type="alphaLcParenR"/>
            </a:pPr>
            <a:endParaRPr lang="en-AU" dirty="0"/>
          </a:p>
        </p:txBody>
      </p:sp>
      <p:sp>
        <p:nvSpPr>
          <p:cNvPr id="4" name="Slide Number Placeholder 3">
            <a:extLst>
              <a:ext uri="{FF2B5EF4-FFF2-40B4-BE49-F238E27FC236}">
                <a16:creationId xmlns:a16="http://schemas.microsoft.com/office/drawing/2014/main" id="{95E10ECD-2749-9F79-45C1-E96039175445}"/>
              </a:ext>
            </a:extLst>
          </p:cNvPr>
          <p:cNvSpPr>
            <a:spLocks noGrp="1"/>
          </p:cNvSpPr>
          <p:nvPr>
            <p:ph type="sldNum" sz="quarter" idx="12"/>
          </p:nvPr>
        </p:nvSpPr>
        <p:spPr/>
        <p:txBody>
          <a:bodyPr/>
          <a:lstStyle/>
          <a:p>
            <a:fld id="{C7FDEC95-032C-4F4A-AE8A-E8BF2DA06372}" type="slidenum">
              <a:rPr lang="en-US" smtClean="0"/>
              <a:t>29</a:t>
            </a:fld>
            <a:endParaRPr lang="en-US"/>
          </a:p>
        </p:txBody>
      </p:sp>
    </p:spTree>
    <p:extLst>
      <p:ext uri="{BB962C8B-B14F-4D97-AF65-F5344CB8AC3E}">
        <p14:creationId xmlns:p14="http://schemas.microsoft.com/office/powerpoint/2010/main" val="83988104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1D5F8-B6A0-A095-F847-6DFDAE401307}"/>
              </a:ext>
            </a:extLst>
          </p:cNvPr>
          <p:cNvSpPr>
            <a:spLocks noGrp="1"/>
          </p:cNvSpPr>
          <p:nvPr>
            <p:ph type="title"/>
          </p:nvPr>
        </p:nvSpPr>
        <p:spPr/>
        <p:txBody>
          <a:bodyPr/>
          <a:lstStyle/>
          <a:p>
            <a:r>
              <a:rPr lang="en-AU" dirty="0"/>
              <a:t>EDRMS Institutional File Plan insights</a:t>
            </a:r>
          </a:p>
        </p:txBody>
      </p:sp>
      <p:sp>
        <p:nvSpPr>
          <p:cNvPr id="4" name="Slide Number Placeholder 3">
            <a:extLst>
              <a:ext uri="{FF2B5EF4-FFF2-40B4-BE49-F238E27FC236}">
                <a16:creationId xmlns:a16="http://schemas.microsoft.com/office/drawing/2014/main" id="{38796E19-A189-0926-FEA0-12B0FEBDFB48}"/>
              </a:ext>
            </a:extLst>
          </p:cNvPr>
          <p:cNvSpPr>
            <a:spLocks noGrp="1"/>
          </p:cNvSpPr>
          <p:nvPr>
            <p:ph type="sldNum" sz="quarter" idx="12"/>
          </p:nvPr>
        </p:nvSpPr>
        <p:spPr/>
        <p:txBody>
          <a:bodyPr/>
          <a:lstStyle/>
          <a:p>
            <a:fld id="{C7FDEC95-032C-4F4A-AE8A-E8BF2DA06372}" type="slidenum">
              <a:rPr lang="en-US" smtClean="0"/>
              <a:t>30</a:t>
            </a:fld>
            <a:endParaRPr lang="en-US"/>
          </a:p>
        </p:txBody>
      </p:sp>
      <p:graphicFrame>
        <p:nvGraphicFramePr>
          <p:cNvPr id="5" name="Table 4">
            <a:extLst>
              <a:ext uri="{FF2B5EF4-FFF2-40B4-BE49-F238E27FC236}">
                <a16:creationId xmlns:a16="http://schemas.microsoft.com/office/drawing/2014/main" id="{4559E4F3-46B9-3BBA-2981-032B3A3BCC0D}"/>
              </a:ext>
            </a:extLst>
          </p:cNvPr>
          <p:cNvGraphicFramePr>
            <a:graphicFrameLocks noGrp="1"/>
          </p:cNvGraphicFramePr>
          <p:nvPr/>
        </p:nvGraphicFramePr>
        <p:xfrm>
          <a:off x="932180" y="2403093"/>
          <a:ext cx="9050020" cy="1025907"/>
        </p:xfrm>
        <a:graphic>
          <a:graphicData uri="http://schemas.openxmlformats.org/drawingml/2006/table">
            <a:tbl>
              <a:tblPr firstRow="1" firstCol="1" bandRow="1">
                <a:tableStyleId>{5C22544A-7EE6-4342-B048-85BDC9FD1C3A}</a:tableStyleId>
              </a:tblPr>
              <a:tblGrid>
                <a:gridCol w="1641170">
                  <a:extLst>
                    <a:ext uri="{9D8B030D-6E8A-4147-A177-3AD203B41FA5}">
                      <a16:colId xmlns:a16="http://schemas.microsoft.com/office/drawing/2014/main" val="3611284804"/>
                    </a:ext>
                  </a:extLst>
                </a:gridCol>
                <a:gridCol w="1888098">
                  <a:extLst>
                    <a:ext uri="{9D8B030D-6E8A-4147-A177-3AD203B41FA5}">
                      <a16:colId xmlns:a16="http://schemas.microsoft.com/office/drawing/2014/main" val="1541412812"/>
                    </a:ext>
                  </a:extLst>
                </a:gridCol>
                <a:gridCol w="1822852">
                  <a:extLst>
                    <a:ext uri="{9D8B030D-6E8A-4147-A177-3AD203B41FA5}">
                      <a16:colId xmlns:a16="http://schemas.microsoft.com/office/drawing/2014/main" val="1270121581"/>
                    </a:ext>
                  </a:extLst>
                </a:gridCol>
                <a:gridCol w="1924233">
                  <a:extLst>
                    <a:ext uri="{9D8B030D-6E8A-4147-A177-3AD203B41FA5}">
                      <a16:colId xmlns:a16="http://schemas.microsoft.com/office/drawing/2014/main" val="442220271"/>
                    </a:ext>
                  </a:extLst>
                </a:gridCol>
                <a:gridCol w="1773667">
                  <a:extLst>
                    <a:ext uri="{9D8B030D-6E8A-4147-A177-3AD203B41FA5}">
                      <a16:colId xmlns:a16="http://schemas.microsoft.com/office/drawing/2014/main" val="34751620"/>
                    </a:ext>
                  </a:extLst>
                </a:gridCol>
              </a:tblGrid>
              <a:tr h="0">
                <a:tc>
                  <a:txBody>
                    <a:bodyPr/>
                    <a:lstStyle/>
                    <a:p>
                      <a:pPr>
                        <a:lnSpc>
                          <a:spcPct val="107000"/>
                        </a:lnSpc>
                        <a:spcAft>
                          <a:spcPts val="800"/>
                        </a:spcAft>
                        <a:buNone/>
                      </a:pPr>
                      <a:r>
                        <a:rPr lang="en-AU" sz="1600" kern="100" dirty="0">
                          <a:effectLst/>
                        </a:rPr>
                        <a:t>Term (Top level)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libraries provisioned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a:effectLst/>
                        </a:rPr>
                        <a:t>Number of physical counterparts</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95005427"/>
                  </a:ext>
                </a:extLst>
              </a:tr>
              <a:tr h="0">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2">
                        <a:lumMod val="90000"/>
                      </a:schemeClr>
                    </a:solidFill>
                  </a:tcPr>
                </a:tc>
                <a:tc>
                  <a:txBody>
                    <a:bodyPr/>
                    <a:lstStyle/>
                    <a:p>
                      <a:pPr>
                        <a:lnSpc>
                          <a:spcPct val="107000"/>
                        </a:lnSpc>
                        <a:spcAft>
                          <a:spcPts val="800"/>
                        </a:spcAft>
                        <a:buNone/>
                      </a:pPr>
                      <a:r>
                        <a:rPr lang="en-AU" sz="1600" kern="100">
                          <a:effectLst/>
                        </a:rPr>
                        <a:t> </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a:effectLst/>
                        </a:rPr>
                        <a:t> </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1741260"/>
                  </a:ext>
                </a:extLst>
              </a:tr>
            </a:tbl>
          </a:graphicData>
        </a:graphic>
      </p:graphicFrame>
      <p:sp>
        <p:nvSpPr>
          <p:cNvPr id="6" name="TextBox 5">
            <a:extLst>
              <a:ext uri="{FF2B5EF4-FFF2-40B4-BE49-F238E27FC236}">
                <a16:creationId xmlns:a16="http://schemas.microsoft.com/office/drawing/2014/main" id="{2D25BB0D-D4D3-C3AE-1639-4C67C5E51D4E}"/>
              </a:ext>
            </a:extLst>
          </p:cNvPr>
          <p:cNvSpPr txBox="1"/>
          <p:nvPr/>
        </p:nvSpPr>
        <p:spPr>
          <a:xfrm>
            <a:off x="838200" y="1690688"/>
            <a:ext cx="3134360" cy="369332"/>
          </a:xfrm>
          <a:prstGeom prst="rect">
            <a:avLst/>
          </a:prstGeom>
          <a:noFill/>
        </p:spPr>
        <p:txBody>
          <a:bodyPr wrap="square" rtlCol="0">
            <a:spAutoFit/>
          </a:bodyPr>
          <a:lstStyle/>
          <a:p>
            <a:r>
              <a:rPr lang="en-AU" dirty="0"/>
              <a:t>1. Administration terms</a:t>
            </a:r>
          </a:p>
        </p:txBody>
      </p:sp>
      <p:graphicFrame>
        <p:nvGraphicFramePr>
          <p:cNvPr id="8" name="Table 7">
            <a:extLst>
              <a:ext uri="{FF2B5EF4-FFF2-40B4-BE49-F238E27FC236}">
                <a16:creationId xmlns:a16="http://schemas.microsoft.com/office/drawing/2014/main" id="{D60B8EB9-E1D9-947A-8466-D6276864A159}"/>
              </a:ext>
            </a:extLst>
          </p:cNvPr>
          <p:cNvGraphicFramePr>
            <a:graphicFrameLocks noGrp="1"/>
          </p:cNvGraphicFramePr>
          <p:nvPr/>
        </p:nvGraphicFramePr>
        <p:xfrm>
          <a:off x="838200" y="4474416"/>
          <a:ext cx="9050020" cy="1025907"/>
        </p:xfrm>
        <a:graphic>
          <a:graphicData uri="http://schemas.openxmlformats.org/drawingml/2006/table">
            <a:tbl>
              <a:tblPr firstRow="1" firstCol="1" bandRow="1">
                <a:tableStyleId>{5C22544A-7EE6-4342-B048-85BDC9FD1C3A}</a:tableStyleId>
              </a:tblPr>
              <a:tblGrid>
                <a:gridCol w="1641170">
                  <a:extLst>
                    <a:ext uri="{9D8B030D-6E8A-4147-A177-3AD203B41FA5}">
                      <a16:colId xmlns:a16="http://schemas.microsoft.com/office/drawing/2014/main" val="3611284804"/>
                    </a:ext>
                  </a:extLst>
                </a:gridCol>
                <a:gridCol w="1888098">
                  <a:extLst>
                    <a:ext uri="{9D8B030D-6E8A-4147-A177-3AD203B41FA5}">
                      <a16:colId xmlns:a16="http://schemas.microsoft.com/office/drawing/2014/main" val="1541412812"/>
                    </a:ext>
                  </a:extLst>
                </a:gridCol>
                <a:gridCol w="1822852">
                  <a:extLst>
                    <a:ext uri="{9D8B030D-6E8A-4147-A177-3AD203B41FA5}">
                      <a16:colId xmlns:a16="http://schemas.microsoft.com/office/drawing/2014/main" val="1270121581"/>
                    </a:ext>
                  </a:extLst>
                </a:gridCol>
                <a:gridCol w="1924233">
                  <a:extLst>
                    <a:ext uri="{9D8B030D-6E8A-4147-A177-3AD203B41FA5}">
                      <a16:colId xmlns:a16="http://schemas.microsoft.com/office/drawing/2014/main" val="442220271"/>
                    </a:ext>
                  </a:extLst>
                </a:gridCol>
                <a:gridCol w="1773667">
                  <a:extLst>
                    <a:ext uri="{9D8B030D-6E8A-4147-A177-3AD203B41FA5}">
                      <a16:colId xmlns:a16="http://schemas.microsoft.com/office/drawing/2014/main" val="34751620"/>
                    </a:ext>
                  </a:extLst>
                </a:gridCol>
              </a:tblGrid>
              <a:tr h="0">
                <a:tc>
                  <a:txBody>
                    <a:bodyPr/>
                    <a:lstStyle/>
                    <a:p>
                      <a:pPr>
                        <a:lnSpc>
                          <a:spcPct val="107000"/>
                        </a:lnSpc>
                        <a:spcAft>
                          <a:spcPts val="800"/>
                        </a:spcAft>
                        <a:buNone/>
                      </a:pPr>
                      <a:r>
                        <a:rPr lang="en-AU" sz="1600" kern="100" dirty="0">
                          <a:effectLst/>
                        </a:rPr>
                        <a:t>Term (Top level)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libraries provisioned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a:effectLst/>
                        </a:rPr>
                        <a:t>Number of physical counterparts</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95005427"/>
                  </a:ext>
                </a:extLst>
              </a:tr>
              <a:tr h="0">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2">
                        <a:lumMod val="90000"/>
                      </a:schemeClr>
                    </a:solidFill>
                  </a:tcPr>
                </a:tc>
                <a:tc>
                  <a:txBody>
                    <a:bodyPr/>
                    <a:lstStyle/>
                    <a:p>
                      <a:pPr>
                        <a:lnSpc>
                          <a:spcPct val="107000"/>
                        </a:lnSpc>
                        <a:spcAft>
                          <a:spcPts val="800"/>
                        </a:spcAft>
                        <a:buNone/>
                      </a:pPr>
                      <a:r>
                        <a:rPr lang="en-AU" sz="1600" kern="100">
                          <a:effectLst/>
                        </a:rPr>
                        <a:t> </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a:effectLst/>
                        </a:rPr>
                        <a:t> </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1741260"/>
                  </a:ext>
                </a:extLst>
              </a:tr>
            </a:tbl>
          </a:graphicData>
        </a:graphic>
      </p:graphicFrame>
      <p:sp>
        <p:nvSpPr>
          <p:cNvPr id="10" name="TextBox 9">
            <a:extLst>
              <a:ext uri="{FF2B5EF4-FFF2-40B4-BE49-F238E27FC236}">
                <a16:creationId xmlns:a16="http://schemas.microsoft.com/office/drawing/2014/main" id="{0CA043C5-8181-7B00-78C0-4EB2D09364A0}"/>
              </a:ext>
            </a:extLst>
          </p:cNvPr>
          <p:cNvSpPr txBox="1"/>
          <p:nvPr/>
        </p:nvSpPr>
        <p:spPr>
          <a:xfrm>
            <a:off x="744220" y="3762011"/>
            <a:ext cx="3134360" cy="369332"/>
          </a:xfrm>
          <a:prstGeom prst="rect">
            <a:avLst/>
          </a:prstGeom>
          <a:noFill/>
        </p:spPr>
        <p:txBody>
          <a:bodyPr wrap="square" rtlCol="0">
            <a:spAutoFit/>
          </a:bodyPr>
          <a:lstStyle/>
          <a:p>
            <a:r>
              <a:rPr lang="en-AU" dirty="0"/>
              <a:t>2. People management terms</a:t>
            </a:r>
          </a:p>
        </p:txBody>
      </p:sp>
    </p:spTree>
    <p:extLst>
      <p:ext uri="{BB962C8B-B14F-4D97-AF65-F5344CB8AC3E}">
        <p14:creationId xmlns:p14="http://schemas.microsoft.com/office/powerpoint/2010/main" val="37243584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ED737-61B4-0E1D-008A-B78D37A58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51715-8A8E-E0B9-1E5E-58F014BC4318}"/>
              </a:ext>
            </a:extLst>
          </p:cNvPr>
          <p:cNvSpPr>
            <a:spLocks noGrp="1"/>
          </p:cNvSpPr>
          <p:nvPr>
            <p:ph type="title"/>
          </p:nvPr>
        </p:nvSpPr>
        <p:spPr/>
        <p:txBody>
          <a:bodyPr/>
          <a:lstStyle/>
          <a:p>
            <a:r>
              <a:rPr lang="en-AU" dirty="0"/>
              <a:t>EDRMS Institutional File Plan insights</a:t>
            </a:r>
          </a:p>
        </p:txBody>
      </p:sp>
      <p:sp>
        <p:nvSpPr>
          <p:cNvPr id="4" name="Slide Number Placeholder 3">
            <a:extLst>
              <a:ext uri="{FF2B5EF4-FFF2-40B4-BE49-F238E27FC236}">
                <a16:creationId xmlns:a16="http://schemas.microsoft.com/office/drawing/2014/main" id="{B65C38D5-85C2-68EB-04E1-90B883C37A9B}"/>
              </a:ext>
            </a:extLst>
          </p:cNvPr>
          <p:cNvSpPr>
            <a:spLocks noGrp="1"/>
          </p:cNvSpPr>
          <p:nvPr>
            <p:ph type="sldNum" sz="quarter" idx="12"/>
          </p:nvPr>
        </p:nvSpPr>
        <p:spPr/>
        <p:txBody>
          <a:bodyPr/>
          <a:lstStyle/>
          <a:p>
            <a:fld id="{C7FDEC95-032C-4F4A-AE8A-E8BF2DA06372}" type="slidenum">
              <a:rPr lang="en-US" smtClean="0"/>
              <a:t>31</a:t>
            </a:fld>
            <a:endParaRPr lang="en-US"/>
          </a:p>
        </p:txBody>
      </p:sp>
      <p:graphicFrame>
        <p:nvGraphicFramePr>
          <p:cNvPr id="5" name="Table 4">
            <a:extLst>
              <a:ext uri="{FF2B5EF4-FFF2-40B4-BE49-F238E27FC236}">
                <a16:creationId xmlns:a16="http://schemas.microsoft.com/office/drawing/2014/main" id="{4A1F8E6D-625D-85FF-A17B-F84CD5FDD943}"/>
              </a:ext>
            </a:extLst>
          </p:cNvPr>
          <p:cNvGraphicFramePr>
            <a:graphicFrameLocks noGrp="1"/>
          </p:cNvGraphicFramePr>
          <p:nvPr/>
        </p:nvGraphicFramePr>
        <p:xfrm>
          <a:off x="932180" y="2403093"/>
          <a:ext cx="9050020" cy="1025907"/>
        </p:xfrm>
        <a:graphic>
          <a:graphicData uri="http://schemas.openxmlformats.org/drawingml/2006/table">
            <a:tbl>
              <a:tblPr firstRow="1" firstCol="1" bandRow="1">
                <a:tableStyleId>{5C22544A-7EE6-4342-B048-85BDC9FD1C3A}</a:tableStyleId>
              </a:tblPr>
              <a:tblGrid>
                <a:gridCol w="1641170">
                  <a:extLst>
                    <a:ext uri="{9D8B030D-6E8A-4147-A177-3AD203B41FA5}">
                      <a16:colId xmlns:a16="http://schemas.microsoft.com/office/drawing/2014/main" val="3611284804"/>
                    </a:ext>
                  </a:extLst>
                </a:gridCol>
                <a:gridCol w="1888098">
                  <a:extLst>
                    <a:ext uri="{9D8B030D-6E8A-4147-A177-3AD203B41FA5}">
                      <a16:colId xmlns:a16="http://schemas.microsoft.com/office/drawing/2014/main" val="1541412812"/>
                    </a:ext>
                  </a:extLst>
                </a:gridCol>
                <a:gridCol w="1822852">
                  <a:extLst>
                    <a:ext uri="{9D8B030D-6E8A-4147-A177-3AD203B41FA5}">
                      <a16:colId xmlns:a16="http://schemas.microsoft.com/office/drawing/2014/main" val="1270121581"/>
                    </a:ext>
                  </a:extLst>
                </a:gridCol>
                <a:gridCol w="1924233">
                  <a:extLst>
                    <a:ext uri="{9D8B030D-6E8A-4147-A177-3AD203B41FA5}">
                      <a16:colId xmlns:a16="http://schemas.microsoft.com/office/drawing/2014/main" val="442220271"/>
                    </a:ext>
                  </a:extLst>
                </a:gridCol>
                <a:gridCol w="1773667">
                  <a:extLst>
                    <a:ext uri="{9D8B030D-6E8A-4147-A177-3AD203B41FA5}">
                      <a16:colId xmlns:a16="http://schemas.microsoft.com/office/drawing/2014/main" val="34751620"/>
                    </a:ext>
                  </a:extLst>
                </a:gridCol>
              </a:tblGrid>
              <a:tr h="0">
                <a:tc>
                  <a:txBody>
                    <a:bodyPr/>
                    <a:lstStyle/>
                    <a:p>
                      <a:pPr>
                        <a:lnSpc>
                          <a:spcPct val="107000"/>
                        </a:lnSpc>
                        <a:spcAft>
                          <a:spcPts val="800"/>
                        </a:spcAft>
                        <a:buNone/>
                      </a:pPr>
                      <a:r>
                        <a:rPr lang="en-AU" sz="1600" kern="100" dirty="0">
                          <a:effectLst/>
                        </a:rPr>
                        <a:t>Term (Top level)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libraries provisioned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a:effectLst/>
                        </a:rPr>
                        <a:t>Number of physical counterparts</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95005427"/>
                  </a:ext>
                </a:extLst>
              </a:tr>
              <a:tr h="0">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2">
                        <a:lumMod val="90000"/>
                      </a:schemeClr>
                    </a:solidFill>
                  </a:tcPr>
                </a:tc>
                <a:tc>
                  <a:txBody>
                    <a:bodyPr/>
                    <a:lstStyle/>
                    <a:p>
                      <a:pPr>
                        <a:lnSpc>
                          <a:spcPct val="107000"/>
                        </a:lnSpc>
                        <a:spcAft>
                          <a:spcPts val="800"/>
                        </a:spcAft>
                        <a:buNone/>
                      </a:pPr>
                      <a:r>
                        <a:rPr lang="en-AU" sz="1600" kern="100">
                          <a:effectLst/>
                        </a:rPr>
                        <a:t> </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a:effectLst/>
                        </a:rPr>
                        <a:t> </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1741260"/>
                  </a:ext>
                </a:extLst>
              </a:tr>
            </a:tbl>
          </a:graphicData>
        </a:graphic>
      </p:graphicFrame>
      <p:sp>
        <p:nvSpPr>
          <p:cNvPr id="6" name="TextBox 5">
            <a:extLst>
              <a:ext uri="{FF2B5EF4-FFF2-40B4-BE49-F238E27FC236}">
                <a16:creationId xmlns:a16="http://schemas.microsoft.com/office/drawing/2014/main" id="{0B7AA0AC-4829-C1C7-CFDF-E43E1DF5F952}"/>
              </a:ext>
            </a:extLst>
          </p:cNvPr>
          <p:cNvSpPr txBox="1"/>
          <p:nvPr/>
        </p:nvSpPr>
        <p:spPr>
          <a:xfrm>
            <a:off x="838200" y="1690688"/>
            <a:ext cx="4180840" cy="369332"/>
          </a:xfrm>
          <a:prstGeom prst="rect">
            <a:avLst/>
          </a:prstGeom>
          <a:noFill/>
        </p:spPr>
        <p:txBody>
          <a:bodyPr wrap="square" rtlCol="0">
            <a:spAutoFit/>
          </a:bodyPr>
          <a:lstStyle/>
          <a:p>
            <a:r>
              <a:rPr lang="en-AU" dirty="0"/>
              <a:t>3. Programs and operations terms</a:t>
            </a:r>
          </a:p>
        </p:txBody>
      </p:sp>
      <p:graphicFrame>
        <p:nvGraphicFramePr>
          <p:cNvPr id="8" name="Table 7">
            <a:extLst>
              <a:ext uri="{FF2B5EF4-FFF2-40B4-BE49-F238E27FC236}">
                <a16:creationId xmlns:a16="http://schemas.microsoft.com/office/drawing/2014/main" id="{DA55701E-53B7-980E-2337-4F4F047BA678}"/>
              </a:ext>
            </a:extLst>
          </p:cNvPr>
          <p:cNvGraphicFramePr>
            <a:graphicFrameLocks noGrp="1"/>
          </p:cNvGraphicFramePr>
          <p:nvPr/>
        </p:nvGraphicFramePr>
        <p:xfrm>
          <a:off x="838200" y="4474416"/>
          <a:ext cx="9050020" cy="1025907"/>
        </p:xfrm>
        <a:graphic>
          <a:graphicData uri="http://schemas.openxmlformats.org/drawingml/2006/table">
            <a:tbl>
              <a:tblPr firstRow="1" firstCol="1" bandRow="1">
                <a:tableStyleId>{5C22544A-7EE6-4342-B048-85BDC9FD1C3A}</a:tableStyleId>
              </a:tblPr>
              <a:tblGrid>
                <a:gridCol w="1641170">
                  <a:extLst>
                    <a:ext uri="{9D8B030D-6E8A-4147-A177-3AD203B41FA5}">
                      <a16:colId xmlns:a16="http://schemas.microsoft.com/office/drawing/2014/main" val="3611284804"/>
                    </a:ext>
                  </a:extLst>
                </a:gridCol>
                <a:gridCol w="1888098">
                  <a:extLst>
                    <a:ext uri="{9D8B030D-6E8A-4147-A177-3AD203B41FA5}">
                      <a16:colId xmlns:a16="http://schemas.microsoft.com/office/drawing/2014/main" val="1541412812"/>
                    </a:ext>
                  </a:extLst>
                </a:gridCol>
                <a:gridCol w="1822852">
                  <a:extLst>
                    <a:ext uri="{9D8B030D-6E8A-4147-A177-3AD203B41FA5}">
                      <a16:colId xmlns:a16="http://schemas.microsoft.com/office/drawing/2014/main" val="1270121581"/>
                    </a:ext>
                  </a:extLst>
                </a:gridCol>
                <a:gridCol w="1924233">
                  <a:extLst>
                    <a:ext uri="{9D8B030D-6E8A-4147-A177-3AD203B41FA5}">
                      <a16:colId xmlns:a16="http://schemas.microsoft.com/office/drawing/2014/main" val="442220271"/>
                    </a:ext>
                  </a:extLst>
                </a:gridCol>
                <a:gridCol w="1773667">
                  <a:extLst>
                    <a:ext uri="{9D8B030D-6E8A-4147-A177-3AD203B41FA5}">
                      <a16:colId xmlns:a16="http://schemas.microsoft.com/office/drawing/2014/main" val="34751620"/>
                    </a:ext>
                  </a:extLst>
                </a:gridCol>
              </a:tblGrid>
              <a:tr h="0">
                <a:tc>
                  <a:txBody>
                    <a:bodyPr/>
                    <a:lstStyle/>
                    <a:p>
                      <a:pPr>
                        <a:lnSpc>
                          <a:spcPct val="107000"/>
                        </a:lnSpc>
                        <a:spcAft>
                          <a:spcPts val="800"/>
                        </a:spcAft>
                        <a:buNone/>
                      </a:pPr>
                      <a:r>
                        <a:rPr lang="en-AU" sz="1600" kern="100" dirty="0">
                          <a:effectLst/>
                        </a:rPr>
                        <a:t>Term (Top level)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libraries provisioned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a:effectLst/>
                        </a:rPr>
                        <a:t>Number of physical counterparts</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95005427"/>
                  </a:ext>
                </a:extLst>
              </a:tr>
              <a:tr h="0">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2">
                        <a:lumMod val="90000"/>
                      </a:schemeClr>
                    </a:solidFill>
                  </a:tcPr>
                </a:tc>
                <a:tc>
                  <a:txBody>
                    <a:bodyPr/>
                    <a:lstStyle/>
                    <a:p>
                      <a:pPr>
                        <a:lnSpc>
                          <a:spcPct val="107000"/>
                        </a:lnSpc>
                        <a:spcAft>
                          <a:spcPts val="800"/>
                        </a:spcAft>
                        <a:buNone/>
                      </a:pPr>
                      <a:r>
                        <a:rPr lang="en-AU" sz="1600" kern="100">
                          <a:effectLst/>
                        </a:rPr>
                        <a:t> </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a:effectLst/>
                        </a:rPr>
                        <a:t> </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1741260"/>
                  </a:ext>
                </a:extLst>
              </a:tr>
            </a:tbl>
          </a:graphicData>
        </a:graphic>
      </p:graphicFrame>
      <p:sp>
        <p:nvSpPr>
          <p:cNvPr id="10" name="TextBox 9">
            <a:extLst>
              <a:ext uri="{FF2B5EF4-FFF2-40B4-BE49-F238E27FC236}">
                <a16:creationId xmlns:a16="http://schemas.microsoft.com/office/drawing/2014/main" id="{04E43E74-7CB5-6377-27F1-6CEE06E54971}"/>
              </a:ext>
            </a:extLst>
          </p:cNvPr>
          <p:cNvSpPr txBox="1"/>
          <p:nvPr/>
        </p:nvSpPr>
        <p:spPr>
          <a:xfrm>
            <a:off x="744220" y="3762011"/>
            <a:ext cx="3134360" cy="369332"/>
          </a:xfrm>
          <a:prstGeom prst="rect">
            <a:avLst/>
          </a:prstGeom>
          <a:noFill/>
        </p:spPr>
        <p:txBody>
          <a:bodyPr wrap="square" rtlCol="0">
            <a:spAutoFit/>
          </a:bodyPr>
          <a:lstStyle/>
          <a:p>
            <a:r>
              <a:rPr lang="en-AU" dirty="0"/>
              <a:t>4. Other terms</a:t>
            </a:r>
          </a:p>
        </p:txBody>
      </p:sp>
    </p:spTree>
    <p:extLst>
      <p:ext uri="{BB962C8B-B14F-4D97-AF65-F5344CB8AC3E}">
        <p14:creationId xmlns:p14="http://schemas.microsoft.com/office/powerpoint/2010/main" val="28403185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2E155-2DFB-E5AB-C07B-A139EB48A2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23F1D7-C29A-293C-6B3C-9DD922D12435}"/>
              </a:ext>
            </a:extLst>
          </p:cNvPr>
          <p:cNvSpPr>
            <a:spLocks noGrp="1"/>
          </p:cNvSpPr>
          <p:nvPr>
            <p:ph type="title"/>
          </p:nvPr>
        </p:nvSpPr>
        <p:spPr/>
        <p:txBody>
          <a:bodyPr/>
          <a:lstStyle/>
          <a:p>
            <a:r>
              <a:rPr lang="en-AU" dirty="0"/>
              <a:t>EDRMS Retention and disposal insights</a:t>
            </a:r>
          </a:p>
        </p:txBody>
      </p:sp>
      <p:sp>
        <p:nvSpPr>
          <p:cNvPr id="4" name="Slide Number Placeholder 3">
            <a:extLst>
              <a:ext uri="{FF2B5EF4-FFF2-40B4-BE49-F238E27FC236}">
                <a16:creationId xmlns:a16="http://schemas.microsoft.com/office/drawing/2014/main" id="{8C529ED4-CC1A-9F30-9E50-3A0B6C55E9AC}"/>
              </a:ext>
            </a:extLst>
          </p:cNvPr>
          <p:cNvSpPr>
            <a:spLocks noGrp="1"/>
          </p:cNvSpPr>
          <p:nvPr>
            <p:ph type="sldNum" sz="quarter" idx="12"/>
          </p:nvPr>
        </p:nvSpPr>
        <p:spPr/>
        <p:txBody>
          <a:bodyPr/>
          <a:lstStyle/>
          <a:p>
            <a:fld id="{C7FDEC95-032C-4F4A-AE8A-E8BF2DA06372}" type="slidenum">
              <a:rPr lang="en-US" smtClean="0"/>
              <a:t>32</a:t>
            </a:fld>
            <a:endParaRPr lang="en-US"/>
          </a:p>
        </p:txBody>
      </p:sp>
      <p:graphicFrame>
        <p:nvGraphicFramePr>
          <p:cNvPr id="5" name="Table 4">
            <a:extLst>
              <a:ext uri="{FF2B5EF4-FFF2-40B4-BE49-F238E27FC236}">
                <a16:creationId xmlns:a16="http://schemas.microsoft.com/office/drawing/2014/main" id="{38051B77-21D6-E58A-2916-BB95DB99B2A1}"/>
              </a:ext>
            </a:extLst>
          </p:cNvPr>
          <p:cNvGraphicFramePr>
            <a:graphicFrameLocks noGrp="1"/>
          </p:cNvGraphicFramePr>
          <p:nvPr/>
        </p:nvGraphicFramePr>
        <p:xfrm>
          <a:off x="911860" y="2308090"/>
          <a:ext cx="9050020" cy="1025907"/>
        </p:xfrm>
        <a:graphic>
          <a:graphicData uri="http://schemas.openxmlformats.org/drawingml/2006/table">
            <a:tbl>
              <a:tblPr firstRow="1" firstCol="1" bandRow="1">
                <a:tableStyleId>{5C22544A-7EE6-4342-B048-85BDC9FD1C3A}</a:tableStyleId>
              </a:tblPr>
              <a:tblGrid>
                <a:gridCol w="1372233">
                  <a:extLst>
                    <a:ext uri="{9D8B030D-6E8A-4147-A177-3AD203B41FA5}">
                      <a16:colId xmlns:a16="http://schemas.microsoft.com/office/drawing/2014/main" val="3611284804"/>
                    </a:ext>
                  </a:extLst>
                </a:gridCol>
                <a:gridCol w="1578697">
                  <a:extLst>
                    <a:ext uri="{9D8B030D-6E8A-4147-A177-3AD203B41FA5}">
                      <a16:colId xmlns:a16="http://schemas.microsoft.com/office/drawing/2014/main" val="1541412812"/>
                    </a:ext>
                  </a:extLst>
                </a:gridCol>
                <a:gridCol w="1524143">
                  <a:extLst>
                    <a:ext uri="{9D8B030D-6E8A-4147-A177-3AD203B41FA5}">
                      <a16:colId xmlns:a16="http://schemas.microsoft.com/office/drawing/2014/main" val="1270121581"/>
                    </a:ext>
                  </a:extLst>
                </a:gridCol>
                <a:gridCol w="1608911">
                  <a:extLst>
                    <a:ext uri="{9D8B030D-6E8A-4147-A177-3AD203B41FA5}">
                      <a16:colId xmlns:a16="http://schemas.microsoft.com/office/drawing/2014/main" val="442220271"/>
                    </a:ext>
                  </a:extLst>
                </a:gridCol>
                <a:gridCol w="1483018">
                  <a:extLst>
                    <a:ext uri="{9D8B030D-6E8A-4147-A177-3AD203B41FA5}">
                      <a16:colId xmlns:a16="http://schemas.microsoft.com/office/drawing/2014/main" val="34751620"/>
                    </a:ext>
                  </a:extLst>
                </a:gridCol>
                <a:gridCol w="1483018">
                  <a:extLst>
                    <a:ext uri="{9D8B030D-6E8A-4147-A177-3AD203B41FA5}">
                      <a16:colId xmlns:a16="http://schemas.microsoft.com/office/drawing/2014/main" val="1186938438"/>
                    </a:ext>
                  </a:extLst>
                </a:gridCol>
              </a:tblGrid>
              <a:tr h="0">
                <a:tc>
                  <a:txBody>
                    <a:body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Term (Top level)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Number of libraries provisioned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Retention label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Number of records due for disposal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records disposed</a:t>
                      </a:r>
                    </a:p>
                  </a:txBody>
                  <a:tcPr marL="68580" marR="68580" marT="0" marB="0"/>
                </a:tc>
                <a:extLst>
                  <a:ext uri="{0D108BD9-81ED-4DB2-BD59-A6C34878D82A}">
                    <a16:rowId xmlns:a16="http://schemas.microsoft.com/office/drawing/2014/main" val="2695005427"/>
                  </a:ext>
                </a:extLst>
              </a:tr>
              <a:tr h="0">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2">
                        <a:lumMod val="90000"/>
                      </a:schemeClr>
                    </a:solidFill>
                  </a:tcPr>
                </a:tc>
                <a:tc>
                  <a:txBody>
                    <a:bodyPr/>
                    <a:lstStyle/>
                    <a:p>
                      <a:pPr>
                        <a:lnSpc>
                          <a:spcPct val="107000"/>
                        </a:lnSpc>
                        <a:spcAft>
                          <a:spcPts val="800"/>
                        </a:spcAft>
                        <a:buNone/>
                      </a:pPr>
                      <a:r>
                        <a:rPr lang="en-AU" sz="1600" kern="100">
                          <a:effectLst/>
                        </a:rPr>
                        <a:t> </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a:effectLst/>
                        </a:rPr>
                        <a:t> </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1741260"/>
                  </a:ext>
                </a:extLst>
              </a:tr>
            </a:tbl>
          </a:graphicData>
        </a:graphic>
      </p:graphicFrame>
      <p:sp>
        <p:nvSpPr>
          <p:cNvPr id="6" name="TextBox 5">
            <a:extLst>
              <a:ext uri="{FF2B5EF4-FFF2-40B4-BE49-F238E27FC236}">
                <a16:creationId xmlns:a16="http://schemas.microsoft.com/office/drawing/2014/main" id="{BAFEA7A0-6E3E-2D84-CDCF-B1196184135B}"/>
              </a:ext>
            </a:extLst>
          </p:cNvPr>
          <p:cNvSpPr txBox="1"/>
          <p:nvPr/>
        </p:nvSpPr>
        <p:spPr>
          <a:xfrm>
            <a:off x="838200" y="1690688"/>
            <a:ext cx="4180840" cy="369332"/>
          </a:xfrm>
          <a:prstGeom prst="rect">
            <a:avLst/>
          </a:prstGeom>
          <a:noFill/>
        </p:spPr>
        <p:txBody>
          <a:bodyPr wrap="square" rtlCol="0">
            <a:spAutoFit/>
          </a:bodyPr>
          <a:lstStyle/>
          <a:p>
            <a:r>
              <a:rPr lang="en-AU" dirty="0"/>
              <a:t>1. Temporary retention</a:t>
            </a:r>
          </a:p>
        </p:txBody>
      </p:sp>
      <p:graphicFrame>
        <p:nvGraphicFramePr>
          <p:cNvPr id="8" name="Table 7">
            <a:extLst>
              <a:ext uri="{FF2B5EF4-FFF2-40B4-BE49-F238E27FC236}">
                <a16:creationId xmlns:a16="http://schemas.microsoft.com/office/drawing/2014/main" id="{F974AA48-D9F6-9BCD-393F-54DB75F0E9DE}"/>
              </a:ext>
            </a:extLst>
          </p:cNvPr>
          <p:cNvGraphicFramePr>
            <a:graphicFrameLocks noGrp="1"/>
          </p:cNvGraphicFramePr>
          <p:nvPr/>
        </p:nvGraphicFramePr>
        <p:xfrm>
          <a:off x="838200" y="4474416"/>
          <a:ext cx="9050020" cy="1025907"/>
        </p:xfrm>
        <a:graphic>
          <a:graphicData uri="http://schemas.openxmlformats.org/drawingml/2006/table">
            <a:tbl>
              <a:tblPr firstRow="1" firstCol="1" bandRow="1">
                <a:tableStyleId>{5C22544A-7EE6-4342-B048-85BDC9FD1C3A}</a:tableStyleId>
              </a:tblPr>
              <a:tblGrid>
                <a:gridCol w="1641170">
                  <a:extLst>
                    <a:ext uri="{9D8B030D-6E8A-4147-A177-3AD203B41FA5}">
                      <a16:colId xmlns:a16="http://schemas.microsoft.com/office/drawing/2014/main" val="3611284804"/>
                    </a:ext>
                  </a:extLst>
                </a:gridCol>
                <a:gridCol w="1888098">
                  <a:extLst>
                    <a:ext uri="{9D8B030D-6E8A-4147-A177-3AD203B41FA5}">
                      <a16:colId xmlns:a16="http://schemas.microsoft.com/office/drawing/2014/main" val="1541412812"/>
                    </a:ext>
                  </a:extLst>
                </a:gridCol>
                <a:gridCol w="1822852">
                  <a:extLst>
                    <a:ext uri="{9D8B030D-6E8A-4147-A177-3AD203B41FA5}">
                      <a16:colId xmlns:a16="http://schemas.microsoft.com/office/drawing/2014/main" val="1270121581"/>
                    </a:ext>
                  </a:extLst>
                </a:gridCol>
                <a:gridCol w="1924233">
                  <a:extLst>
                    <a:ext uri="{9D8B030D-6E8A-4147-A177-3AD203B41FA5}">
                      <a16:colId xmlns:a16="http://schemas.microsoft.com/office/drawing/2014/main" val="442220271"/>
                    </a:ext>
                  </a:extLst>
                </a:gridCol>
                <a:gridCol w="1773667">
                  <a:extLst>
                    <a:ext uri="{9D8B030D-6E8A-4147-A177-3AD203B41FA5}">
                      <a16:colId xmlns:a16="http://schemas.microsoft.com/office/drawing/2014/main" val="34751620"/>
                    </a:ext>
                  </a:extLst>
                </a:gridCol>
              </a:tblGrid>
              <a:tr h="0">
                <a:tc>
                  <a:txBody>
                    <a:bodyPr/>
                    <a:lstStyle/>
                    <a:p>
                      <a:pPr>
                        <a:lnSpc>
                          <a:spcPct val="107000"/>
                        </a:lnSpc>
                        <a:spcAft>
                          <a:spcPts val="800"/>
                        </a:spcAft>
                        <a:buNone/>
                      </a:pPr>
                      <a:r>
                        <a:rPr lang="en-AU" sz="1600" kern="100" dirty="0">
                          <a:effectLst/>
                        </a:rPr>
                        <a:t>Term (Top level)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libraries provisioned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95005427"/>
                  </a:ext>
                </a:extLst>
              </a:tr>
              <a:tr h="0">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2">
                        <a:lumMod val="90000"/>
                      </a:schemeClr>
                    </a:solidFill>
                  </a:tcPr>
                </a:tc>
                <a:tc>
                  <a:txBody>
                    <a:bodyPr/>
                    <a:lstStyle/>
                    <a:p>
                      <a:pPr>
                        <a:lnSpc>
                          <a:spcPct val="107000"/>
                        </a:lnSpc>
                        <a:spcAft>
                          <a:spcPts val="800"/>
                        </a:spcAft>
                        <a:buNone/>
                      </a:pPr>
                      <a:r>
                        <a:rPr lang="en-AU" sz="1600" kern="100">
                          <a:effectLst/>
                        </a:rPr>
                        <a:t> </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a:effectLst/>
                        </a:rPr>
                        <a:t> </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1741260"/>
                  </a:ext>
                </a:extLst>
              </a:tr>
            </a:tbl>
          </a:graphicData>
        </a:graphic>
      </p:graphicFrame>
      <p:sp>
        <p:nvSpPr>
          <p:cNvPr id="10" name="TextBox 9">
            <a:extLst>
              <a:ext uri="{FF2B5EF4-FFF2-40B4-BE49-F238E27FC236}">
                <a16:creationId xmlns:a16="http://schemas.microsoft.com/office/drawing/2014/main" id="{1CCD2A74-C41E-186A-B8F6-8EEA0F7F3A3A}"/>
              </a:ext>
            </a:extLst>
          </p:cNvPr>
          <p:cNvSpPr txBox="1"/>
          <p:nvPr/>
        </p:nvSpPr>
        <p:spPr>
          <a:xfrm>
            <a:off x="744220" y="3762011"/>
            <a:ext cx="3134360" cy="369332"/>
          </a:xfrm>
          <a:prstGeom prst="rect">
            <a:avLst/>
          </a:prstGeom>
          <a:noFill/>
        </p:spPr>
        <p:txBody>
          <a:bodyPr wrap="square" rtlCol="0">
            <a:spAutoFit/>
          </a:bodyPr>
          <a:lstStyle/>
          <a:p>
            <a:r>
              <a:rPr lang="en-AU" dirty="0"/>
              <a:t>2. Permanent retention.</a:t>
            </a:r>
          </a:p>
        </p:txBody>
      </p:sp>
    </p:spTree>
    <p:extLst>
      <p:ext uri="{BB962C8B-B14F-4D97-AF65-F5344CB8AC3E}">
        <p14:creationId xmlns:p14="http://schemas.microsoft.com/office/powerpoint/2010/main" val="998965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CCA36-70EF-E632-B388-D5F6D6F8094C}"/>
              </a:ext>
            </a:extLst>
          </p:cNvPr>
          <p:cNvSpPr>
            <a:spLocks noGrp="1"/>
          </p:cNvSpPr>
          <p:nvPr>
            <p:ph type="title"/>
          </p:nvPr>
        </p:nvSpPr>
        <p:spPr/>
        <p:txBody>
          <a:bodyPr/>
          <a:lstStyle/>
          <a:p>
            <a:r>
              <a:rPr lang="en-AU" dirty="0"/>
              <a:t>Records and archives holdings</a:t>
            </a:r>
          </a:p>
        </p:txBody>
      </p:sp>
      <p:sp>
        <p:nvSpPr>
          <p:cNvPr id="3" name="Content Placeholder 2">
            <a:extLst>
              <a:ext uri="{FF2B5EF4-FFF2-40B4-BE49-F238E27FC236}">
                <a16:creationId xmlns:a16="http://schemas.microsoft.com/office/drawing/2014/main" id="{1A47D030-AFA6-DB0D-66FC-1D61440476F5}"/>
              </a:ext>
            </a:extLst>
          </p:cNvPr>
          <p:cNvSpPr>
            <a:spLocks noGrp="1"/>
          </p:cNvSpPr>
          <p:nvPr>
            <p:ph idx="1"/>
          </p:nvPr>
        </p:nvSpPr>
        <p:spPr/>
        <p:txBody>
          <a:bodyPr/>
          <a:lstStyle/>
          <a:p>
            <a:r>
              <a:rPr lang="en-AU" dirty="0"/>
              <a:t>RAC suggestions?</a:t>
            </a:r>
          </a:p>
        </p:txBody>
      </p:sp>
      <p:sp>
        <p:nvSpPr>
          <p:cNvPr id="4" name="Slide Number Placeholder 3">
            <a:extLst>
              <a:ext uri="{FF2B5EF4-FFF2-40B4-BE49-F238E27FC236}">
                <a16:creationId xmlns:a16="http://schemas.microsoft.com/office/drawing/2014/main" id="{A877C27E-D842-55B1-89AD-5F301003B34E}"/>
              </a:ext>
            </a:extLst>
          </p:cNvPr>
          <p:cNvSpPr>
            <a:spLocks noGrp="1"/>
          </p:cNvSpPr>
          <p:nvPr>
            <p:ph type="sldNum" sz="quarter" idx="12"/>
          </p:nvPr>
        </p:nvSpPr>
        <p:spPr/>
        <p:txBody>
          <a:bodyPr/>
          <a:lstStyle/>
          <a:p>
            <a:fld id="{C7FDEC95-032C-4F4A-AE8A-E8BF2DA06372}" type="slidenum">
              <a:rPr lang="en-US" smtClean="0"/>
              <a:t>33</a:t>
            </a:fld>
            <a:endParaRPr lang="en-US"/>
          </a:p>
        </p:txBody>
      </p:sp>
    </p:spTree>
    <p:extLst>
      <p:ext uri="{BB962C8B-B14F-4D97-AF65-F5344CB8AC3E}">
        <p14:creationId xmlns:p14="http://schemas.microsoft.com/office/powerpoint/2010/main" val="15390453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D537BAA9-94A7-2701-77EB-3B74334C63FC}"/>
              </a:ext>
            </a:extLst>
          </p:cNvPr>
          <p:cNvSpPr/>
          <p:nvPr/>
        </p:nvSpPr>
        <p:spPr>
          <a:xfrm>
            <a:off x="220620" y="186395"/>
            <a:ext cx="4747165"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AU" sz="2700" b="0" i="0" u="none" strike="noStrike" kern="0" cap="none" spc="0" normalizeH="0" baseline="0" noProof="0" dirty="0">
                <a:ln>
                  <a:noFill/>
                </a:ln>
                <a:solidFill>
                  <a:prstClr val="white"/>
                </a:solidFill>
                <a:effectLst/>
                <a:uLnTx/>
                <a:uFillTx/>
                <a:latin typeface="Aptos" panose="02110004020202020204"/>
                <a:ea typeface="+mn-ea"/>
                <a:cs typeface="+mn-cs"/>
              </a:rPr>
              <a:t>EDRMS Bank-wide oversights</a:t>
            </a:r>
          </a:p>
        </p:txBody>
      </p:sp>
      <p:sp>
        <p:nvSpPr>
          <p:cNvPr id="7" name="Rectangle: Rounded Corners 6">
            <a:hlinkClick r:id="rId2" action="ppaction://hlinksldjump"/>
            <a:extLst>
              <a:ext uri="{FF2B5EF4-FFF2-40B4-BE49-F238E27FC236}">
                <a16:creationId xmlns:a16="http://schemas.microsoft.com/office/drawing/2014/main" id="{1B194AA1-6159-3066-9455-CCCBE8B4E598}"/>
              </a:ext>
            </a:extLst>
          </p:cNvPr>
          <p:cNvSpPr/>
          <p:nvPr/>
        </p:nvSpPr>
        <p:spPr>
          <a:xfrm>
            <a:off x="263960" y="2169034"/>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Total number of EDRMS users</a:t>
            </a:r>
          </a:p>
        </p:txBody>
      </p:sp>
      <p:sp>
        <p:nvSpPr>
          <p:cNvPr id="9" name="Rectangle: Rounded Corners 8">
            <a:hlinkClick r:id="rId3" action="ppaction://hlinksldjump"/>
            <a:extLst>
              <a:ext uri="{FF2B5EF4-FFF2-40B4-BE49-F238E27FC236}">
                <a16:creationId xmlns:a16="http://schemas.microsoft.com/office/drawing/2014/main" id="{3DCA480A-A283-8AEC-E526-B8720C44590A}"/>
              </a:ext>
            </a:extLst>
          </p:cNvPr>
          <p:cNvSpPr/>
          <p:nvPr/>
        </p:nvSpPr>
        <p:spPr>
          <a:xfrm>
            <a:off x="258298" y="2903618"/>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Total number of records declared in EDRMS</a:t>
            </a:r>
          </a:p>
        </p:txBody>
      </p:sp>
      <p:sp>
        <p:nvSpPr>
          <p:cNvPr id="11" name="Rectangle: Rounded Corners 10">
            <a:hlinkClick r:id="rId4" action="ppaction://hlinksldjump"/>
            <a:extLst>
              <a:ext uri="{FF2B5EF4-FFF2-40B4-BE49-F238E27FC236}">
                <a16:creationId xmlns:a16="http://schemas.microsoft.com/office/drawing/2014/main" id="{4FDF1AFC-F89B-4F7B-993B-6BFFBC1D2184}"/>
              </a:ext>
            </a:extLst>
          </p:cNvPr>
          <p:cNvSpPr/>
          <p:nvPr/>
        </p:nvSpPr>
        <p:spPr>
          <a:xfrm>
            <a:off x="7237588" y="1383984"/>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AU" sz="1400" dirty="0">
                <a:solidFill>
                  <a:schemeClr val="accent2"/>
                </a:solidFill>
                <a:latin typeface="Arial" panose="020B0604020202020204" pitchFamily="34" charset="0"/>
                <a:cs typeface="Arial" panose="020B0604020202020204" pitchFamily="34" charset="0"/>
              </a:rPr>
              <a:t>Total </a:t>
            </a:r>
            <a:r>
              <a:rPr lang="en-US" sz="1400" dirty="0">
                <a:latin typeface="Arial" panose="020B0604020202020204" pitchFamily="34" charset="0"/>
                <a:cs typeface="Arial" panose="020B0604020202020204" pitchFamily="34" charset="0"/>
              </a:rPr>
              <a:t>Number of active EDRMS SharePoint sites for </a:t>
            </a:r>
            <a:r>
              <a:rPr lang="en-US" sz="1400" b="1" dirty="0" err="1">
                <a:latin typeface="Arial" panose="020B0604020202020204" pitchFamily="34" charset="0"/>
                <a:cs typeface="Arial" panose="020B0604020202020204" pitchFamily="34" charset="0"/>
              </a:rPr>
              <a:t>Nonsovereign</a:t>
            </a:r>
            <a:r>
              <a:rPr lang="en-US" sz="1400" b="1" dirty="0">
                <a:latin typeface="Arial" panose="020B0604020202020204" pitchFamily="34" charset="0"/>
                <a:cs typeface="Arial" panose="020B0604020202020204" pitchFamily="34" charset="0"/>
              </a:rPr>
              <a:t> projects</a:t>
            </a:r>
          </a:p>
        </p:txBody>
      </p:sp>
      <p:sp>
        <p:nvSpPr>
          <p:cNvPr id="13" name="Rectangle: Rounded Corners 12">
            <a:hlinkClick r:id="rId5" action="ppaction://hlinksldjump"/>
            <a:extLst>
              <a:ext uri="{FF2B5EF4-FFF2-40B4-BE49-F238E27FC236}">
                <a16:creationId xmlns:a16="http://schemas.microsoft.com/office/drawing/2014/main" id="{7E9A16E5-E4A0-AAD4-488D-20611E0454C8}"/>
              </a:ext>
            </a:extLst>
          </p:cNvPr>
          <p:cNvSpPr/>
          <p:nvPr/>
        </p:nvSpPr>
        <p:spPr>
          <a:xfrm>
            <a:off x="3750774" y="1389392"/>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AU" sz="1400" dirty="0">
                <a:solidFill>
                  <a:schemeClr val="accent2"/>
                </a:solidFill>
                <a:latin typeface="Arial" panose="020B0604020202020204" pitchFamily="34" charset="0"/>
                <a:cs typeface="Arial" panose="020B0604020202020204" pitchFamily="34" charset="0"/>
              </a:rPr>
              <a:t>Total </a:t>
            </a:r>
            <a:r>
              <a:rPr lang="en-US" sz="1400" dirty="0">
                <a:latin typeface="Arial" panose="020B0604020202020204" pitchFamily="34" charset="0"/>
                <a:cs typeface="Arial" panose="020B0604020202020204" pitchFamily="34" charset="0"/>
              </a:rPr>
              <a:t>Number of active EDRMS SharePoint sites for </a:t>
            </a:r>
            <a:r>
              <a:rPr lang="en-US" sz="1400" b="1" dirty="0">
                <a:latin typeface="Arial" panose="020B0604020202020204" pitchFamily="34" charset="0"/>
                <a:cs typeface="Arial" panose="020B0604020202020204" pitchFamily="34" charset="0"/>
              </a:rPr>
              <a:t>Sovereign projects</a:t>
            </a:r>
          </a:p>
        </p:txBody>
      </p:sp>
      <p:sp>
        <p:nvSpPr>
          <p:cNvPr id="15" name="Rectangle: Rounded Corners 14">
            <a:hlinkClick r:id="rId6" action="ppaction://hlinksldjump"/>
            <a:extLst>
              <a:ext uri="{FF2B5EF4-FFF2-40B4-BE49-F238E27FC236}">
                <a16:creationId xmlns:a16="http://schemas.microsoft.com/office/drawing/2014/main" id="{246883B1-5148-6447-1E90-35D2C97FCFAA}"/>
              </a:ext>
            </a:extLst>
          </p:cNvPr>
          <p:cNvSpPr/>
          <p:nvPr/>
        </p:nvSpPr>
        <p:spPr>
          <a:xfrm>
            <a:off x="3750774" y="2169034"/>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Total number of documents in EDRMS</a:t>
            </a:r>
          </a:p>
        </p:txBody>
      </p:sp>
      <p:sp>
        <p:nvSpPr>
          <p:cNvPr id="17" name="Rectangle: Rounded Corners 16">
            <a:hlinkClick r:id="rId7" action="ppaction://hlinksldjump"/>
            <a:extLst>
              <a:ext uri="{FF2B5EF4-FFF2-40B4-BE49-F238E27FC236}">
                <a16:creationId xmlns:a16="http://schemas.microsoft.com/office/drawing/2014/main" id="{17B9FF40-0F44-732E-72FB-EED3FFE15B90}"/>
              </a:ext>
            </a:extLst>
          </p:cNvPr>
          <p:cNvSpPr/>
          <p:nvPr/>
        </p:nvSpPr>
        <p:spPr>
          <a:xfrm>
            <a:off x="3750774" y="2917126"/>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Total number of physical counterparts identified</a:t>
            </a:r>
          </a:p>
        </p:txBody>
      </p:sp>
      <p:sp>
        <p:nvSpPr>
          <p:cNvPr id="19" name="Rectangle: Rounded Corners 18">
            <a:hlinkClick r:id="rId8" action="ppaction://hlinksldjump"/>
            <a:extLst>
              <a:ext uri="{FF2B5EF4-FFF2-40B4-BE49-F238E27FC236}">
                <a16:creationId xmlns:a16="http://schemas.microsoft.com/office/drawing/2014/main" id="{3E579098-31EE-C265-0B36-21CFF61C42AB}"/>
              </a:ext>
            </a:extLst>
          </p:cNvPr>
          <p:cNvSpPr/>
          <p:nvPr/>
        </p:nvSpPr>
        <p:spPr>
          <a:xfrm>
            <a:off x="258298" y="3638202"/>
            <a:ext cx="3360448" cy="67376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Retention and disposal insights</a:t>
            </a:r>
          </a:p>
        </p:txBody>
      </p:sp>
      <p:pic>
        <p:nvPicPr>
          <p:cNvPr id="21" name="Picture 20">
            <a:extLst>
              <a:ext uri="{FF2B5EF4-FFF2-40B4-BE49-F238E27FC236}">
                <a16:creationId xmlns:a16="http://schemas.microsoft.com/office/drawing/2014/main" id="{2D6AB6E3-830B-7B68-01B6-EB3309ACA3C9}"/>
              </a:ext>
            </a:extLst>
          </p:cNvPr>
          <p:cNvPicPr>
            <a:picLocks noChangeAspect="1"/>
          </p:cNvPicPr>
          <p:nvPr/>
        </p:nvPicPr>
        <p:blipFill>
          <a:blip r:embed="rId9"/>
          <a:stretch>
            <a:fillRect/>
          </a:stretch>
        </p:blipFill>
        <p:spPr>
          <a:xfrm>
            <a:off x="331752" y="4464086"/>
            <a:ext cx="5057232" cy="1948028"/>
          </a:xfrm>
          <a:prstGeom prst="rect">
            <a:avLst/>
          </a:prstGeom>
          <a:ln>
            <a:solidFill>
              <a:schemeClr val="tx1"/>
            </a:solidFill>
          </a:ln>
        </p:spPr>
      </p:pic>
      <p:sp>
        <p:nvSpPr>
          <p:cNvPr id="27" name="Rectangle: Rounded Corners 26">
            <a:hlinkClick r:id="rId10" action="ppaction://hlinksldjump"/>
            <a:extLst>
              <a:ext uri="{FF2B5EF4-FFF2-40B4-BE49-F238E27FC236}">
                <a16:creationId xmlns:a16="http://schemas.microsoft.com/office/drawing/2014/main" id="{1B495E46-7DDC-0C72-65D7-5C044DB1DFDF}"/>
              </a:ext>
            </a:extLst>
          </p:cNvPr>
          <p:cNvSpPr/>
          <p:nvPr/>
        </p:nvSpPr>
        <p:spPr>
          <a:xfrm>
            <a:off x="3750774" y="3650849"/>
            <a:ext cx="3360448" cy="67376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Institutional File Plan insights</a:t>
            </a:r>
          </a:p>
        </p:txBody>
      </p:sp>
      <p:grpSp>
        <p:nvGrpSpPr>
          <p:cNvPr id="36" name="Group 35">
            <a:extLst>
              <a:ext uri="{FF2B5EF4-FFF2-40B4-BE49-F238E27FC236}">
                <a16:creationId xmlns:a16="http://schemas.microsoft.com/office/drawing/2014/main" id="{C327BCA8-B7FB-7550-595C-7B161BB1F717}"/>
              </a:ext>
            </a:extLst>
          </p:cNvPr>
          <p:cNvGrpSpPr/>
          <p:nvPr/>
        </p:nvGrpSpPr>
        <p:grpSpPr>
          <a:xfrm>
            <a:off x="5627486" y="4464086"/>
            <a:ext cx="5590974" cy="1948028"/>
            <a:chOff x="5957400" y="3924575"/>
            <a:chExt cx="5590974" cy="1948028"/>
          </a:xfrm>
        </p:grpSpPr>
        <p:pic>
          <p:nvPicPr>
            <p:cNvPr id="23" name="Picture 22">
              <a:extLst>
                <a:ext uri="{FF2B5EF4-FFF2-40B4-BE49-F238E27FC236}">
                  <a16:creationId xmlns:a16="http://schemas.microsoft.com/office/drawing/2014/main" id="{4D8769AB-A9FC-2A2E-DCA7-53B79D94D081}"/>
                </a:ext>
              </a:extLst>
            </p:cNvPr>
            <p:cNvPicPr>
              <a:picLocks noChangeAspect="1"/>
            </p:cNvPicPr>
            <p:nvPr/>
          </p:nvPicPr>
          <p:blipFill>
            <a:blip r:embed="rId11"/>
            <a:stretch>
              <a:fillRect/>
            </a:stretch>
          </p:blipFill>
          <p:spPr>
            <a:xfrm>
              <a:off x="6224271" y="4312338"/>
              <a:ext cx="5057232" cy="1418165"/>
            </a:xfrm>
            <a:prstGeom prst="rect">
              <a:avLst/>
            </a:prstGeom>
            <a:ln>
              <a:solidFill>
                <a:schemeClr val="tx1"/>
              </a:solidFill>
            </a:ln>
          </p:spPr>
        </p:pic>
        <p:sp>
          <p:nvSpPr>
            <p:cNvPr id="28" name="Content Placeholder 2">
              <a:extLst>
                <a:ext uri="{FF2B5EF4-FFF2-40B4-BE49-F238E27FC236}">
                  <a16:creationId xmlns:a16="http://schemas.microsoft.com/office/drawing/2014/main" id="{A3B64EBB-EFFE-2FD3-02BB-C4C7C04D643E}"/>
                </a:ext>
              </a:extLst>
            </p:cNvPr>
            <p:cNvSpPr txBox="1">
              <a:spLocks/>
            </p:cNvSpPr>
            <p:nvPr/>
          </p:nvSpPr>
          <p:spPr>
            <a:xfrm>
              <a:off x="5957400" y="3924575"/>
              <a:ext cx="5590974" cy="1948028"/>
            </a:xfrm>
            <a:prstGeom prst="rect">
              <a:avLst/>
            </a:prstGeom>
            <a:ln>
              <a:solidFill>
                <a:schemeClr val="tx1"/>
              </a:solidFill>
            </a:ln>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indent="0">
                <a:buNone/>
              </a:pPr>
              <a:r>
                <a:rPr lang="en-AU" sz="1800" b="1" dirty="0" err="1"/>
                <a:t>Bankwide</a:t>
              </a:r>
              <a:r>
                <a:rPr lang="en-AU" sz="1800" b="1" dirty="0"/>
                <a:t> record declaration trend</a:t>
              </a:r>
            </a:p>
          </p:txBody>
        </p:sp>
      </p:grpSp>
      <p:grpSp>
        <p:nvGrpSpPr>
          <p:cNvPr id="33" name="Group 32">
            <a:extLst>
              <a:ext uri="{FF2B5EF4-FFF2-40B4-BE49-F238E27FC236}">
                <a16:creationId xmlns:a16="http://schemas.microsoft.com/office/drawing/2014/main" id="{150DACD8-6FB0-00AC-8508-F58001110F20}"/>
              </a:ext>
            </a:extLst>
          </p:cNvPr>
          <p:cNvGrpSpPr/>
          <p:nvPr/>
        </p:nvGrpSpPr>
        <p:grpSpPr>
          <a:xfrm>
            <a:off x="263960" y="1419186"/>
            <a:ext cx="3360448" cy="673769"/>
            <a:chOff x="220621" y="1411705"/>
            <a:chExt cx="3360448" cy="673769"/>
          </a:xfrm>
        </p:grpSpPr>
        <p:sp>
          <p:nvSpPr>
            <p:cNvPr id="5" name="Rectangle: Rounded Corners 4">
              <a:hlinkClick r:id="rId12" action="ppaction://hlinksldjump"/>
              <a:extLst>
                <a:ext uri="{FF2B5EF4-FFF2-40B4-BE49-F238E27FC236}">
                  <a16:creationId xmlns:a16="http://schemas.microsoft.com/office/drawing/2014/main" id="{F1B3E91F-B74A-A478-71A9-38D9A23D70EC}"/>
                </a:ext>
              </a:extLst>
            </p:cNvPr>
            <p:cNvSpPr/>
            <p:nvPr/>
          </p:nvSpPr>
          <p:spPr>
            <a:xfrm>
              <a:off x="220621" y="1411705"/>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endParaRPr lang="en-AU" sz="1400" b="1" dirty="0">
                <a:latin typeface="Arial" panose="020B0604020202020204" pitchFamily="34" charset="0"/>
                <a:cs typeface="Arial" panose="020B0604020202020204" pitchFamily="34" charset="0"/>
              </a:endParaRPr>
            </a:p>
          </p:txBody>
        </p:sp>
        <p:sp>
          <p:nvSpPr>
            <p:cNvPr id="30" name="Rectangle: Rounded Corners 29">
              <a:extLst>
                <a:ext uri="{FF2B5EF4-FFF2-40B4-BE49-F238E27FC236}">
                  <a16:creationId xmlns:a16="http://schemas.microsoft.com/office/drawing/2014/main" id="{A14E1149-FE4D-98D2-3A6A-84A6D7790597}"/>
                </a:ext>
              </a:extLst>
            </p:cNvPr>
            <p:cNvSpPr/>
            <p:nvPr/>
          </p:nvSpPr>
          <p:spPr>
            <a:xfrm>
              <a:off x="895452" y="1427084"/>
              <a:ext cx="2516797" cy="643011"/>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r>
                <a:rPr lang="en-AU" sz="1200" dirty="0">
                  <a:solidFill>
                    <a:schemeClr val="accent2"/>
                  </a:solidFill>
                  <a:latin typeface="Arial" panose="020B0604020202020204" pitchFamily="34" charset="0"/>
                  <a:cs typeface="Arial" panose="020B0604020202020204" pitchFamily="34" charset="0"/>
                </a:rPr>
                <a:t>Total</a:t>
              </a:r>
              <a:r>
                <a:rPr lang="en-AU" sz="1200" dirty="0">
                  <a:latin typeface="Arial" panose="020B0604020202020204" pitchFamily="34" charset="0"/>
                  <a:cs typeface="Arial" panose="020B0604020202020204" pitchFamily="34" charset="0"/>
                </a:rPr>
                <a:t> Number of active EDRMS SharePoint sites for </a:t>
              </a:r>
              <a:r>
                <a:rPr lang="en-AU" sz="1200" b="1" dirty="0">
                  <a:latin typeface="Arial" panose="020B0604020202020204" pitchFamily="34" charset="0"/>
                  <a:cs typeface="Arial" panose="020B0604020202020204" pitchFamily="34" charset="0"/>
                </a:rPr>
                <a:t>Department, RM, office</a:t>
              </a:r>
            </a:p>
          </p:txBody>
        </p:sp>
        <p:sp>
          <p:nvSpPr>
            <p:cNvPr id="32" name="Rectangle: Rounded Corners 31">
              <a:extLst>
                <a:ext uri="{FF2B5EF4-FFF2-40B4-BE49-F238E27FC236}">
                  <a16:creationId xmlns:a16="http://schemas.microsoft.com/office/drawing/2014/main" id="{A70DD70F-992C-F55F-3943-09C49B38A346}"/>
                </a:ext>
              </a:extLst>
            </p:cNvPr>
            <p:cNvSpPr/>
            <p:nvPr/>
          </p:nvSpPr>
          <p:spPr>
            <a:xfrm>
              <a:off x="307301" y="1478266"/>
              <a:ext cx="588151" cy="516339"/>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2400" b="1" dirty="0">
                  <a:solidFill>
                    <a:schemeClr val="tx1"/>
                  </a:solidFill>
                  <a:latin typeface="Arial" panose="020B0604020202020204" pitchFamily="34" charset="0"/>
                  <a:cs typeface="Arial" panose="020B0604020202020204" pitchFamily="34" charset="0"/>
                </a:rPr>
                <a:t>57</a:t>
              </a:r>
            </a:p>
          </p:txBody>
        </p:sp>
      </p:grpSp>
      <p:sp>
        <p:nvSpPr>
          <p:cNvPr id="35" name="Rectangle: Rounded Corners 34">
            <a:hlinkClick r:id="rId13" action="ppaction://hlinksldjump"/>
            <a:extLst>
              <a:ext uri="{FF2B5EF4-FFF2-40B4-BE49-F238E27FC236}">
                <a16:creationId xmlns:a16="http://schemas.microsoft.com/office/drawing/2014/main" id="{21251A24-D07B-EEEB-D88A-4B6B7EB2CAD6}"/>
              </a:ext>
            </a:extLst>
          </p:cNvPr>
          <p:cNvSpPr/>
          <p:nvPr/>
        </p:nvSpPr>
        <p:spPr>
          <a:xfrm>
            <a:off x="7214979" y="2903618"/>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Total number of records due for disposal</a:t>
            </a:r>
          </a:p>
        </p:txBody>
      </p:sp>
      <p:sp>
        <p:nvSpPr>
          <p:cNvPr id="38" name="Freeform: Shape 37">
            <a:hlinkClick r:id="rId14" action="ppaction://hlinksldjump"/>
            <a:extLst>
              <a:ext uri="{FF2B5EF4-FFF2-40B4-BE49-F238E27FC236}">
                <a16:creationId xmlns:a16="http://schemas.microsoft.com/office/drawing/2014/main" id="{AE25BAD4-0447-DE48-7575-680AE7D16A70}"/>
              </a:ext>
            </a:extLst>
          </p:cNvPr>
          <p:cNvSpPr/>
          <p:nvPr/>
        </p:nvSpPr>
        <p:spPr>
          <a:xfrm>
            <a:off x="10290412" y="69544"/>
            <a:ext cx="1901588"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chemeClr val="tx1"/>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lang="en-AU" sz="1600" b="1" kern="0" dirty="0">
                <a:solidFill>
                  <a:prstClr val="white"/>
                </a:solidFill>
                <a:latin typeface="Aptos" panose="02110004020202020204"/>
              </a:rPr>
              <a:t>Slide 1</a:t>
            </a:r>
            <a:endParaRPr kumimoji="0" lang="en-AU" sz="1600" b="1" i="0" u="none" strike="noStrike" kern="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119792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FE783B9-5204-1031-AB7A-014A7387A926}"/>
              </a:ext>
            </a:extLst>
          </p:cNvPr>
          <p:cNvSpPr/>
          <p:nvPr/>
        </p:nvSpPr>
        <p:spPr>
          <a:xfrm>
            <a:off x="220621" y="320842"/>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AU" sz="1400" dirty="0">
                <a:latin typeface="Arial" panose="020B0604020202020204" pitchFamily="34" charset="0"/>
                <a:cs typeface="Arial" panose="020B0604020202020204" pitchFamily="34" charset="0"/>
              </a:rPr>
              <a:t>Number of active EDRMS SharePoint sites for </a:t>
            </a:r>
            <a:r>
              <a:rPr lang="en-AU" sz="1400" b="1" dirty="0">
                <a:latin typeface="Arial" panose="020B0604020202020204" pitchFamily="34" charset="0"/>
                <a:cs typeface="Arial" panose="020B0604020202020204" pitchFamily="34" charset="0"/>
              </a:rPr>
              <a:t>Department, RM, office</a:t>
            </a:r>
          </a:p>
        </p:txBody>
      </p:sp>
      <p:graphicFrame>
        <p:nvGraphicFramePr>
          <p:cNvPr id="4" name="Table 3">
            <a:extLst>
              <a:ext uri="{FF2B5EF4-FFF2-40B4-BE49-F238E27FC236}">
                <a16:creationId xmlns:a16="http://schemas.microsoft.com/office/drawing/2014/main" id="{EBC0610C-9F89-74D5-AFD0-D3A7F06EC5DE}"/>
              </a:ext>
            </a:extLst>
          </p:cNvPr>
          <p:cNvGraphicFramePr>
            <a:graphicFrameLocks noGrp="1"/>
          </p:cNvGraphicFramePr>
          <p:nvPr/>
        </p:nvGraphicFramePr>
        <p:xfrm>
          <a:off x="550545" y="1279509"/>
          <a:ext cx="11090909" cy="4770629"/>
        </p:xfrm>
        <a:graphic>
          <a:graphicData uri="http://schemas.openxmlformats.org/drawingml/2006/table">
            <a:tbl>
              <a:tblPr firstRow="1" firstCol="1" bandRow="1"/>
              <a:tblGrid>
                <a:gridCol w="3185892">
                  <a:extLst>
                    <a:ext uri="{9D8B030D-6E8A-4147-A177-3AD203B41FA5}">
                      <a16:colId xmlns:a16="http://schemas.microsoft.com/office/drawing/2014/main" val="384871762"/>
                    </a:ext>
                  </a:extLst>
                </a:gridCol>
                <a:gridCol w="1963191">
                  <a:extLst>
                    <a:ext uri="{9D8B030D-6E8A-4147-A177-3AD203B41FA5}">
                      <a16:colId xmlns:a16="http://schemas.microsoft.com/office/drawing/2014/main" val="591196838"/>
                    </a:ext>
                  </a:extLst>
                </a:gridCol>
                <a:gridCol w="2024401">
                  <a:extLst>
                    <a:ext uri="{9D8B030D-6E8A-4147-A177-3AD203B41FA5}">
                      <a16:colId xmlns:a16="http://schemas.microsoft.com/office/drawing/2014/main" val="2434974568"/>
                    </a:ext>
                  </a:extLst>
                </a:gridCol>
                <a:gridCol w="1649679">
                  <a:extLst>
                    <a:ext uri="{9D8B030D-6E8A-4147-A177-3AD203B41FA5}">
                      <a16:colId xmlns:a16="http://schemas.microsoft.com/office/drawing/2014/main" val="1168279934"/>
                    </a:ext>
                  </a:extLst>
                </a:gridCol>
                <a:gridCol w="2267746">
                  <a:extLst>
                    <a:ext uri="{9D8B030D-6E8A-4147-A177-3AD203B41FA5}">
                      <a16:colId xmlns:a16="http://schemas.microsoft.com/office/drawing/2014/main" val="2280140058"/>
                    </a:ext>
                  </a:extLst>
                </a:gridCol>
              </a:tblGrid>
              <a:tr h="70783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Department / office / RM</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EDRMS SharePoint sites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Total 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Total 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Total 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69269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accent2"/>
                          </a:solidFill>
                          <a:effectLst/>
                        </a:rPr>
                        <a:t>Alphabetical list of all Departments, offices, </a:t>
                      </a:r>
                      <a:r>
                        <a:rPr lang="en-AU" sz="1600" kern="100" dirty="0" err="1">
                          <a:solidFill>
                            <a:schemeClr val="accent2"/>
                          </a:solidFill>
                          <a:effectLst/>
                        </a:rPr>
                        <a:t>RMs.</a:t>
                      </a:r>
                      <a:endParaRPr lang="en-AU" sz="16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solidFill>
                            <a:schemeClr val="accent2"/>
                          </a:solidFill>
                          <a:effectLst/>
                        </a:rPr>
                        <a:t>#</a:t>
                      </a:r>
                      <a:endParaRPr lang="en-AU" sz="16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solidFill>
                            <a:schemeClr val="accent2"/>
                          </a:solidFill>
                          <a:effectLst/>
                        </a:rPr>
                        <a:t>#</a:t>
                      </a:r>
                      <a:endParaRPr lang="en-AU" sz="16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solidFill>
                            <a:schemeClr val="accent2"/>
                          </a:solidFill>
                          <a:effectLst/>
                        </a:rPr>
                        <a:t>#</a:t>
                      </a:r>
                      <a:endParaRPr lang="en-AU" sz="16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solidFill>
                            <a:schemeClr val="accent2"/>
                          </a:solidFill>
                          <a:effectLst/>
                        </a:rPr>
                        <a:t>#</a:t>
                      </a:r>
                      <a:endParaRPr lang="en-AU" sz="16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692690">
                <a:tc>
                  <a:txBody>
                    <a:bodyPr/>
                    <a:lstStyle/>
                    <a:p>
                      <a:pPr>
                        <a:lnSpc>
                          <a:spcPct val="107000"/>
                        </a:lnSpc>
                        <a:spcAft>
                          <a:spcPts val="800"/>
                        </a:spcAft>
                        <a:buNone/>
                      </a:pPr>
                      <a:r>
                        <a:rPr lang="en-AU" sz="16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hlinkClick r:id="rId2" action="ppaction://hlinksldjump"/>
                        </a:rPr>
                        <a:t>BIOC - </a:t>
                      </a:r>
                      <a:r>
                        <a:rPr lang="en-PH" sz="1800" b="1" i="0" kern="1200" dirty="0">
                          <a:solidFill>
                            <a:schemeClr val="tx1"/>
                          </a:solidFill>
                          <a:effectLst/>
                          <a:latin typeface="+mn-lt"/>
                          <a:ea typeface="+mn-ea"/>
                          <a:cs typeface="+mn-cs"/>
                          <a:hlinkClick r:id="rId2" action="ppaction://hlinksldjump"/>
                        </a:rPr>
                        <a:t>Office of Business Intelligence and Operations Coordination</a:t>
                      </a:r>
                      <a:endParaRPr lang="en-AU" sz="16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39368273"/>
                  </a:ext>
                </a:extLst>
              </a:tr>
              <a:tr h="692690">
                <a:tc>
                  <a:txBody>
                    <a:bodyPr/>
                    <a:lstStyle/>
                    <a:p>
                      <a:pPr>
                        <a:lnSpc>
                          <a:spcPct val="107000"/>
                        </a:lnSpc>
                        <a:spcAft>
                          <a:spcPts val="800"/>
                        </a:spcAft>
                        <a:buNone/>
                      </a:pPr>
                      <a:r>
                        <a:rPr lang="en-AU" sz="16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BPMSD - </a:t>
                      </a:r>
                      <a:r>
                        <a:rPr lang="en-PH" sz="1800" b="1" i="0" kern="1200" dirty="0">
                          <a:solidFill>
                            <a:schemeClr val="tx1"/>
                          </a:solidFill>
                          <a:effectLst/>
                          <a:latin typeface="+mn-lt"/>
                          <a:ea typeface="+mn-ea"/>
                          <a:cs typeface="+mn-cs"/>
                        </a:rPr>
                        <a:t>Budget, People, and Management Systems Department</a:t>
                      </a:r>
                      <a:endParaRPr lang="en-AU" sz="16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0398350"/>
                  </a:ext>
                </a:extLst>
              </a:tr>
              <a:tr h="692690">
                <a:tc>
                  <a:txBody>
                    <a:bodyPr/>
                    <a:lstStyle/>
                    <a:p>
                      <a:pPr>
                        <a:lnSpc>
                          <a:spcPct val="107000"/>
                        </a:lnSpc>
                        <a:spcAft>
                          <a:spcPts val="800"/>
                        </a:spcAft>
                        <a:buNone/>
                      </a:pPr>
                      <a:r>
                        <a:rPr lang="en-AU" sz="16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CCSD - </a:t>
                      </a:r>
                      <a:r>
                        <a:rPr lang="en-PH" sz="1800" b="1" i="0" kern="1200" dirty="0">
                          <a:solidFill>
                            <a:schemeClr val="tx1"/>
                          </a:solidFill>
                          <a:effectLst/>
                          <a:latin typeface="+mn-lt"/>
                          <a:ea typeface="+mn-ea"/>
                          <a:cs typeface="+mn-cs"/>
                        </a:rPr>
                        <a:t>Climate Change and Sustainable Development Department</a:t>
                      </a:r>
                      <a:endParaRPr lang="en-AU" sz="16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10580167"/>
                  </a:ext>
                </a:extLst>
              </a:tr>
              <a:tr h="692690">
                <a:tc>
                  <a:txBody>
                    <a:bodyPr/>
                    <a:lstStyle/>
                    <a:p>
                      <a:pPr>
                        <a:lnSpc>
                          <a:spcPct val="107000"/>
                        </a:lnSpc>
                        <a:spcAft>
                          <a:spcPts val="800"/>
                        </a:spcAft>
                        <a:buNone/>
                      </a:pPr>
                      <a:r>
                        <a:rPr lang="en-AU" sz="16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Etc.</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70783240"/>
                  </a:ext>
                </a:extLst>
              </a:tr>
            </a:tbl>
          </a:graphicData>
        </a:graphic>
      </p:graphicFrame>
      <p:sp>
        <p:nvSpPr>
          <p:cNvPr id="5" name="Callout: Line 4">
            <a:extLst>
              <a:ext uri="{FF2B5EF4-FFF2-40B4-BE49-F238E27FC236}">
                <a16:creationId xmlns:a16="http://schemas.microsoft.com/office/drawing/2014/main" id="{897846B0-955A-9160-8C8B-80FE39B208A2}"/>
              </a:ext>
            </a:extLst>
          </p:cNvPr>
          <p:cNvSpPr/>
          <p:nvPr/>
        </p:nvSpPr>
        <p:spPr>
          <a:xfrm>
            <a:off x="5815978" y="2951747"/>
            <a:ext cx="5461621" cy="1973180"/>
          </a:xfrm>
          <a:prstGeom prst="borderCallout1">
            <a:avLst>
              <a:gd name="adj1" fmla="val 13059"/>
              <a:gd name="adj2" fmla="val -3340"/>
              <a:gd name="adj3" fmla="val 18191"/>
              <a:gd name="adj4" fmla="val -45676"/>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AU" i="1" dirty="0">
                <a:latin typeface="Aptos" panose="020B0004020202020204" pitchFamily="34" charset="0"/>
                <a:ea typeface="Aptos" panose="020B0004020202020204" pitchFamily="34" charset="0"/>
                <a:cs typeface="Times New Roman" panose="02020603050405020304" pitchFamily="18" charset="0"/>
              </a:rPr>
              <a:t>Note: Each </a:t>
            </a:r>
            <a:r>
              <a:rPr lang="en-AU" b="1" i="1" dirty="0">
                <a:latin typeface="Aptos" panose="020B0004020202020204" pitchFamily="34" charset="0"/>
                <a:ea typeface="Aptos" panose="020B0004020202020204" pitchFamily="34" charset="0"/>
                <a:cs typeface="Times New Roman" panose="02020603050405020304" pitchFamily="18" charset="0"/>
              </a:rPr>
              <a:t>department/office/RM name </a:t>
            </a:r>
            <a:r>
              <a:rPr lang="en-AU" i="1" dirty="0">
                <a:latin typeface="Aptos" panose="020B0004020202020204" pitchFamily="34" charset="0"/>
                <a:ea typeface="Aptos" panose="020B0004020202020204" pitchFamily="34" charset="0"/>
                <a:cs typeface="Times New Roman" panose="02020603050405020304" pitchFamily="18" charset="0"/>
              </a:rPr>
              <a:t>should be clickable so that when you click on the name, it opens the Dashboard for that department/office/RM</a:t>
            </a:r>
            <a:r>
              <a:rPr lang="en-AU" sz="1200" i="1" dirty="0">
                <a:latin typeface="Aptos" panose="020B0004020202020204" pitchFamily="34" charset="0"/>
                <a:ea typeface="Aptos" panose="020B0004020202020204" pitchFamily="34" charset="0"/>
                <a:cs typeface="Times New Roman" panose="02020603050405020304" pitchFamily="18" charset="0"/>
              </a:rPr>
              <a:t>. </a:t>
            </a:r>
            <a:r>
              <a:rPr lang="en-AU" i="1" dirty="0">
                <a:latin typeface="Aptos" panose="020B0004020202020204" pitchFamily="34" charset="0"/>
                <a:ea typeface="Aptos" panose="020B0004020202020204" pitchFamily="34" charset="0"/>
                <a:cs typeface="Times New Roman" panose="02020603050405020304" pitchFamily="18" charset="0"/>
              </a:rPr>
              <a:t>The </a:t>
            </a:r>
            <a:r>
              <a:rPr lang="en-AU" i="1" dirty="0" err="1">
                <a:latin typeface="Aptos" panose="020B0004020202020204" pitchFamily="34" charset="0"/>
                <a:ea typeface="Aptos" panose="020B0004020202020204" pitchFamily="34" charset="0"/>
                <a:cs typeface="Times New Roman" panose="02020603050405020304" pitchFamily="18" charset="0"/>
              </a:rPr>
              <a:t>Nonsovereign</a:t>
            </a:r>
            <a:r>
              <a:rPr lang="en-AU" i="1" dirty="0">
                <a:latin typeface="Aptos" panose="020B0004020202020204" pitchFamily="34" charset="0"/>
                <a:ea typeface="Aptos" panose="020B0004020202020204" pitchFamily="34" charset="0"/>
                <a:cs typeface="Times New Roman" panose="02020603050405020304" pitchFamily="18" charset="0"/>
              </a:rPr>
              <a:t> projects / sovereign projects should also be clickable, taking the user to Project insights.</a:t>
            </a:r>
            <a:endParaRPr lang="en-AU" i="1" dirty="0"/>
          </a:p>
          <a:p>
            <a:pPr algn="ctr"/>
            <a:endParaRPr lang="en-PH" dirty="0"/>
          </a:p>
        </p:txBody>
      </p:sp>
      <p:sp>
        <p:nvSpPr>
          <p:cNvPr id="7" name="Freeform: Shape 6">
            <a:hlinkClick r:id="rId3" action="ppaction://hlinksldjump"/>
            <a:extLst>
              <a:ext uri="{FF2B5EF4-FFF2-40B4-BE49-F238E27FC236}">
                <a16:creationId xmlns:a16="http://schemas.microsoft.com/office/drawing/2014/main" id="{428A4A18-2675-E5FD-7BE3-6B76C93EB74A}"/>
              </a:ext>
            </a:extLst>
          </p:cNvPr>
          <p:cNvSpPr/>
          <p:nvPr/>
        </p:nvSpPr>
        <p:spPr>
          <a:xfrm>
            <a:off x="9075761" y="154297"/>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rPr>
              <a:t>EDRMS Bank-wide oversights</a:t>
            </a:r>
          </a:p>
        </p:txBody>
      </p:sp>
      <p:sp>
        <p:nvSpPr>
          <p:cNvPr id="6" name="Rectangle: Rounded Corners 5">
            <a:extLst>
              <a:ext uri="{FF2B5EF4-FFF2-40B4-BE49-F238E27FC236}">
                <a16:creationId xmlns:a16="http://schemas.microsoft.com/office/drawing/2014/main" id="{87B8B003-B142-2E9B-6948-6548E63E70BD}"/>
              </a:ext>
            </a:extLst>
          </p:cNvPr>
          <p:cNvSpPr/>
          <p:nvPr/>
        </p:nvSpPr>
        <p:spPr>
          <a:xfrm>
            <a:off x="8546788" y="5156206"/>
            <a:ext cx="3360448" cy="893932"/>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Include indicators for no. of sites created, sites deleted, sites archived, inactive site for 90 days</a:t>
            </a:r>
          </a:p>
        </p:txBody>
      </p:sp>
    </p:spTree>
    <p:extLst>
      <p:ext uri="{BB962C8B-B14F-4D97-AF65-F5344CB8AC3E}">
        <p14:creationId xmlns:p14="http://schemas.microsoft.com/office/powerpoint/2010/main" val="39412003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2B094-0C1B-7FF8-0CBA-A5FCA97494A9}"/>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D2E4EF1-16F4-6C81-45D0-304C3259C8E9}"/>
              </a:ext>
            </a:extLst>
          </p:cNvPr>
          <p:cNvSpPr/>
          <p:nvPr/>
        </p:nvSpPr>
        <p:spPr>
          <a:xfrm>
            <a:off x="220621" y="320842"/>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AU" sz="1400" dirty="0">
                <a:solidFill>
                  <a:schemeClr val="accent2"/>
                </a:solidFill>
                <a:latin typeface="Arial" panose="020B0604020202020204" pitchFamily="34" charset="0"/>
                <a:cs typeface="Arial" panose="020B0604020202020204" pitchFamily="34" charset="0"/>
              </a:rPr>
              <a:t>Total </a:t>
            </a:r>
            <a:r>
              <a:rPr lang="en-US" sz="1400" dirty="0">
                <a:latin typeface="Arial" panose="020B0604020202020204" pitchFamily="34" charset="0"/>
                <a:cs typeface="Arial" panose="020B0604020202020204" pitchFamily="34" charset="0"/>
              </a:rPr>
              <a:t>Number of active EDRMS SharePoint sites for </a:t>
            </a:r>
            <a:r>
              <a:rPr lang="en-US" sz="1400" b="1" dirty="0">
                <a:latin typeface="Arial" panose="020B0604020202020204" pitchFamily="34" charset="0"/>
                <a:cs typeface="Arial" panose="020B0604020202020204" pitchFamily="34" charset="0"/>
              </a:rPr>
              <a:t>Sovereign projects</a:t>
            </a:r>
          </a:p>
        </p:txBody>
      </p:sp>
      <p:graphicFrame>
        <p:nvGraphicFramePr>
          <p:cNvPr id="4" name="Table 3">
            <a:extLst>
              <a:ext uri="{FF2B5EF4-FFF2-40B4-BE49-F238E27FC236}">
                <a16:creationId xmlns:a16="http://schemas.microsoft.com/office/drawing/2014/main" id="{F137A1DD-E664-9F62-1B66-8CD4683BDA69}"/>
              </a:ext>
            </a:extLst>
          </p:cNvPr>
          <p:cNvGraphicFramePr>
            <a:graphicFrameLocks noGrp="1"/>
          </p:cNvGraphicFramePr>
          <p:nvPr/>
        </p:nvGraphicFramePr>
        <p:xfrm>
          <a:off x="385011" y="1279509"/>
          <a:ext cx="11256442" cy="4981545"/>
        </p:xfrm>
        <a:graphic>
          <a:graphicData uri="http://schemas.openxmlformats.org/drawingml/2006/table">
            <a:tbl>
              <a:tblPr firstRow="1" firstCol="1" bandRow="1"/>
              <a:tblGrid>
                <a:gridCol w="3233443">
                  <a:extLst>
                    <a:ext uri="{9D8B030D-6E8A-4147-A177-3AD203B41FA5}">
                      <a16:colId xmlns:a16="http://schemas.microsoft.com/office/drawing/2014/main" val="384871762"/>
                    </a:ext>
                  </a:extLst>
                </a:gridCol>
                <a:gridCol w="1992492">
                  <a:extLst>
                    <a:ext uri="{9D8B030D-6E8A-4147-A177-3AD203B41FA5}">
                      <a16:colId xmlns:a16="http://schemas.microsoft.com/office/drawing/2014/main" val="591196838"/>
                    </a:ext>
                  </a:extLst>
                </a:gridCol>
                <a:gridCol w="2054615">
                  <a:extLst>
                    <a:ext uri="{9D8B030D-6E8A-4147-A177-3AD203B41FA5}">
                      <a16:colId xmlns:a16="http://schemas.microsoft.com/office/drawing/2014/main" val="2434974568"/>
                    </a:ext>
                  </a:extLst>
                </a:gridCol>
                <a:gridCol w="1674300">
                  <a:extLst>
                    <a:ext uri="{9D8B030D-6E8A-4147-A177-3AD203B41FA5}">
                      <a16:colId xmlns:a16="http://schemas.microsoft.com/office/drawing/2014/main" val="1168279934"/>
                    </a:ext>
                  </a:extLst>
                </a:gridCol>
                <a:gridCol w="2301592">
                  <a:extLst>
                    <a:ext uri="{9D8B030D-6E8A-4147-A177-3AD203B41FA5}">
                      <a16:colId xmlns:a16="http://schemas.microsoft.com/office/drawing/2014/main" val="2280140058"/>
                    </a:ext>
                  </a:extLst>
                </a:gridCol>
              </a:tblGrid>
              <a:tr h="70783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accent2"/>
                          </a:solidFill>
                          <a:effectLst/>
                        </a:rPr>
                        <a:t>Sovereign projects</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EDRMS SharePoint sites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Total 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Total 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Total 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69269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accent2"/>
                          </a:solidFill>
                          <a:effectLst/>
                        </a:rPr>
                        <a:t>Sovereign projects (format?)</a:t>
                      </a:r>
                    </a:p>
                    <a:p>
                      <a:pPr>
                        <a:lnSpc>
                          <a:spcPct val="107000"/>
                        </a:lnSpc>
                        <a:spcAft>
                          <a:spcPts val="800"/>
                        </a:spcAft>
                        <a:buNone/>
                      </a:pPr>
                      <a:r>
                        <a:rPr lang="en-AU" sz="1600" kern="100" dirty="0">
                          <a:solidFill>
                            <a:schemeClr val="accent2"/>
                          </a:solidFill>
                          <a:effectLst/>
                        </a:rPr>
                        <a:t>Project Number</a:t>
                      </a:r>
                    </a:p>
                    <a:p>
                      <a:pPr>
                        <a:lnSpc>
                          <a:spcPct val="107000"/>
                        </a:lnSpc>
                        <a:spcAft>
                          <a:spcPts val="800"/>
                        </a:spcAft>
                        <a:buNone/>
                      </a:pPr>
                      <a:r>
                        <a:rPr lang="en-AU" sz="1600" kern="100" dirty="0">
                          <a:solidFill>
                            <a:schemeClr val="accent2"/>
                          </a:solidFill>
                          <a:effectLst/>
                        </a:rPr>
                        <a:t>Project Name? </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solidFill>
                            <a:schemeClr val="accent2"/>
                          </a:solidFill>
                          <a:effectLst/>
                        </a:rPr>
                        <a:t>#</a:t>
                      </a:r>
                      <a:endParaRPr lang="en-AU" sz="16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solidFill>
                            <a:schemeClr val="accent2"/>
                          </a:solidFill>
                          <a:effectLst/>
                        </a:rPr>
                        <a:t>#</a:t>
                      </a:r>
                      <a:endParaRPr lang="en-AU" sz="16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solidFill>
                            <a:schemeClr val="accent2"/>
                          </a:solidFill>
                          <a:effectLst/>
                        </a:rPr>
                        <a:t>#</a:t>
                      </a:r>
                      <a:endParaRPr lang="en-AU" sz="16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solidFill>
                            <a:schemeClr val="accent2"/>
                          </a:solidFill>
                          <a:effectLst/>
                        </a:rPr>
                        <a:t>#</a:t>
                      </a:r>
                      <a:endParaRPr lang="en-AU" sz="16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692690">
                <a:tc>
                  <a:txBody>
                    <a:bodyPr/>
                    <a:lstStyle/>
                    <a:p>
                      <a:pPr>
                        <a:lnSpc>
                          <a:spcPct val="107000"/>
                        </a:lnSpc>
                        <a:spcAft>
                          <a:spcPts val="800"/>
                        </a:spcAft>
                        <a:buNone/>
                      </a:pPr>
                      <a:r>
                        <a:rPr lang="en-PH" sz="1400" b="1" i="0" kern="1200" dirty="0">
                          <a:solidFill>
                            <a:schemeClr val="tx1"/>
                          </a:solidFill>
                          <a:effectLst/>
                          <a:latin typeface="Arial" panose="020B0604020202020204" pitchFamily="34" charset="0"/>
                          <a:ea typeface="+mn-ea"/>
                          <a:cs typeface="Arial" panose="020B0604020202020204" pitchFamily="34" charset="0"/>
                        </a:rPr>
                        <a:t>54461-003</a:t>
                      </a:r>
                    </a:p>
                    <a:p>
                      <a:pPr>
                        <a:lnSpc>
                          <a:spcPct val="107000"/>
                        </a:lnSpc>
                        <a:spcAft>
                          <a:spcPts val="800"/>
                        </a:spcAft>
                        <a:buNone/>
                      </a:pPr>
                      <a:r>
                        <a:rPr lang="en-US" sz="1400" b="1" i="0" dirty="0">
                          <a:solidFill>
                            <a:srgbClr val="333333"/>
                          </a:solidFill>
                          <a:effectLst/>
                          <a:latin typeface="Arial" panose="020B0604020202020204" pitchFamily="34" charset="0"/>
                          <a:cs typeface="Arial" panose="020B0604020202020204" pitchFamily="34" charset="0"/>
                        </a:rPr>
                        <a:t>Loan 4723-INO: Boosting Productivity Through Human Capital Development (Subprogram 3)</a:t>
                      </a:r>
                      <a:endParaRPr lang="en-AU" sz="1400" b="1" kern="100" dirty="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39368273"/>
                  </a:ext>
                </a:extLst>
              </a:tr>
              <a:tr h="692690">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58499-001</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400" b="1"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Grant 0998-NEP: 2024 Floods and Landslides Emergency Response</a:t>
                      </a:r>
                      <a:endParaRPr kumimoji="0" lang="en-AU" sz="1400" b="1" i="0" u="none" strike="noStrike" kern="1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0398350"/>
                  </a:ext>
                </a:extLst>
              </a:tr>
              <a:tr h="692690">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hlinkClick r:id="rId2" action="ppaction://hlinksldjump"/>
                        </a:rPr>
                        <a:t>57318-001</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400" b="1"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hlinkClick r:id="rId2" action="ppaction://hlinksldjump"/>
                        </a:rPr>
                        <a:t>Grant 0923-VAN: Tropical Cyclone Lola Emergency Response Project</a:t>
                      </a:r>
                      <a:endParaRPr kumimoji="0" lang="en-AU" sz="1400" b="1" i="0" u="none" strike="noStrike" kern="1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10580167"/>
                  </a:ext>
                </a:extLst>
              </a:tr>
              <a:tr h="692690">
                <a:tc>
                  <a:txBody>
                    <a:bodyPr/>
                    <a:lstStyle/>
                    <a:p>
                      <a:pPr>
                        <a:lnSpc>
                          <a:spcPct val="107000"/>
                        </a:lnSpc>
                        <a:spcAft>
                          <a:spcPts val="800"/>
                        </a:spcAft>
                        <a:buNone/>
                      </a:pPr>
                      <a:r>
                        <a:rPr lang="en-AU" sz="16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Etc.</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70783240"/>
                  </a:ext>
                </a:extLst>
              </a:tr>
            </a:tbl>
          </a:graphicData>
        </a:graphic>
      </p:graphicFrame>
      <p:sp>
        <p:nvSpPr>
          <p:cNvPr id="5" name="Callout: Line 4">
            <a:extLst>
              <a:ext uri="{FF2B5EF4-FFF2-40B4-BE49-F238E27FC236}">
                <a16:creationId xmlns:a16="http://schemas.microsoft.com/office/drawing/2014/main" id="{55F140C0-D000-B1CA-E679-ADCCBB9F021B}"/>
              </a:ext>
            </a:extLst>
          </p:cNvPr>
          <p:cNvSpPr/>
          <p:nvPr/>
        </p:nvSpPr>
        <p:spPr>
          <a:xfrm>
            <a:off x="5815978" y="2951747"/>
            <a:ext cx="5461621" cy="1973180"/>
          </a:xfrm>
          <a:prstGeom prst="borderCallout1">
            <a:avLst>
              <a:gd name="adj1" fmla="val 13059"/>
              <a:gd name="adj2" fmla="val -3340"/>
              <a:gd name="adj3" fmla="val 108799"/>
              <a:gd name="adj4" fmla="val -48675"/>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AU" i="1" dirty="0">
                <a:latin typeface="Aptos" panose="020B0004020202020204" pitchFamily="34" charset="0"/>
                <a:ea typeface="Aptos" panose="020B0004020202020204" pitchFamily="34" charset="0"/>
                <a:cs typeface="Times New Roman" panose="02020603050405020304" pitchFamily="18" charset="0"/>
              </a:rPr>
              <a:t>Note: Each department/office/RM name should be clickable so that when you click on the name, it opens the Dashboard for that department/office/RM</a:t>
            </a:r>
            <a:r>
              <a:rPr lang="en-AU" sz="1200" i="1" dirty="0">
                <a:latin typeface="Aptos" panose="020B0004020202020204" pitchFamily="34" charset="0"/>
                <a:ea typeface="Aptos" panose="020B0004020202020204" pitchFamily="34" charset="0"/>
                <a:cs typeface="Times New Roman" panose="02020603050405020304" pitchFamily="18" charset="0"/>
              </a:rPr>
              <a:t>. </a:t>
            </a:r>
            <a:r>
              <a:rPr lang="en-AU" i="1" dirty="0">
                <a:latin typeface="Aptos" panose="020B0004020202020204" pitchFamily="34" charset="0"/>
                <a:ea typeface="Aptos" panose="020B0004020202020204" pitchFamily="34" charset="0"/>
                <a:cs typeface="Times New Roman" panose="02020603050405020304" pitchFamily="18" charset="0"/>
              </a:rPr>
              <a:t>The </a:t>
            </a:r>
            <a:r>
              <a:rPr lang="en-AU" i="1" dirty="0" err="1">
                <a:latin typeface="Aptos" panose="020B0004020202020204" pitchFamily="34" charset="0"/>
                <a:ea typeface="Aptos" panose="020B0004020202020204" pitchFamily="34" charset="0"/>
                <a:cs typeface="Times New Roman" panose="02020603050405020304" pitchFamily="18" charset="0"/>
              </a:rPr>
              <a:t>Nonsovereign</a:t>
            </a:r>
            <a:r>
              <a:rPr lang="en-AU" i="1" dirty="0">
                <a:latin typeface="Aptos" panose="020B0004020202020204" pitchFamily="34" charset="0"/>
                <a:ea typeface="Aptos" panose="020B0004020202020204" pitchFamily="34" charset="0"/>
                <a:cs typeface="Times New Roman" panose="02020603050405020304" pitchFamily="18" charset="0"/>
              </a:rPr>
              <a:t> projects / </a:t>
            </a:r>
            <a:r>
              <a:rPr lang="en-AU" b="1" i="1" dirty="0">
                <a:latin typeface="Aptos" panose="020B0004020202020204" pitchFamily="34" charset="0"/>
                <a:ea typeface="Aptos" panose="020B0004020202020204" pitchFamily="34" charset="0"/>
                <a:cs typeface="Times New Roman" panose="02020603050405020304" pitchFamily="18" charset="0"/>
              </a:rPr>
              <a:t>sovereign projects </a:t>
            </a:r>
            <a:r>
              <a:rPr lang="en-AU" i="1" dirty="0">
                <a:latin typeface="Aptos" panose="020B0004020202020204" pitchFamily="34" charset="0"/>
                <a:ea typeface="Aptos" panose="020B0004020202020204" pitchFamily="34" charset="0"/>
                <a:cs typeface="Times New Roman" panose="02020603050405020304" pitchFamily="18" charset="0"/>
              </a:rPr>
              <a:t>should also be clickable, taking the user to Project insights.</a:t>
            </a:r>
            <a:endParaRPr lang="en-AU" i="1" dirty="0"/>
          </a:p>
          <a:p>
            <a:pPr algn="ctr"/>
            <a:endParaRPr lang="en-PH" dirty="0"/>
          </a:p>
        </p:txBody>
      </p:sp>
      <p:sp>
        <p:nvSpPr>
          <p:cNvPr id="6" name="Freeform: Shape 5">
            <a:hlinkClick r:id="rId3" action="ppaction://hlinksldjump"/>
            <a:extLst>
              <a:ext uri="{FF2B5EF4-FFF2-40B4-BE49-F238E27FC236}">
                <a16:creationId xmlns:a16="http://schemas.microsoft.com/office/drawing/2014/main" id="{0A37D1B9-C0AD-5F13-A607-849EC16C45AC}"/>
              </a:ext>
            </a:extLst>
          </p:cNvPr>
          <p:cNvSpPr/>
          <p:nvPr/>
        </p:nvSpPr>
        <p:spPr>
          <a:xfrm>
            <a:off x="9075761" y="154297"/>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rPr>
              <a:t>EDRMS Bank-wide oversights</a:t>
            </a:r>
          </a:p>
        </p:txBody>
      </p:sp>
    </p:spTree>
    <p:extLst>
      <p:ext uri="{BB962C8B-B14F-4D97-AF65-F5344CB8AC3E}">
        <p14:creationId xmlns:p14="http://schemas.microsoft.com/office/powerpoint/2010/main" val="15077630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0B5B5-E2C1-BEFA-6CB7-C8AAACB63A75}"/>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C6F5241-1EB2-6C14-3AB8-21BBA1001414}"/>
              </a:ext>
            </a:extLst>
          </p:cNvPr>
          <p:cNvSpPr/>
          <p:nvPr/>
        </p:nvSpPr>
        <p:spPr>
          <a:xfrm>
            <a:off x="220621" y="320842"/>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AU" sz="1400" dirty="0">
                <a:solidFill>
                  <a:schemeClr val="accent2"/>
                </a:solidFill>
                <a:latin typeface="Arial" panose="020B0604020202020204" pitchFamily="34" charset="0"/>
                <a:cs typeface="Arial" panose="020B0604020202020204" pitchFamily="34" charset="0"/>
              </a:rPr>
              <a:t>Total </a:t>
            </a:r>
            <a:r>
              <a:rPr lang="en-US" sz="1400" dirty="0">
                <a:latin typeface="Arial" panose="020B0604020202020204" pitchFamily="34" charset="0"/>
                <a:cs typeface="Arial" panose="020B0604020202020204" pitchFamily="34" charset="0"/>
              </a:rPr>
              <a:t>Number of active EDRMS SharePoint sites for </a:t>
            </a:r>
            <a:r>
              <a:rPr lang="en-US" sz="1400" b="1" dirty="0" err="1">
                <a:latin typeface="Arial" panose="020B0604020202020204" pitchFamily="34" charset="0"/>
                <a:cs typeface="Arial" panose="020B0604020202020204" pitchFamily="34" charset="0"/>
              </a:rPr>
              <a:t>Nonsovereign</a:t>
            </a:r>
            <a:r>
              <a:rPr lang="en-US" sz="1400" b="1" dirty="0">
                <a:latin typeface="Arial" panose="020B0604020202020204" pitchFamily="34" charset="0"/>
                <a:cs typeface="Arial" panose="020B0604020202020204" pitchFamily="34" charset="0"/>
              </a:rPr>
              <a:t> projects</a:t>
            </a:r>
          </a:p>
        </p:txBody>
      </p:sp>
      <p:graphicFrame>
        <p:nvGraphicFramePr>
          <p:cNvPr id="4" name="Table 3">
            <a:extLst>
              <a:ext uri="{FF2B5EF4-FFF2-40B4-BE49-F238E27FC236}">
                <a16:creationId xmlns:a16="http://schemas.microsoft.com/office/drawing/2014/main" id="{95D3F2C8-349F-501D-3836-13E56F2D739D}"/>
              </a:ext>
            </a:extLst>
          </p:cNvPr>
          <p:cNvGraphicFramePr>
            <a:graphicFrameLocks noGrp="1"/>
          </p:cNvGraphicFramePr>
          <p:nvPr/>
        </p:nvGraphicFramePr>
        <p:xfrm>
          <a:off x="550545" y="1279509"/>
          <a:ext cx="11090909" cy="4981545"/>
        </p:xfrm>
        <a:graphic>
          <a:graphicData uri="http://schemas.openxmlformats.org/drawingml/2006/table">
            <a:tbl>
              <a:tblPr firstRow="1" firstCol="1" bandRow="1"/>
              <a:tblGrid>
                <a:gridCol w="3185892">
                  <a:extLst>
                    <a:ext uri="{9D8B030D-6E8A-4147-A177-3AD203B41FA5}">
                      <a16:colId xmlns:a16="http://schemas.microsoft.com/office/drawing/2014/main" val="384871762"/>
                    </a:ext>
                  </a:extLst>
                </a:gridCol>
                <a:gridCol w="1963191">
                  <a:extLst>
                    <a:ext uri="{9D8B030D-6E8A-4147-A177-3AD203B41FA5}">
                      <a16:colId xmlns:a16="http://schemas.microsoft.com/office/drawing/2014/main" val="591196838"/>
                    </a:ext>
                  </a:extLst>
                </a:gridCol>
                <a:gridCol w="2024401">
                  <a:extLst>
                    <a:ext uri="{9D8B030D-6E8A-4147-A177-3AD203B41FA5}">
                      <a16:colId xmlns:a16="http://schemas.microsoft.com/office/drawing/2014/main" val="2434974568"/>
                    </a:ext>
                  </a:extLst>
                </a:gridCol>
                <a:gridCol w="1649679">
                  <a:extLst>
                    <a:ext uri="{9D8B030D-6E8A-4147-A177-3AD203B41FA5}">
                      <a16:colId xmlns:a16="http://schemas.microsoft.com/office/drawing/2014/main" val="1168279934"/>
                    </a:ext>
                  </a:extLst>
                </a:gridCol>
                <a:gridCol w="2267746">
                  <a:extLst>
                    <a:ext uri="{9D8B030D-6E8A-4147-A177-3AD203B41FA5}">
                      <a16:colId xmlns:a16="http://schemas.microsoft.com/office/drawing/2014/main" val="2280140058"/>
                    </a:ext>
                  </a:extLst>
                </a:gridCol>
              </a:tblGrid>
              <a:tr h="70783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err="1">
                          <a:solidFill>
                            <a:schemeClr val="accent2"/>
                          </a:solidFill>
                          <a:effectLst/>
                        </a:rPr>
                        <a:t>Nonsovereign</a:t>
                      </a:r>
                      <a:r>
                        <a:rPr lang="en-AU" sz="1600" kern="100" dirty="0">
                          <a:solidFill>
                            <a:schemeClr val="accent2"/>
                          </a:solidFill>
                          <a:effectLst/>
                        </a:rPr>
                        <a:t> projects</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EDRMS SharePoint sites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Total 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Total 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Total 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69269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err="1">
                          <a:solidFill>
                            <a:schemeClr val="accent2"/>
                          </a:solidFill>
                          <a:effectLst/>
                        </a:rPr>
                        <a:t>Nonsovereign</a:t>
                      </a:r>
                      <a:r>
                        <a:rPr lang="en-AU" sz="1600" kern="100" dirty="0">
                          <a:solidFill>
                            <a:schemeClr val="accent2"/>
                          </a:solidFill>
                          <a:effectLst/>
                        </a:rPr>
                        <a:t> projects (format?)</a:t>
                      </a:r>
                    </a:p>
                    <a:p>
                      <a:pPr>
                        <a:lnSpc>
                          <a:spcPct val="107000"/>
                        </a:lnSpc>
                        <a:spcAft>
                          <a:spcPts val="800"/>
                        </a:spcAft>
                        <a:buNone/>
                      </a:pPr>
                      <a:r>
                        <a:rPr lang="en-AU" sz="1600" kern="100" dirty="0">
                          <a:solidFill>
                            <a:schemeClr val="accent2"/>
                          </a:solidFill>
                          <a:effectLst/>
                        </a:rPr>
                        <a:t>Project Number</a:t>
                      </a:r>
                    </a:p>
                    <a:p>
                      <a:pPr>
                        <a:lnSpc>
                          <a:spcPct val="107000"/>
                        </a:lnSpc>
                        <a:spcAft>
                          <a:spcPts val="800"/>
                        </a:spcAft>
                        <a:buNone/>
                      </a:pPr>
                      <a:r>
                        <a:rPr lang="en-AU" sz="1600" kern="100" dirty="0">
                          <a:solidFill>
                            <a:schemeClr val="accent2"/>
                          </a:solidFill>
                          <a:effectLst/>
                        </a:rPr>
                        <a:t>Project Name</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solidFill>
                            <a:schemeClr val="accent2"/>
                          </a:solidFill>
                          <a:effectLst/>
                        </a:rPr>
                        <a:t>#</a:t>
                      </a:r>
                      <a:endParaRPr lang="en-AU" sz="16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solidFill>
                            <a:schemeClr val="accent2"/>
                          </a:solidFill>
                          <a:effectLst/>
                        </a:rPr>
                        <a:t>#</a:t>
                      </a:r>
                      <a:endParaRPr lang="en-AU" sz="16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solidFill>
                            <a:schemeClr val="accent2"/>
                          </a:solidFill>
                          <a:effectLst/>
                        </a:rPr>
                        <a:t>#</a:t>
                      </a:r>
                      <a:endParaRPr lang="en-AU" sz="16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solidFill>
                            <a:schemeClr val="accent2"/>
                          </a:solidFill>
                          <a:effectLst/>
                        </a:rPr>
                        <a:t>#</a:t>
                      </a:r>
                      <a:endParaRPr lang="en-AU" sz="16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692690">
                <a:tc>
                  <a:txBody>
                    <a:bodyPr/>
                    <a:lstStyle/>
                    <a:p>
                      <a:pPr>
                        <a:lnSpc>
                          <a:spcPct val="107000"/>
                        </a:lnSpc>
                        <a:spcAft>
                          <a:spcPts val="800"/>
                        </a:spcAft>
                        <a:buNone/>
                      </a:pPr>
                      <a:r>
                        <a:rPr lang="en-PH" sz="1400" b="1" i="0" kern="1200" dirty="0">
                          <a:solidFill>
                            <a:schemeClr val="tx1"/>
                          </a:solidFill>
                          <a:effectLst/>
                          <a:latin typeface="Arial" panose="020B0604020202020204" pitchFamily="34" charset="0"/>
                          <a:ea typeface="+mn-ea"/>
                          <a:cs typeface="Arial" panose="020B0604020202020204" pitchFamily="34" charset="0"/>
                        </a:rPr>
                        <a:t>57298-002</a:t>
                      </a:r>
                    </a:p>
                    <a:p>
                      <a:pPr>
                        <a:lnSpc>
                          <a:spcPct val="107000"/>
                        </a:lnSpc>
                        <a:spcAft>
                          <a:spcPts val="800"/>
                        </a:spcAft>
                        <a:buNone/>
                      </a:pPr>
                      <a:r>
                        <a:rPr lang="en-PH" sz="1400" b="1" i="0" dirty="0">
                          <a:solidFill>
                            <a:srgbClr val="333333"/>
                          </a:solidFill>
                          <a:effectLst/>
                          <a:latin typeface="Arial" panose="020B0604020202020204" pitchFamily="34" charset="0"/>
                          <a:cs typeface="Arial" panose="020B0604020202020204" pitchFamily="34" charset="0"/>
                        </a:rPr>
                        <a:t>TA 10304-PAK: Bio Tech Energy Sustainable Aviation Fuel Project</a:t>
                      </a:r>
                      <a:endParaRPr lang="en-AU" sz="1400" b="1" kern="100" dirty="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39368273"/>
                  </a:ext>
                </a:extLst>
              </a:tr>
              <a:tr h="692690">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56189-001</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400" b="1"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Tiger Digital Infrastructure for Rural Connectivity Project</a:t>
                      </a:r>
                      <a:endParaRPr kumimoji="0" lang="en-AU" sz="1400" b="1" i="0" u="none" strike="noStrike" kern="1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0398350"/>
                  </a:ext>
                </a:extLst>
              </a:tr>
              <a:tr h="692690">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55106-001</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400" b="1"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ECOM COVID-19 Smallholder Farmer Climate Resilience and Livelihood Support Project</a:t>
                      </a:r>
                      <a:endParaRPr kumimoji="0" lang="en-AU" sz="1400" b="1" i="0" u="none" strike="noStrike" kern="1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10580167"/>
                  </a:ext>
                </a:extLst>
              </a:tr>
              <a:tr h="692690">
                <a:tc>
                  <a:txBody>
                    <a:bodyPr/>
                    <a:lstStyle/>
                    <a:p>
                      <a:pPr>
                        <a:lnSpc>
                          <a:spcPct val="107000"/>
                        </a:lnSpc>
                        <a:spcAft>
                          <a:spcPts val="800"/>
                        </a:spcAft>
                        <a:buNone/>
                      </a:pPr>
                      <a:r>
                        <a:rPr lang="en-AU" sz="16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Etc.</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70783240"/>
                  </a:ext>
                </a:extLst>
              </a:tr>
            </a:tbl>
          </a:graphicData>
        </a:graphic>
      </p:graphicFrame>
      <p:sp>
        <p:nvSpPr>
          <p:cNvPr id="5" name="Callout: Line 4">
            <a:extLst>
              <a:ext uri="{FF2B5EF4-FFF2-40B4-BE49-F238E27FC236}">
                <a16:creationId xmlns:a16="http://schemas.microsoft.com/office/drawing/2014/main" id="{DA3EEFFA-7E7B-CFEF-6C0E-6EEC0F337426}"/>
              </a:ext>
            </a:extLst>
          </p:cNvPr>
          <p:cNvSpPr/>
          <p:nvPr/>
        </p:nvSpPr>
        <p:spPr>
          <a:xfrm>
            <a:off x="5815978" y="2951747"/>
            <a:ext cx="5461621" cy="1973180"/>
          </a:xfrm>
          <a:prstGeom prst="borderCallout1">
            <a:avLst>
              <a:gd name="adj1" fmla="val 13059"/>
              <a:gd name="adj2" fmla="val -3340"/>
              <a:gd name="adj3" fmla="val 18191"/>
              <a:gd name="adj4" fmla="val -45676"/>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AU" i="1" dirty="0">
                <a:latin typeface="Aptos" panose="020B0004020202020204" pitchFamily="34" charset="0"/>
                <a:ea typeface="Aptos" panose="020B0004020202020204" pitchFamily="34" charset="0"/>
                <a:cs typeface="Times New Roman" panose="02020603050405020304" pitchFamily="18" charset="0"/>
              </a:rPr>
              <a:t>Note: Each department/office/RM name should be clickable so that when you click on the name, it opens the Dashboard for that department/office/RM</a:t>
            </a:r>
            <a:r>
              <a:rPr lang="en-AU" sz="1200" i="1" dirty="0">
                <a:latin typeface="Aptos" panose="020B0004020202020204" pitchFamily="34" charset="0"/>
                <a:ea typeface="Aptos" panose="020B0004020202020204" pitchFamily="34" charset="0"/>
                <a:cs typeface="Times New Roman" panose="02020603050405020304" pitchFamily="18" charset="0"/>
              </a:rPr>
              <a:t>. </a:t>
            </a:r>
            <a:r>
              <a:rPr lang="en-AU" i="1" dirty="0">
                <a:latin typeface="Aptos" panose="020B0004020202020204" pitchFamily="34" charset="0"/>
                <a:ea typeface="Aptos" panose="020B0004020202020204" pitchFamily="34" charset="0"/>
                <a:cs typeface="Times New Roman" panose="02020603050405020304" pitchFamily="18" charset="0"/>
              </a:rPr>
              <a:t>The </a:t>
            </a:r>
            <a:r>
              <a:rPr lang="en-AU" b="1" i="1" dirty="0" err="1">
                <a:latin typeface="Aptos" panose="020B0004020202020204" pitchFamily="34" charset="0"/>
                <a:ea typeface="Aptos" panose="020B0004020202020204" pitchFamily="34" charset="0"/>
                <a:cs typeface="Times New Roman" panose="02020603050405020304" pitchFamily="18" charset="0"/>
              </a:rPr>
              <a:t>Nonsovereign</a:t>
            </a:r>
            <a:r>
              <a:rPr lang="en-AU" b="1" i="1" dirty="0">
                <a:latin typeface="Aptos" panose="020B0004020202020204" pitchFamily="34" charset="0"/>
                <a:ea typeface="Aptos" panose="020B0004020202020204" pitchFamily="34" charset="0"/>
                <a:cs typeface="Times New Roman" panose="02020603050405020304" pitchFamily="18" charset="0"/>
              </a:rPr>
              <a:t> projects </a:t>
            </a:r>
            <a:r>
              <a:rPr lang="en-AU" i="1" dirty="0">
                <a:latin typeface="Aptos" panose="020B0004020202020204" pitchFamily="34" charset="0"/>
                <a:ea typeface="Aptos" panose="020B0004020202020204" pitchFamily="34" charset="0"/>
                <a:cs typeface="Times New Roman" panose="02020603050405020304" pitchFamily="18" charset="0"/>
              </a:rPr>
              <a:t>/ sovereign projects should also be clickable, taking the user to Project insights.</a:t>
            </a:r>
            <a:endParaRPr lang="en-AU" i="1" dirty="0"/>
          </a:p>
          <a:p>
            <a:pPr algn="ctr"/>
            <a:endParaRPr lang="en-PH" dirty="0"/>
          </a:p>
        </p:txBody>
      </p:sp>
      <p:sp>
        <p:nvSpPr>
          <p:cNvPr id="6" name="Freeform: Shape 5">
            <a:hlinkClick r:id="rId2" action="ppaction://hlinksldjump"/>
            <a:extLst>
              <a:ext uri="{FF2B5EF4-FFF2-40B4-BE49-F238E27FC236}">
                <a16:creationId xmlns:a16="http://schemas.microsoft.com/office/drawing/2014/main" id="{0A1C166C-F33A-E597-8C5B-406B35530405}"/>
              </a:ext>
            </a:extLst>
          </p:cNvPr>
          <p:cNvSpPr/>
          <p:nvPr/>
        </p:nvSpPr>
        <p:spPr>
          <a:xfrm>
            <a:off x="9075761" y="154297"/>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rPr>
              <a:t>EDRMS Bank-wide oversights</a:t>
            </a:r>
          </a:p>
        </p:txBody>
      </p:sp>
    </p:spTree>
    <p:extLst>
      <p:ext uri="{BB962C8B-B14F-4D97-AF65-F5344CB8AC3E}">
        <p14:creationId xmlns:p14="http://schemas.microsoft.com/office/powerpoint/2010/main" val="8781669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C5ABE-3379-CD48-B22F-5B6B718010DA}"/>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7EA7A1B7-61C8-966E-2B4D-884360E46723}"/>
              </a:ext>
            </a:extLst>
          </p:cNvPr>
          <p:cNvSpPr/>
          <p:nvPr/>
        </p:nvSpPr>
        <p:spPr>
          <a:xfrm>
            <a:off x="220620" y="186395"/>
            <a:ext cx="9629233"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defTabSz="1200150" eaLnBrk="1" fontAlgn="auto" latinLnBrk="0" hangingPunct="1">
              <a:lnSpc>
                <a:spcPct val="90000"/>
              </a:lnSpc>
              <a:spcBef>
                <a:spcPct val="0"/>
              </a:spcBef>
              <a:spcAft>
                <a:spcPct val="35000"/>
              </a:spcAft>
              <a:buClrTx/>
              <a:buSzTx/>
              <a:buFontTx/>
              <a:buNone/>
              <a:tabLst/>
              <a:defRPr/>
            </a:pPr>
            <a:r>
              <a:rPr kumimoji="0" lang="en-US" sz="2700" b="0" i="0" u="none" strike="noStrike" kern="0" cap="none" spc="0" normalizeH="0" baseline="0" noProof="0" dirty="0">
                <a:ln>
                  <a:noFill/>
                </a:ln>
                <a:solidFill>
                  <a:prstClr val="white"/>
                </a:solidFill>
                <a:effectLst/>
                <a:uLnTx/>
                <a:uFillTx/>
                <a:latin typeface="Aptos" panose="02110004020202020204"/>
                <a:ea typeface="+mn-ea"/>
                <a:cs typeface="+mn-cs"/>
              </a:rPr>
              <a:t>[Project Name] Tropical Cyclone Lola Emergency Response Project</a:t>
            </a:r>
          </a:p>
        </p:txBody>
      </p:sp>
      <p:sp>
        <p:nvSpPr>
          <p:cNvPr id="4" name="Rectangle: Rounded Corners 3">
            <a:hlinkClick r:id="rId3" action="ppaction://hlinksldjump"/>
            <a:extLst>
              <a:ext uri="{FF2B5EF4-FFF2-40B4-BE49-F238E27FC236}">
                <a16:creationId xmlns:a16="http://schemas.microsoft.com/office/drawing/2014/main" id="{8A12669F-7303-0B0A-2205-C42124A4B1EB}"/>
              </a:ext>
            </a:extLst>
          </p:cNvPr>
          <p:cNvSpPr/>
          <p:nvPr/>
        </p:nvSpPr>
        <p:spPr>
          <a:xfrm>
            <a:off x="9376012" y="117394"/>
            <a:ext cx="1538846" cy="433137"/>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AU" sz="1400" dirty="0">
                <a:latin typeface="Arial" panose="020B0604020202020204" pitchFamily="34" charset="0"/>
                <a:cs typeface="Arial" panose="020B0604020202020204" pitchFamily="34" charset="0"/>
              </a:rPr>
              <a:t>Project Insights</a:t>
            </a:r>
            <a:endParaRPr lang="en-AU" sz="1400" b="1" dirty="0">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0595CE2B-B60C-C7CB-C7E4-67D2413EC29A}"/>
              </a:ext>
            </a:extLst>
          </p:cNvPr>
          <p:cNvGraphicFramePr>
            <a:graphicFrameLocks noGrp="1"/>
          </p:cNvGraphicFramePr>
          <p:nvPr>
            <p:extLst>
              <p:ext uri="{D42A27DB-BD31-4B8C-83A1-F6EECF244321}">
                <p14:modId xmlns:p14="http://schemas.microsoft.com/office/powerpoint/2010/main" val="1450209503"/>
              </p:ext>
            </p:extLst>
          </p:nvPr>
        </p:nvGraphicFramePr>
        <p:xfrm>
          <a:off x="220619" y="1260097"/>
          <a:ext cx="11570328" cy="3098528"/>
        </p:xfrm>
        <a:graphic>
          <a:graphicData uri="http://schemas.openxmlformats.org/drawingml/2006/table">
            <a:tbl>
              <a:tblPr firstRow="1" bandRow="1">
                <a:tableStyleId>{5940675A-B579-460E-94D1-54222C63F5DA}</a:tableStyleId>
              </a:tblPr>
              <a:tblGrid>
                <a:gridCol w="1652904">
                  <a:extLst>
                    <a:ext uri="{9D8B030D-6E8A-4147-A177-3AD203B41FA5}">
                      <a16:colId xmlns:a16="http://schemas.microsoft.com/office/drawing/2014/main" val="1829071732"/>
                    </a:ext>
                  </a:extLst>
                </a:gridCol>
                <a:gridCol w="1652904">
                  <a:extLst>
                    <a:ext uri="{9D8B030D-6E8A-4147-A177-3AD203B41FA5}">
                      <a16:colId xmlns:a16="http://schemas.microsoft.com/office/drawing/2014/main" val="1067703856"/>
                    </a:ext>
                  </a:extLst>
                </a:gridCol>
                <a:gridCol w="1652904">
                  <a:extLst>
                    <a:ext uri="{9D8B030D-6E8A-4147-A177-3AD203B41FA5}">
                      <a16:colId xmlns:a16="http://schemas.microsoft.com/office/drawing/2014/main" val="2117566071"/>
                    </a:ext>
                  </a:extLst>
                </a:gridCol>
                <a:gridCol w="826452">
                  <a:extLst>
                    <a:ext uri="{9D8B030D-6E8A-4147-A177-3AD203B41FA5}">
                      <a16:colId xmlns:a16="http://schemas.microsoft.com/office/drawing/2014/main" val="2734345373"/>
                    </a:ext>
                  </a:extLst>
                </a:gridCol>
                <a:gridCol w="826452">
                  <a:extLst>
                    <a:ext uri="{9D8B030D-6E8A-4147-A177-3AD203B41FA5}">
                      <a16:colId xmlns:a16="http://schemas.microsoft.com/office/drawing/2014/main" val="2729539146"/>
                    </a:ext>
                  </a:extLst>
                </a:gridCol>
                <a:gridCol w="1652904">
                  <a:extLst>
                    <a:ext uri="{9D8B030D-6E8A-4147-A177-3AD203B41FA5}">
                      <a16:colId xmlns:a16="http://schemas.microsoft.com/office/drawing/2014/main" val="2791150227"/>
                    </a:ext>
                  </a:extLst>
                </a:gridCol>
                <a:gridCol w="1791625">
                  <a:extLst>
                    <a:ext uri="{9D8B030D-6E8A-4147-A177-3AD203B41FA5}">
                      <a16:colId xmlns:a16="http://schemas.microsoft.com/office/drawing/2014/main" val="1391208075"/>
                    </a:ext>
                  </a:extLst>
                </a:gridCol>
                <a:gridCol w="1514183">
                  <a:extLst>
                    <a:ext uri="{9D8B030D-6E8A-4147-A177-3AD203B41FA5}">
                      <a16:colId xmlns:a16="http://schemas.microsoft.com/office/drawing/2014/main" val="3911677418"/>
                    </a:ext>
                  </a:extLst>
                </a:gridCol>
              </a:tblGrid>
              <a:tr h="431732">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600" b="1" i="0" kern="1200" dirty="0">
                          <a:solidFill>
                            <a:schemeClr val="tx1"/>
                          </a:solidFill>
                          <a:effectLst/>
                          <a:latin typeface="+mn-lt"/>
                          <a:ea typeface="+mn-ea"/>
                          <a:cs typeface="+mn-cs"/>
                        </a:rPr>
                        <a:t>Facility Type: </a:t>
                      </a:r>
                      <a:r>
                        <a:rPr lang="en-PH" sz="1600" b="0" i="0" kern="1200" dirty="0">
                          <a:solidFill>
                            <a:schemeClr val="tx1"/>
                          </a:solidFill>
                          <a:effectLst/>
                          <a:latin typeface="+mn-lt"/>
                          <a:ea typeface="+mn-ea"/>
                          <a:cs typeface="+mn-cs"/>
                        </a:rPr>
                        <a:t>Sovereign </a:t>
                      </a:r>
                    </a:p>
                  </a:txBody>
                  <a:tcPr anchor="ctr"/>
                </a:tc>
                <a:tc hMerge="1">
                  <a:txBody>
                    <a:bodyPr/>
                    <a:lstStyle/>
                    <a:p>
                      <a:endParaRPr lang="en-PH" dirty="0"/>
                    </a:p>
                  </a:txBody>
                  <a:tcPr/>
                </a:tc>
                <a:tc hMerge="1">
                  <a:txBody>
                    <a:bodyPr/>
                    <a:lstStyle/>
                    <a:p>
                      <a:endParaRPr lang="en-PH"/>
                    </a:p>
                  </a:txBody>
                  <a:tcPr/>
                </a:tc>
                <a:tc hMerge="1">
                  <a:txBody>
                    <a:bodyPr/>
                    <a:lstStyle/>
                    <a:p>
                      <a:endParaRPr lang="en-PH" dirty="0"/>
                    </a:p>
                  </a:txBody>
                  <a:tcPr/>
                </a:tc>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600" b="1" i="0" kern="1200" dirty="0">
                          <a:solidFill>
                            <a:schemeClr val="tx1"/>
                          </a:solidFill>
                          <a:effectLst/>
                          <a:latin typeface="+mn-lt"/>
                          <a:ea typeface="+mn-ea"/>
                          <a:cs typeface="+mn-cs"/>
                        </a:rPr>
                        <a:t>Project Number: </a:t>
                      </a:r>
                      <a:r>
                        <a:rPr lang="en-PH" sz="1600" b="0" i="0" kern="1200" dirty="0">
                          <a:solidFill>
                            <a:schemeClr val="tx1"/>
                          </a:solidFill>
                          <a:effectLst/>
                          <a:latin typeface="+mn-lt"/>
                          <a:ea typeface="+mn-ea"/>
                          <a:cs typeface="+mn-cs"/>
                        </a:rPr>
                        <a:t>57318-001</a:t>
                      </a:r>
                    </a:p>
                  </a:txBody>
                  <a:tcPr anchor="ct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431732">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tx1"/>
                          </a:solidFill>
                          <a:effectLst/>
                          <a:latin typeface="+mn-lt"/>
                          <a:ea typeface="+mn-ea"/>
                          <a:cs typeface="+mn-cs"/>
                        </a:rPr>
                        <a:t>Project Type / Modality of Assistance: </a:t>
                      </a:r>
                      <a:r>
                        <a:rPr lang="en-US" sz="1600" b="0" i="0" kern="1200" dirty="0">
                          <a:solidFill>
                            <a:schemeClr val="tx1"/>
                          </a:solidFill>
                          <a:effectLst/>
                          <a:latin typeface="+mn-lt"/>
                          <a:ea typeface="+mn-ea"/>
                          <a:cs typeface="+mn-cs"/>
                        </a:rPr>
                        <a:t>Grant</a:t>
                      </a:r>
                      <a:endParaRPr lang="en-PH" sz="1600" b="1" i="0" kern="1200" dirty="0">
                        <a:solidFill>
                          <a:schemeClr val="tx1"/>
                        </a:solidFill>
                        <a:effectLst/>
                        <a:latin typeface="+mn-lt"/>
                        <a:ea typeface="+mn-ea"/>
                        <a:cs typeface="+mn-cs"/>
                      </a:endParaRPr>
                    </a:p>
                  </a:txBody>
                  <a:tcPr anchor="ctr"/>
                </a:tc>
                <a:tc hMerge="1">
                  <a:txBody>
                    <a:bodyPr/>
                    <a:lstStyle/>
                    <a:p>
                      <a:endParaRPr lang="en-PH"/>
                    </a:p>
                  </a:txBody>
                  <a:tcPr/>
                </a:tc>
                <a:tc hMerge="1">
                  <a:txBody>
                    <a:bodyPr/>
                    <a:lstStyle/>
                    <a:p>
                      <a:endParaRPr lang="en-PH"/>
                    </a:p>
                  </a:txBody>
                  <a:tcPr/>
                </a:tc>
                <a:tc hMerge="1">
                  <a:txBody>
                    <a:bodyPr/>
                    <a:lstStyle/>
                    <a:p>
                      <a:endParaRPr lang="en-PH"/>
                    </a:p>
                  </a:txBody>
                  <a:tcPr/>
                </a:tc>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tx1"/>
                          </a:solidFill>
                          <a:effectLst/>
                          <a:latin typeface="+mn-lt"/>
                          <a:ea typeface="+mn-ea"/>
                          <a:cs typeface="+mn-cs"/>
                        </a:rPr>
                        <a:t>Modality Number: </a:t>
                      </a:r>
                      <a:r>
                        <a:rPr lang="en-US" sz="1600" b="0" i="0" kern="1200" dirty="0">
                          <a:solidFill>
                            <a:schemeClr val="tx1"/>
                          </a:solidFill>
                          <a:effectLst/>
                          <a:latin typeface="+mn-lt"/>
                          <a:ea typeface="+mn-ea"/>
                          <a:cs typeface="+mn-cs"/>
                        </a:rPr>
                        <a:t>0923</a:t>
                      </a:r>
                      <a:endParaRPr lang="en-PH" sz="1600" b="0" i="0" kern="1200" dirty="0">
                        <a:solidFill>
                          <a:schemeClr val="tx1"/>
                        </a:solidFill>
                        <a:effectLst/>
                        <a:latin typeface="+mn-lt"/>
                        <a:ea typeface="+mn-ea"/>
                        <a:cs typeface="+mn-cs"/>
                      </a:endParaRPr>
                    </a:p>
                  </a:txBody>
                  <a:tcPr anchor="ctr"/>
                </a:tc>
                <a:tc hMerge="1">
                  <a:txBody>
                    <a:bodyPr/>
                    <a:lstStyle/>
                    <a:p>
                      <a:endParaRPr lang="en-PH"/>
                    </a:p>
                  </a:txBody>
                  <a:tcPr/>
                </a:tc>
                <a:tc hMerge="1">
                  <a:txBody>
                    <a:bodyPr/>
                    <a:lstStyle/>
                    <a:p>
                      <a:endParaRPr lang="en-PH"/>
                    </a:p>
                  </a:txBody>
                  <a:tcPr/>
                </a:tc>
                <a:tc hMerge="1">
                  <a:txBody>
                    <a:bodyPr/>
                    <a:lstStyle/>
                    <a:p>
                      <a:endParaRPr lang="en-PH"/>
                    </a:p>
                  </a:txBody>
                  <a:tcPr/>
                </a:tc>
                <a:extLst>
                  <a:ext uri="{0D108BD9-81ED-4DB2-BD59-A6C34878D82A}">
                    <a16:rowId xmlns:a16="http://schemas.microsoft.com/office/drawing/2014/main" val="283528190"/>
                  </a:ext>
                </a:extLst>
              </a:tr>
              <a:tr h="431732">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600" b="1" i="0" kern="1200" dirty="0">
                          <a:solidFill>
                            <a:schemeClr val="tx1"/>
                          </a:solidFill>
                          <a:effectLst/>
                          <a:latin typeface="+mn-lt"/>
                          <a:ea typeface="+mn-ea"/>
                          <a:cs typeface="+mn-cs"/>
                        </a:rPr>
                        <a:t>Country / Economy: </a:t>
                      </a:r>
                      <a:r>
                        <a:rPr lang="en-PH" sz="1600" b="0" i="0" kern="1200" dirty="0">
                          <a:solidFill>
                            <a:schemeClr val="tx1"/>
                          </a:solidFill>
                          <a:effectLst/>
                          <a:latin typeface="+mn-lt"/>
                          <a:ea typeface="+mn-ea"/>
                          <a:cs typeface="+mn-cs"/>
                        </a:rPr>
                        <a:t>Vanuatu</a:t>
                      </a:r>
                    </a:p>
                  </a:txBody>
                  <a:tcPr anchor="ctr"/>
                </a:tc>
                <a:tc hMerge="1">
                  <a:txBody>
                    <a:bodyPr/>
                    <a:lstStyle/>
                    <a:p>
                      <a:endParaRPr lang="en-PH"/>
                    </a:p>
                  </a:txBody>
                  <a:tcPr/>
                </a:tc>
                <a:tc hMerge="1">
                  <a:txBody>
                    <a:bodyPr/>
                    <a:lstStyle/>
                    <a:p>
                      <a:endParaRPr lang="en-PH"/>
                    </a:p>
                  </a:txBody>
                  <a:tcPr/>
                </a:tc>
                <a:tc hMerge="1">
                  <a:txBody>
                    <a:bodyPr/>
                    <a:lstStyle/>
                    <a:p>
                      <a:endParaRPr lang="en-PH"/>
                    </a:p>
                  </a:txBody>
                  <a:tcPr/>
                </a:tc>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tx1"/>
                          </a:solidFill>
                          <a:effectLst/>
                          <a:latin typeface="+mn-lt"/>
                          <a:ea typeface="+mn-ea"/>
                          <a:cs typeface="+mn-cs"/>
                        </a:rPr>
                        <a:t>Project Status</a:t>
                      </a:r>
                      <a:r>
                        <a:rPr lang="en-US" sz="1600" b="0" i="0" kern="1200" dirty="0">
                          <a:solidFill>
                            <a:schemeClr val="tx1"/>
                          </a:solidFill>
                          <a:effectLst/>
                          <a:latin typeface="+mn-lt"/>
                          <a:ea typeface="+mn-ea"/>
                          <a:cs typeface="+mn-cs"/>
                        </a:rPr>
                        <a:t>: Closed</a:t>
                      </a:r>
                      <a:endParaRPr lang="en-PH" sz="1600" b="0" i="0" kern="1200" dirty="0">
                        <a:solidFill>
                          <a:schemeClr val="tx1"/>
                        </a:solidFill>
                        <a:effectLst/>
                        <a:latin typeface="+mn-lt"/>
                        <a:ea typeface="+mn-ea"/>
                        <a:cs typeface="+mn-cs"/>
                      </a:endParaRPr>
                    </a:p>
                  </a:txBody>
                  <a:tcPr anchor="ctr"/>
                </a:tc>
                <a:tc hMerge="1">
                  <a:txBody>
                    <a:bodyPr/>
                    <a:lstStyle/>
                    <a:p>
                      <a:endParaRPr lang="en-PH"/>
                    </a:p>
                  </a:txBody>
                  <a:tcPr/>
                </a:tc>
                <a:tc hMerge="1">
                  <a:txBody>
                    <a:bodyPr/>
                    <a:lstStyle/>
                    <a:p>
                      <a:endParaRPr lang="en-PH"/>
                    </a:p>
                  </a:txBody>
                  <a:tcPr/>
                </a:tc>
                <a:tc hMerge="1">
                  <a:txBody>
                    <a:bodyPr/>
                    <a:lstStyle/>
                    <a:p>
                      <a:endParaRPr lang="en-PH"/>
                    </a:p>
                  </a:txBody>
                  <a:tcPr/>
                </a:tc>
                <a:extLst>
                  <a:ext uri="{0D108BD9-81ED-4DB2-BD59-A6C34878D82A}">
                    <a16:rowId xmlns:a16="http://schemas.microsoft.com/office/drawing/2014/main" val="1861798469"/>
                  </a:ext>
                </a:extLst>
              </a:tr>
              <a:tr h="431732">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600" b="1" i="0" kern="1200" dirty="0">
                          <a:solidFill>
                            <a:schemeClr val="tx1"/>
                          </a:solidFill>
                          <a:effectLst/>
                          <a:latin typeface="+mn-lt"/>
                          <a:ea typeface="+mn-ea"/>
                          <a:cs typeface="+mn-cs"/>
                        </a:rPr>
                        <a:t>Effectivity Date: </a:t>
                      </a:r>
                      <a:r>
                        <a:rPr lang="en-PH" sz="1600" b="0" i="0" kern="1200" dirty="0">
                          <a:solidFill>
                            <a:schemeClr val="tx1"/>
                          </a:solidFill>
                          <a:effectLst/>
                          <a:latin typeface="+mn-lt"/>
                          <a:ea typeface="+mn-ea"/>
                          <a:cs typeface="+mn-cs"/>
                        </a:rPr>
                        <a:t>13 Dec 2023</a:t>
                      </a:r>
                      <a:endParaRPr lang="en-PH" sz="1600" b="1" i="0" kern="1200" dirty="0">
                        <a:solidFill>
                          <a:schemeClr val="tx1"/>
                        </a:solidFill>
                        <a:effectLst/>
                        <a:latin typeface="+mn-lt"/>
                        <a:ea typeface="+mn-ea"/>
                        <a:cs typeface="+mn-cs"/>
                      </a:endParaRPr>
                    </a:p>
                  </a:txBody>
                  <a:tcPr anchor="ctr"/>
                </a:tc>
                <a:tc hMerge="1">
                  <a:txBody>
                    <a:bodyPr/>
                    <a:lstStyle/>
                    <a:p>
                      <a:endParaRPr lang="en-PH"/>
                    </a:p>
                  </a:txBody>
                  <a:tcPr/>
                </a:tc>
                <a:tc hMerge="1">
                  <a:txBody>
                    <a:bodyPr/>
                    <a:lstStyle/>
                    <a:p>
                      <a:endParaRPr lang="en-PH"/>
                    </a:p>
                  </a:txBody>
                  <a:tcPr/>
                </a:tc>
                <a:tc hMerge="1">
                  <a:txBody>
                    <a:bodyPr/>
                    <a:lstStyle/>
                    <a:p>
                      <a:endParaRPr lang="en-PH"/>
                    </a:p>
                  </a:txBody>
                  <a:tcPr/>
                </a:tc>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tx1"/>
                          </a:solidFill>
                          <a:effectLst/>
                          <a:latin typeface="+mn-lt"/>
                          <a:ea typeface="+mn-ea"/>
                          <a:cs typeface="+mn-cs"/>
                        </a:rPr>
                        <a:t>Closing Date (Actual): </a:t>
                      </a:r>
                      <a:r>
                        <a:rPr lang="en-US" sz="1600" b="0" i="0" kern="1200" dirty="0">
                          <a:solidFill>
                            <a:schemeClr val="tx1"/>
                          </a:solidFill>
                          <a:effectLst/>
                          <a:latin typeface="+mn-lt"/>
                          <a:ea typeface="+mn-ea"/>
                          <a:cs typeface="+mn-cs"/>
                        </a:rPr>
                        <a:t>10 Sep 2024</a:t>
                      </a:r>
                      <a:endParaRPr lang="en-PH" sz="1600" b="0" i="0" kern="1200" dirty="0">
                        <a:solidFill>
                          <a:schemeClr val="tx1"/>
                        </a:solidFill>
                        <a:effectLst/>
                        <a:latin typeface="+mn-lt"/>
                        <a:ea typeface="+mn-ea"/>
                        <a:cs typeface="+mn-cs"/>
                      </a:endParaRPr>
                    </a:p>
                  </a:txBody>
                  <a:tcPr anchor="ctr"/>
                </a:tc>
                <a:tc hMerge="1">
                  <a:txBody>
                    <a:bodyPr/>
                    <a:lstStyle/>
                    <a:p>
                      <a:endParaRPr lang="en-PH"/>
                    </a:p>
                  </a:txBody>
                  <a:tcPr/>
                </a:tc>
                <a:tc hMerge="1">
                  <a:txBody>
                    <a:bodyPr/>
                    <a:lstStyle/>
                    <a:p>
                      <a:endParaRPr lang="en-PH"/>
                    </a:p>
                  </a:txBody>
                  <a:tcPr/>
                </a:tc>
                <a:tc hMerge="1">
                  <a:txBody>
                    <a:bodyPr/>
                    <a:lstStyle/>
                    <a:p>
                      <a:endParaRPr lang="en-PH"/>
                    </a:p>
                  </a:txBody>
                  <a:tcPr/>
                </a:tc>
                <a:extLst>
                  <a:ext uri="{0D108BD9-81ED-4DB2-BD59-A6C34878D82A}">
                    <a16:rowId xmlns:a16="http://schemas.microsoft.com/office/drawing/2014/main" val="3851897523"/>
                  </a:ext>
                </a:extLst>
              </a:tr>
              <a:tr h="11000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200" b="1" dirty="0">
                        <a:solidFill>
                          <a:schemeClr val="accent1"/>
                        </a:solidFill>
                        <a:hlinkClick r:id="rId4" action="ppaction://hlinksldjump"/>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200" b="1" dirty="0">
                        <a:solidFill>
                          <a:schemeClr val="accent1"/>
                        </a:solidFill>
                        <a:hlinkClick r:id="rId4" action="ppaction://hlinksldjump"/>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200" b="1" dirty="0">
                        <a:solidFill>
                          <a:schemeClr val="accent1"/>
                        </a:solidFill>
                        <a:hlinkClick r:id="rId4" action="ppaction://hlinksldjump"/>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AU" sz="1200" b="1" dirty="0">
                          <a:solidFill>
                            <a:schemeClr val="accent1"/>
                          </a:solidFill>
                          <a:hlinkClick r:id="rId4" action="ppaction://hlinksldjump"/>
                        </a:rPr>
                        <a:t>Total number of sites</a:t>
                      </a:r>
                      <a:r>
                        <a:rPr lang="en-AU" sz="1200" b="1" dirty="0">
                          <a:solidFill>
                            <a:schemeClr val="accent1"/>
                          </a:solidFill>
                        </a:rPr>
                        <a:t> created</a:t>
                      </a: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200" b="1" kern="1200" dirty="0">
                          <a:solidFill>
                            <a:schemeClr val="accent1"/>
                          </a:solidFill>
                          <a:latin typeface="+mn-lt"/>
                          <a:ea typeface="+mn-ea"/>
                          <a:cs typeface="+mn-cs"/>
                          <a:hlinkClick r:id="rId5" action="ppaction://hlinksldjump">
                            <a:extLst>
                              <a:ext uri="{A12FA001-AC4F-418D-AE19-62706E023703}">
                                <ahyp:hlinkClr xmlns:ahyp="http://schemas.microsoft.com/office/drawing/2018/hyperlinkcolor" val="tx"/>
                              </a:ext>
                            </a:extLst>
                          </a:hlinkClick>
                        </a:rPr>
                        <a:t>Total number of EDRMS users</a:t>
                      </a:r>
                      <a:endParaRPr lang="en-AU" sz="1200" b="1" kern="1200" dirty="0">
                        <a:solidFill>
                          <a:schemeClr val="accent1"/>
                        </a:solidFill>
                        <a:latin typeface="+mn-lt"/>
                        <a:ea typeface="+mn-ea"/>
                        <a:cs typeface="+mn-cs"/>
                      </a:endParaRP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1"/>
                          </a:solidFill>
                          <a:latin typeface="+mn-lt"/>
                          <a:ea typeface="+mn-ea"/>
                          <a:cs typeface="+mn-cs"/>
                          <a:hlinkClick r:id="rId6" action="ppaction://hlinksldjump">
                            <a:extLst>
                              <a:ext uri="{A12FA001-AC4F-418D-AE19-62706E023703}">
                                <ahyp:hlinkClr xmlns:ahyp="http://schemas.microsoft.com/office/drawing/2018/hyperlinkcolor" val="tx"/>
                              </a:ext>
                            </a:extLst>
                          </a:hlinkClick>
                        </a:rPr>
                        <a:t>Total number of site visitors</a:t>
                      </a:r>
                      <a:endParaRPr lang="en-US" sz="1200" b="1" kern="1200" dirty="0">
                        <a:solidFill>
                          <a:schemeClr val="accent1"/>
                        </a:solidFill>
                        <a:latin typeface="+mn-lt"/>
                        <a:ea typeface="+mn-ea"/>
                        <a:cs typeface="+mn-cs"/>
                      </a:endParaRPr>
                    </a:p>
                  </a:txBody>
                  <a:tcPr anchor="b"/>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accent1"/>
                        </a:solidFill>
                        <a:latin typeface="+mn-lt"/>
                        <a:ea typeface="+mn-ea"/>
                        <a:cs typeface="+mn-cs"/>
                        <a:hlinkClick r:id="rId7" action="ppaction://hlinksldjump">
                          <a:extLst>
                            <a:ext uri="{A12FA001-AC4F-418D-AE19-62706E023703}">
                              <ahyp:hlinkClr xmlns:ahyp="http://schemas.microsoft.com/office/drawing/2018/hyperlinkcolor" val="tx"/>
                            </a:ext>
                          </a:extLst>
                        </a:hlinkClick>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accent1"/>
                        </a:solidFill>
                        <a:latin typeface="+mn-lt"/>
                        <a:ea typeface="+mn-ea"/>
                        <a:cs typeface="+mn-cs"/>
                        <a:hlinkClick r:id="rId7" action="ppaction://hlinksldjump">
                          <a:extLst>
                            <a:ext uri="{A12FA001-AC4F-418D-AE19-62706E023703}">
                              <ahyp:hlinkClr xmlns:ahyp="http://schemas.microsoft.com/office/drawing/2018/hyperlinkcolor" val="tx"/>
                            </a:ext>
                          </a:extLst>
                        </a:hlinkClick>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accent1"/>
                        </a:solidFill>
                        <a:latin typeface="+mn-lt"/>
                        <a:ea typeface="+mn-ea"/>
                        <a:cs typeface="+mn-cs"/>
                        <a:hlinkClick r:id="rId7" action="ppaction://hlinksldjump">
                          <a:extLst>
                            <a:ext uri="{A12FA001-AC4F-418D-AE19-62706E023703}">
                              <ahyp:hlinkClr xmlns:ahyp="http://schemas.microsoft.com/office/drawing/2018/hyperlinkcolor" val="tx"/>
                            </a:ext>
                          </a:extLst>
                        </a:hlinkClick>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accent1"/>
                        </a:solidFill>
                        <a:latin typeface="+mn-lt"/>
                        <a:ea typeface="+mn-ea"/>
                        <a:cs typeface="+mn-cs"/>
                        <a:hlinkClick r:id="rId7" action="ppaction://hlinksldjump">
                          <a:extLst>
                            <a:ext uri="{A12FA001-AC4F-418D-AE19-62706E023703}">
                              <ahyp:hlinkClr xmlns:ahyp="http://schemas.microsoft.com/office/drawing/2018/hyperlinkcolor" val="tx"/>
                            </a:ext>
                          </a:extLst>
                        </a:hlinkClick>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1"/>
                          </a:solidFill>
                          <a:latin typeface="+mn-lt"/>
                          <a:ea typeface="+mn-ea"/>
                          <a:cs typeface="+mn-cs"/>
                          <a:hlinkClick r:id="rId7" action="ppaction://hlinksldjump">
                            <a:extLst>
                              <a:ext uri="{A12FA001-AC4F-418D-AE19-62706E023703}">
                                <ahyp:hlinkClr xmlns:ahyp="http://schemas.microsoft.com/office/drawing/2018/hyperlinkcolor" val="tx"/>
                              </a:ext>
                            </a:extLst>
                          </a:hlinkClick>
                        </a:rPr>
                        <a:t>Total number of documents in EDRMS</a:t>
                      </a:r>
                      <a:endParaRPr lang="en-US" sz="1200" b="1" kern="1200" dirty="0">
                        <a:solidFill>
                          <a:schemeClr val="accent1"/>
                        </a:solidFill>
                        <a:latin typeface="+mn-lt"/>
                        <a:ea typeface="+mn-ea"/>
                        <a:cs typeface="+mn-cs"/>
                      </a:endParaRPr>
                    </a:p>
                  </a:txBody>
                  <a:tcPr anchor="b"/>
                </a:tc>
                <a:tc hMerge="1">
                  <a:txBody>
                    <a:bodyPr/>
                    <a:lstStyle/>
                    <a:p>
                      <a:endParaRPr lang="en-PH"/>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1"/>
                          </a:solidFill>
                          <a:latin typeface="+mn-lt"/>
                          <a:ea typeface="+mn-ea"/>
                          <a:cs typeface="+mn-cs"/>
                          <a:hlinkClick r:id="rId8" action="ppaction://hlinksldjump">
                            <a:extLst>
                              <a:ext uri="{A12FA001-AC4F-418D-AE19-62706E023703}">
                                <ahyp:hlinkClr xmlns:ahyp="http://schemas.microsoft.com/office/drawing/2018/hyperlinkcolor" val="tx"/>
                              </a:ext>
                            </a:extLst>
                          </a:hlinkClick>
                        </a:rPr>
                        <a:t>Total number of records declared in EDRMS</a:t>
                      </a:r>
                      <a:endParaRPr lang="en-US" sz="1200" b="1" kern="1200" dirty="0">
                        <a:solidFill>
                          <a:schemeClr val="accent1"/>
                        </a:solidFill>
                        <a:latin typeface="+mn-lt"/>
                        <a:ea typeface="+mn-ea"/>
                        <a:cs typeface="+mn-cs"/>
                      </a:endParaRP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1"/>
                          </a:solidFill>
                          <a:latin typeface="+mn-lt"/>
                          <a:ea typeface="+mn-ea"/>
                          <a:cs typeface="+mn-cs"/>
                          <a:hlinkClick r:id="rId9" action="ppaction://hlinksldjump">
                            <a:extLst>
                              <a:ext uri="{A12FA001-AC4F-418D-AE19-62706E023703}">
                                <ahyp:hlinkClr xmlns:ahyp="http://schemas.microsoft.com/office/drawing/2018/hyperlinkcolor" val="tx"/>
                              </a:ext>
                            </a:extLst>
                          </a:hlinkClick>
                        </a:rPr>
                        <a:t>Total number of physical counterparts identified</a:t>
                      </a:r>
                      <a:endParaRPr lang="en-US" sz="1200" b="1" kern="1200" dirty="0">
                        <a:solidFill>
                          <a:schemeClr val="accent1"/>
                        </a:solidFill>
                        <a:latin typeface="+mn-lt"/>
                        <a:ea typeface="+mn-ea"/>
                        <a:cs typeface="+mn-cs"/>
                      </a:endParaRP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1"/>
                          </a:solidFill>
                          <a:latin typeface="+mn-lt"/>
                          <a:ea typeface="+mn-ea"/>
                          <a:cs typeface="+mn-cs"/>
                          <a:hlinkClick r:id="rId10" action="ppaction://hlinksldjump">
                            <a:extLst>
                              <a:ext uri="{A12FA001-AC4F-418D-AE19-62706E023703}">
                                <ahyp:hlinkClr xmlns:ahyp="http://schemas.microsoft.com/office/drawing/2018/hyperlinkcolor" val="tx"/>
                              </a:ext>
                            </a:extLst>
                          </a:hlinkClick>
                        </a:rPr>
                        <a:t>Total number of records due for disposal</a:t>
                      </a:r>
                      <a:endParaRPr lang="en-US" sz="1200" b="1" kern="1200" dirty="0">
                        <a:solidFill>
                          <a:schemeClr val="accent1"/>
                        </a:solidFill>
                        <a:latin typeface="+mn-lt"/>
                        <a:ea typeface="+mn-ea"/>
                        <a:cs typeface="+mn-cs"/>
                      </a:endParaRPr>
                    </a:p>
                  </a:txBody>
                  <a:tcPr anchor="b"/>
                </a:tc>
                <a:extLst>
                  <a:ext uri="{0D108BD9-81ED-4DB2-BD59-A6C34878D82A}">
                    <a16:rowId xmlns:a16="http://schemas.microsoft.com/office/drawing/2014/main" val="1407182121"/>
                  </a:ext>
                </a:extLst>
              </a:tr>
            </a:tbl>
          </a:graphicData>
        </a:graphic>
      </p:graphicFrame>
      <p:sp>
        <p:nvSpPr>
          <p:cNvPr id="11" name="Callout: Line 10">
            <a:extLst>
              <a:ext uri="{FF2B5EF4-FFF2-40B4-BE49-F238E27FC236}">
                <a16:creationId xmlns:a16="http://schemas.microsoft.com/office/drawing/2014/main" id="{DD247C92-A572-F1EB-AED8-D77329C9CEAC}"/>
              </a:ext>
            </a:extLst>
          </p:cNvPr>
          <p:cNvSpPr/>
          <p:nvPr/>
        </p:nvSpPr>
        <p:spPr>
          <a:xfrm>
            <a:off x="9686680" y="621045"/>
            <a:ext cx="2518608" cy="990067"/>
          </a:xfrm>
          <a:prstGeom prst="borderCallout1">
            <a:avLst>
              <a:gd name="adj1" fmla="val 79226"/>
              <a:gd name="adj2" fmla="val 3163"/>
              <a:gd name="adj3" fmla="val 190499"/>
              <a:gd name="adj4" fmla="val -6901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AU" sz="1400" b="1" dirty="0">
                <a:latin typeface="Aptos" panose="020B0004020202020204" pitchFamily="34" charset="0"/>
                <a:ea typeface="Aptos" panose="020B0004020202020204" pitchFamily="34" charset="0"/>
                <a:cs typeface="Times New Roman" panose="02020603050405020304" pitchFamily="18" charset="0"/>
              </a:rPr>
              <a:t>Note: Clickable top panel stats to show data; see Departmental Insights for template</a:t>
            </a:r>
            <a:endParaRPr lang="en-AU" sz="1400" b="1" dirty="0"/>
          </a:p>
        </p:txBody>
      </p:sp>
      <p:pic>
        <p:nvPicPr>
          <p:cNvPr id="16" name="Picture 15">
            <a:extLst>
              <a:ext uri="{FF2B5EF4-FFF2-40B4-BE49-F238E27FC236}">
                <a16:creationId xmlns:a16="http://schemas.microsoft.com/office/drawing/2014/main" id="{68F43027-BA8B-6680-764C-0F4A63DBBD50}"/>
              </a:ext>
            </a:extLst>
          </p:cNvPr>
          <p:cNvPicPr>
            <a:picLocks noChangeAspect="1"/>
          </p:cNvPicPr>
          <p:nvPr/>
        </p:nvPicPr>
        <p:blipFill>
          <a:blip r:embed="rId11"/>
          <a:stretch>
            <a:fillRect/>
          </a:stretch>
        </p:blipFill>
        <p:spPr>
          <a:xfrm>
            <a:off x="3191226" y="4675521"/>
            <a:ext cx="4735054" cy="1844762"/>
          </a:xfrm>
          <a:prstGeom prst="rect">
            <a:avLst/>
          </a:prstGeom>
          <a:ln>
            <a:solidFill>
              <a:schemeClr val="tx1"/>
            </a:solidFill>
          </a:ln>
        </p:spPr>
      </p:pic>
      <p:pic>
        <p:nvPicPr>
          <p:cNvPr id="24" name="Picture 23">
            <a:extLst>
              <a:ext uri="{FF2B5EF4-FFF2-40B4-BE49-F238E27FC236}">
                <a16:creationId xmlns:a16="http://schemas.microsoft.com/office/drawing/2014/main" id="{25F46100-306C-CFD6-2E69-91E27234F9EF}"/>
              </a:ext>
            </a:extLst>
          </p:cNvPr>
          <p:cNvPicPr>
            <a:picLocks noChangeAspect="1"/>
          </p:cNvPicPr>
          <p:nvPr/>
        </p:nvPicPr>
        <p:blipFill>
          <a:blip r:embed="rId12"/>
          <a:srcRect l="10613" r="12801"/>
          <a:stretch>
            <a:fillRect/>
          </a:stretch>
        </p:blipFill>
        <p:spPr>
          <a:xfrm>
            <a:off x="556716" y="4675521"/>
            <a:ext cx="2347415" cy="1844763"/>
          </a:xfrm>
          <a:prstGeom prst="rect">
            <a:avLst/>
          </a:prstGeom>
          <a:ln>
            <a:solidFill>
              <a:schemeClr val="tx1"/>
            </a:solidFill>
          </a:ln>
        </p:spPr>
      </p:pic>
      <p:pic>
        <p:nvPicPr>
          <p:cNvPr id="26" name="Picture 25">
            <a:extLst>
              <a:ext uri="{FF2B5EF4-FFF2-40B4-BE49-F238E27FC236}">
                <a16:creationId xmlns:a16="http://schemas.microsoft.com/office/drawing/2014/main" id="{D85A3F18-8556-FBD6-24A2-5AB45E538C1E}"/>
              </a:ext>
            </a:extLst>
          </p:cNvPr>
          <p:cNvPicPr>
            <a:picLocks noChangeAspect="1"/>
          </p:cNvPicPr>
          <p:nvPr/>
        </p:nvPicPr>
        <p:blipFill>
          <a:blip r:embed="rId13"/>
          <a:stretch>
            <a:fillRect/>
          </a:stretch>
        </p:blipFill>
        <p:spPr>
          <a:xfrm>
            <a:off x="8213375" y="4675522"/>
            <a:ext cx="3272955" cy="1844762"/>
          </a:xfrm>
          <a:prstGeom prst="rect">
            <a:avLst/>
          </a:prstGeom>
          <a:ln>
            <a:solidFill>
              <a:schemeClr val="tx1"/>
            </a:solidFill>
          </a:ln>
        </p:spPr>
      </p:pic>
      <p:grpSp>
        <p:nvGrpSpPr>
          <p:cNvPr id="2" name="Group 1">
            <a:extLst>
              <a:ext uri="{FF2B5EF4-FFF2-40B4-BE49-F238E27FC236}">
                <a16:creationId xmlns:a16="http://schemas.microsoft.com/office/drawing/2014/main" id="{8DDDDEBA-6EF4-533C-9666-9D6DA1F9E678}"/>
              </a:ext>
            </a:extLst>
          </p:cNvPr>
          <p:cNvGrpSpPr/>
          <p:nvPr/>
        </p:nvGrpSpPr>
        <p:grpSpPr>
          <a:xfrm>
            <a:off x="741527" y="3145204"/>
            <a:ext cx="10870215" cy="622109"/>
            <a:chOff x="744030" y="1706707"/>
            <a:chExt cx="10870215" cy="622109"/>
          </a:xfrm>
        </p:grpSpPr>
        <p:sp>
          <p:nvSpPr>
            <p:cNvPr id="31" name="Rectangle: Rounded Corners 30">
              <a:extLst>
                <a:ext uri="{FF2B5EF4-FFF2-40B4-BE49-F238E27FC236}">
                  <a16:creationId xmlns:a16="http://schemas.microsoft.com/office/drawing/2014/main" id="{9A162D7E-DDF9-F0AF-983A-24FAC826E081}"/>
                </a:ext>
              </a:extLst>
            </p:cNvPr>
            <p:cNvSpPr/>
            <p:nvPr/>
          </p:nvSpPr>
          <p:spPr>
            <a:xfrm>
              <a:off x="744030" y="1812477"/>
              <a:ext cx="588151" cy="516339"/>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2400" b="1" dirty="0">
                  <a:solidFill>
                    <a:schemeClr val="tx1"/>
                  </a:solidFill>
                  <a:latin typeface="Arial" panose="020B0604020202020204" pitchFamily="34" charset="0"/>
                  <a:cs typeface="Arial" panose="020B0604020202020204" pitchFamily="34" charset="0"/>
                </a:rPr>
                <a:t>3</a:t>
              </a:r>
            </a:p>
          </p:txBody>
        </p:sp>
        <p:sp>
          <p:nvSpPr>
            <p:cNvPr id="33" name="Rectangle: Rounded Corners 32">
              <a:extLst>
                <a:ext uri="{FF2B5EF4-FFF2-40B4-BE49-F238E27FC236}">
                  <a16:creationId xmlns:a16="http://schemas.microsoft.com/office/drawing/2014/main" id="{2089FDDD-0CE7-55B4-EC4D-33972BF24E9A}"/>
                </a:ext>
              </a:extLst>
            </p:cNvPr>
            <p:cNvSpPr/>
            <p:nvPr/>
          </p:nvSpPr>
          <p:spPr>
            <a:xfrm>
              <a:off x="2424979" y="1812477"/>
              <a:ext cx="588151" cy="516339"/>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2400" b="1" dirty="0">
                  <a:solidFill>
                    <a:schemeClr val="tx1"/>
                  </a:solidFill>
                  <a:latin typeface="Arial" panose="020B0604020202020204" pitchFamily="34" charset="0"/>
                  <a:cs typeface="Arial" panose="020B0604020202020204" pitchFamily="34" charset="0"/>
                </a:rPr>
                <a:t>46</a:t>
              </a:r>
            </a:p>
          </p:txBody>
        </p:sp>
        <p:sp>
          <p:nvSpPr>
            <p:cNvPr id="35" name="Rectangle: Rounded Corners 34">
              <a:extLst>
                <a:ext uri="{FF2B5EF4-FFF2-40B4-BE49-F238E27FC236}">
                  <a16:creationId xmlns:a16="http://schemas.microsoft.com/office/drawing/2014/main" id="{7E973CD5-0E5E-D054-0136-81E2EB8D4D87}"/>
                </a:ext>
              </a:extLst>
            </p:cNvPr>
            <p:cNvSpPr/>
            <p:nvPr/>
          </p:nvSpPr>
          <p:spPr>
            <a:xfrm>
              <a:off x="4032390" y="1812477"/>
              <a:ext cx="588151" cy="516339"/>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2400" b="1" dirty="0">
                  <a:solidFill>
                    <a:schemeClr val="tx1"/>
                  </a:solidFill>
                  <a:latin typeface="Arial" panose="020B0604020202020204" pitchFamily="34" charset="0"/>
                  <a:cs typeface="Arial" panose="020B0604020202020204" pitchFamily="34" charset="0"/>
                </a:rPr>
                <a:t>19</a:t>
              </a:r>
            </a:p>
          </p:txBody>
        </p:sp>
        <p:sp>
          <p:nvSpPr>
            <p:cNvPr id="37" name="Rectangle: Rounded Corners 36">
              <a:extLst>
                <a:ext uri="{FF2B5EF4-FFF2-40B4-BE49-F238E27FC236}">
                  <a16:creationId xmlns:a16="http://schemas.microsoft.com/office/drawing/2014/main" id="{24872B2D-CC00-072C-2030-005C33986147}"/>
                </a:ext>
              </a:extLst>
            </p:cNvPr>
            <p:cNvSpPr/>
            <p:nvPr/>
          </p:nvSpPr>
          <p:spPr>
            <a:xfrm>
              <a:off x="5240740" y="1706707"/>
              <a:ext cx="1542197" cy="516339"/>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2400" b="1" dirty="0">
                  <a:solidFill>
                    <a:schemeClr val="tx1"/>
                  </a:solidFill>
                  <a:latin typeface="Arial" panose="020B0604020202020204" pitchFamily="34" charset="0"/>
                  <a:cs typeface="Arial" panose="020B0604020202020204" pitchFamily="34" charset="0"/>
                </a:rPr>
                <a:t>10,684</a:t>
              </a:r>
            </a:p>
          </p:txBody>
        </p:sp>
        <p:sp>
          <p:nvSpPr>
            <p:cNvPr id="39" name="Rectangle: Rounded Corners 38">
              <a:extLst>
                <a:ext uri="{FF2B5EF4-FFF2-40B4-BE49-F238E27FC236}">
                  <a16:creationId xmlns:a16="http://schemas.microsoft.com/office/drawing/2014/main" id="{241A6BBA-3A8F-C596-2619-DE6FF560883E}"/>
                </a:ext>
              </a:extLst>
            </p:cNvPr>
            <p:cNvSpPr/>
            <p:nvPr/>
          </p:nvSpPr>
          <p:spPr>
            <a:xfrm>
              <a:off x="6848151" y="1707443"/>
              <a:ext cx="1542197" cy="516339"/>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2400" b="1" dirty="0">
                  <a:solidFill>
                    <a:schemeClr val="tx1"/>
                  </a:solidFill>
                  <a:latin typeface="Arial" panose="020B0604020202020204" pitchFamily="34" charset="0"/>
                  <a:cs typeface="Arial" panose="020B0604020202020204" pitchFamily="34" charset="0"/>
                </a:rPr>
                <a:t>9,596</a:t>
              </a:r>
            </a:p>
          </p:txBody>
        </p:sp>
        <p:sp>
          <p:nvSpPr>
            <p:cNvPr id="41" name="Rectangle: Rounded Corners 40">
              <a:extLst>
                <a:ext uri="{FF2B5EF4-FFF2-40B4-BE49-F238E27FC236}">
                  <a16:creationId xmlns:a16="http://schemas.microsoft.com/office/drawing/2014/main" id="{2EBB2E3D-7F7C-2AAF-0A1B-A393EC69F345}"/>
                </a:ext>
              </a:extLst>
            </p:cNvPr>
            <p:cNvSpPr/>
            <p:nvPr/>
          </p:nvSpPr>
          <p:spPr>
            <a:xfrm>
              <a:off x="8529100" y="1815854"/>
              <a:ext cx="1542197" cy="298043"/>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2400" b="1" dirty="0">
                  <a:solidFill>
                    <a:schemeClr val="tx1"/>
                  </a:solidFill>
                  <a:latin typeface="Arial" panose="020B0604020202020204" pitchFamily="34" charset="0"/>
                  <a:cs typeface="Arial" panose="020B0604020202020204" pitchFamily="34" charset="0"/>
                </a:rPr>
                <a:t>156</a:t>
              </a:r>
            </a:p>
          </p:txBody>
        </p:sp>
        <p:sp>
          <p:nvSpPr>
            <p:cNvPr id="43" name="Rectangle: Rounded Corners 42">
              <a:extLst>
                <a:ext uri="{FF2B5EF4-FFF2-40B4-BE49-F238E27FC236}">
                  <a16:creationId xmlns:a16="http://schemas.microsoft.com/office/drawing/2014/main" id="{EF297584-B297-EE4E-4CDC-A85BEEE59EE1}"/>
                </a:ext>
              </a:extLst>
            </p:cNvPr>
            <p:cNvSpPr/>
            <p:nvPr/>
          </p:nvSpPr>
          <p:spPr>
            <a:xfrm>
              <a:off x="10454184" y="1812074"/>
              <a:ext cx="1160061" cy="298043"/>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2400" b="1" dirty="0">
                  <a:solidFill>
                    <a:schemeClr val="tx1"/>
                  </a:solidFill>
                  <a:latin typeface="Arial" panose="020B0604020202020204" pitchFamily="34" charset="0"/>
                  <a:cs typeface="Arial" panose="020B0604020202020204" pitchFamily="34" charset="0"/>
                </a:rPr>
                <a:t>2</a:t>
              </a:r>
            </a:p>
          </p:txBody>
        </p:sp>
      </p:grpSp>
      <p:sp>
        <p:nvSpPr>
          <p:cNvPr id="5" name="Freeform: Shape 4">
            <a:hlinkClick r:id="rId14" action="ppaction://hlinksldjump"/>
            <a:extLst>
              <a:ext uri="{FF2B5EF4-FFF2-40B4-BE49-F238E27FC236}">
                <a16:creationId xmlns:a16="http://schemas.microsoft.com/office/drawing/2014/main" id="{14A1BFA0-9800-7CF6-CB97-7ED574014C75}"/>
              </a:ext>
            </a:extLst>
          </p:cNvPr>
          <p:cNvSpPr/>
          <p:nvPr/>
        </p:nvSpPr>
        <p:spPr>
          <a:xfrm>
            <a:off x="10877266" y="69544"/>
            <a:ext cx="1314734"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chemeClr val="tx1"/>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lang="en-AU" sz="1600" b="1" kern="0" dirty="0">
                <a:solidFill>
                  <a:prstClr val="white"/>
                </a:solidFill>
                <a:latin typeface="Aptos" panose="02110004020202020204"/>
              </a:rPr>
              <a:t>Slide 1</a:t>
            </a:r>
            <a:endParaRPr kumimoji="0" lang="en-AU" sz="1600" b="1" i="0" u="none" strike="noStrike" kern="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001992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C4E36-6F6D-7299-2A45-6011D7A058F8}"/>
            </a:ext>
          </a:extLst>
        </p:cNvPr>
        <p:cNvGrpSpPr/>
        <p:nvPr/>
      </p:nvGrpSpPr>
      <p:grpSpPr>
        <a:xfrm>
          <a:off x="0" y="0"/>
          <a:ext cx="0" cy="0"/>
          <a:chOff x="0" y="0"/>
          <a:chExt cx="0" cy="0"/>
        </a:xfrm>
      </p:grpSpPr>
      <p:sp>
        <p:nvSpPr>
          <p:cNvPr id="8" name="Freeform: Shape 7">
            <a:hlinkClick r:id="rId2" action="ppaction://hlinksldjump"/>
            <a:extLst>
              <a:ext uri="{FF2B5EF4-FFF2-40B4-BE49-F238E27FC236}">
                <a16:creationId xmlns:a16="http://schemas.microsoft.com/office/drawing/2014/main" id="{4368F11D-C2ED-D0DF-FD57-BE7C06334330}"/>
              </a:ext>
            </a:extLst>
          </p:cNvPr>
          <p:cNvSpPr/>
          <p:nvPr/>
        </p:nvSpPr>
        <p:spPr>
          <a:xfrm>
            <a:off x="9075761" y="154297"/>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rPr>
              <a:t>EDRMS Bank-wide oversights</a:t>
            </a:r>
          </a:p>
        </p:txBody>
      </p:sp>
      <p:sp>
        <p:nvSpPr>
          <p:cNvPr id="12" name="Rectangle: Rounded Corners 11">
            <a:extLst>
              <a:ext uri="{FF2B5EF4-FFF2-40B4-BE49-F238E27FC236}">
                <a16:creationId xmlns:a16="http://schemas.microsoft.com/office/drawing/2014/main" id="{2B5AB8CD-0A15-9C8F-C7FC-901032AC9C8C}"/>
              </a:ext>
            </a:extLst>
          </p:cNvPr>
          <p:cNvSpPr/>
          <p:nvPr/>
        </p:nvSpPr>
        <p:spPr>
          <a:xfrm>
            <a:off x="125087" y="79420"/>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Total number of EDRMS users</a:t>
            </a:r>
          </a:p>
        </p:txBody>
      </p:sp>
      <p:graphicFrame>
        <p:nvGraphicFramePr>
          <p:cNvPr id="20" name="Table 19">
            <a:extLst>
              <a:ext uri="{FF2B5EF4-FFF2-40B4-BE49-F238E27FC236}">
                <a16:creationId xmlns:a16="http://schemas.microsoft.com/office/drawing/2014/main" id="{6CEBB6CC-CE06-7EB4-A6E9-4F98988DC8D8}"/>
              </a:ext>
            </a:extLst>
          </p:cNvPr>
          <p:cNvGraphicFramePr>
            <a:graphicFrameLocks noGrp="1"/>
          </p:cNvGraphicFramePr>
          <p:nvPr/>
        </p:nvGraphicFramePr>
        <p:xfrm>
          <a:off x="550545" y="1172792"/>
          <a:ext cx="11090909" cy="4140551"/>
        </p:xfrm>
        <a:graphic>
          <a:graphicData uri="http://schemas.openxmlformats.org/drawingml/2006/table">
            <a:tbl>
              <a:tblPr firstRow="1" firstCol="1" bandRow="1"/>
              <a:tblGrid>
                <a:gridCol w="2779509">
                  <a:extLst>
                    <a:ext uri="{9D8B030D-6E8A-4147-A177-3AD203B41FA5}">
                      <a16:colId xmlns:a16="http://schemas.microsoft.com/office/drawing/2014/main" val="384871762"/>
                    </a:ext>
                  </a:extLst>
                </a:gridCol>
                <a:gridCol w="1662280">
                  <a:extLst>
                    <a:ext uri="{9D8B030D-6E8A-4147-A177-3AD203B41FA5}">
                      <a16:colId xmlns:a16="http://schemas.microsoft.com/office/drawing/2014/main" val="591196838"/>
                    </a:ext>
                  </a:extLst>
                </a:gridCol>
                <a:gridCol w="1662280">
                  <a:extLst>
                    <a:ext uri="{9D8B030D-6E8A-4147-A177-3AD203B41FA5}">
                      <a16:colId xmlns:a16="http://schemas.microsoft.com/office/drawing/2014/main" val="2434974568"/>
                    </a:ext>
                  </a:extLst>
                </a:gridCol>
                <a:gridCol w="1662280">
                  <a:extLst>
                    <a:ext uri="{9D8B030D-6E8A-4147-A177-3AD203B41FA5}">
                      <a16:colId xmlns:a16="http://schemas.microsoft.com/office/drawing/2014/main" val="2204741358"/>
                    </a:ext>
                  </a:extLst>
                </a:gridCol>
                <a:gridCol w="1662280">
                  <a:extLst>
                    <a:ext uri="{9D8B030D-6E8A-4147-A177-3AD203B41FA5}">
                      <a16:colId xmlns:a16="http://schemas.microsoft.com/office/drawing/2014/main" val="1168279934"/>
                    </a:ext>
                  </a:extLst>
                </a:gridCol>
                <a:gridCol w="1662280">
                  <a:extLst>
                    <a:ext uri="{9D8B030D-6E8A-4147-A177-3AD203B41FA5}">
                      <a16:colId xmlns:a16="http://schemas.microsoft.com/office/drawing/2014/main" val="2280140058"/>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400" kern="100" dirty="0">
                          <a:effectLst/>
                        </a:rPr>
                        <a:t>Department / office / RM</a:t>
                      </a: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400" kern="100" dirty="0">
                          <a:effectLst/>
                        </a:rPr>
                        <a:t>Total number of users (staff)</a:t>
                      </a: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400" kern="100" dirty="0">
                          <a:effectLst/>
                        </a:rPr>
                        <a:t>Total number of users (Contractors)</a:t>
                      </a: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400" kern="100" dirty="0">
                          <a:effectLst/>
                        </a:rPr>
                        <a:t>Total number of users (Consultants)</a:t>
                      </a: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400" kern="100" dirty="0">
                          <a:effectLst/>
                        </a:rPr>
                        <a:t>Completion of training</a:t>
                      </a: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400" kern="100" dirty="0">
                          <a:effectLst/>
                          <a:latin typeface="Aptos" panose="020B0004020202020204" pitchFamily="34" charset="0"/>
                          <a:ea typeface="Aptos" panose="020B0004020202020204" pitchFamily="34" charset="0"/>
                          <a:cs typeface="Times New Roman" panose="02020603050405020304" pitchFamily="18" charset="0"/>
                        </a:rPr>
                        <a:t>Onboarded since go-live.</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69269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400" kern="100" dirty="0">
                          <a:solidFill>
                            <a:schemeClr val="accent2"/>
                          </a:solidFill>
                          <a:effectLst/>
                        </a:rPr>
                        <a:t>Alphabetical list of all Departments, offices, </a:t>
                      </a:r>
                      <a:r>
                        <a:rPr lang="en-AU" sz="1400" kern="100" dirty="0" err="1">
                          <a:solidFill>
                            <a:schemeClr val="accent2"/>
                          </a:solidFill>
                          <a:effectLst/>
                        </a:rPr>
                        <a:t>RMs.</a:t>
                      </a:r>
                      <a:endParaRPr lang="en-AU" sz="14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400" kern="100" dirty="0">
                          <a:solidFill>
                            <a:schemeClr val="accent2"/>
                          </a:solidFill>
                          <a:effectLst/>
                        </a:rPr>
                        <a:t>#</a:t>
                      </a:r>
                      <a:endParaRPr lang="en-AU" sz="14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400" kern="100" dirty="0">
                          <a:solidFill>
                            <a:schemeClr val="accent2"/>
                          </a:solidFill>
                          <a:effectLst/>
                        </a:rPr>
                        <a:t>#</a:t>
                      </a:r>
                      <a:endParaRPr lang="en-AU" sz="14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r>
                        <a:rPr lang="en-AU" sz="14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400" kern="100" dirty="0">
                          <a:solidFill>
                            <a:schemeClr val="accent2"/>
                          </a:solidFill>
                          <a:effectLst/>
                        </a:rPr>
                        <a:t>#</a:t>
                      </a:r>
                      <a:endParaRPr lang="en-AU" sz="14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400" kern="100" dirty="0">
                          <a:solidFill>
                            <a:schemeClr val="accent2"/>
                          </a:solidFill>
                          <a:effectLst/>
                        </a:rPr>
                        <a:t>#</a:t>
                      </a:r>
                      <a:endParaRPr lang="en-AU" sz="14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692690">
                <a:tc>
                  <a:txBody>
                    <a:bodyPr/>
                    <a:lstStyle/>
                    <a:p>
                      <a:pPr>
                        <a:lnSpc>
                          <a:spcPct val="107000"/>
                        </a:lnSpc>
                        <a:spcAft>
                          <a:spcPts val="800"/>
                        </a:spcAft>
                        <a:buNone/>
                      </a:pPr>
                      <a:r>
                        <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BIOC - </a:t>
                      </a:r>
                      <a:r>
                        <a:rPr lang="en-PH" sz="1400" b="1" i="0" kern="1200" dirty="0">
                          <a:solidFill>
                            <a:schemeClr val="tx1"/>
                          </a:solidFill>
                          <a:effectLst/>
                          <a:latin typeface="+mn-lt"/>
                          <a:ea typeface="+mn-ea"/>
                          <a:cs typeface="+mn-cs"/>
                        </a:rPr>
                        <a:t>Office of Business Intelligence and Operations Coordination</a:t>
                      </a:r>
                      <a:endPar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39368273"/>
                  </a:ext>
                </a:extLst>
              </a:tr>
              <a:tr h="692690">
                <a:tc>
                  <a:txBody>
                    <a:bodyPr/>
                    <a:lstStyle/>
                    <a:p>
                      <a:pPr>
                        <a:lnSpc>
                          <a:spcPct val="107000"/>
                        </a:lnSpc>
                        <a:spcAft>
                          <a:spcPts val="800"/>
                        </a:spcAft>
                        <a:buNone/>
                      </a:pPr>
                      <a:r>
                        <a:rPr lang="en-US"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hlinkClick r:id="rId3" action="ppaction://hlinksldjump"/>
                        </a:rPr>
                        <a:t>BPMSD - Budget, People, and Management Systems Department</a:t>
                      </a:r>
                      <a:endPar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0398350"/>
                  </a:ext>
                </a:extLst>
              </a:tr>
              <a:tr h="692690">
                <a:tc>
                  <a:txBody>
                    <a:bodyPr/>
                    <a:lstStyle/>
                    <a:p>
                      <a:pPr>
                        <a:lnSpc>
                          <a:spcPct val="107000"/>
                        </a:lnSpc>
                        <a:spcAft>
                          <a:spcPts val="800"/>
                        </a:spcAft>
                        <a:buNone/>
                      </a:pPr>
                      <a:r>
                        <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CCSD - </a:t>
                      </a:r>
                      <a:r>
                        <a:rPr lang="en-PH" sz="1400" b="1" i="0" kern="1200" dirty="0">
                          <a:solidFill>
                            <a:schemeClr val="tx1"/>
                          </a:solidFill>
                          <a:effectLst/>
                          <a:latin typeface="+mn-lt"/>
                          <a:ea typeface="+mn-ea"/>
                          <a:cs typeface="+mn-cs"/>
                        </a:rPr>
                        <a:t>Climate Change and Sustainable Development Department</a:t>
                      </a:r>
                      <a:endPar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10580167"/>
                  </a:ext>
                </a:extLst>
              </a:tr>
              <a:tr h="692690">
                <a:tc>
                  <a:txBody>
                    <a:bodyPr/>
                    <a:lstStyle/>
                    <a:p>
                      <a:pPr>
                        <a:lnSpc>
                          <a:spcPct val="107000"/>
                        </a:lnSpc>
                        <a:spcAft>
                          <a:spcPts val="800"/>
                        </a:spcAft>
                        <a:buNone/>
                      </a:pPr>
                      <a:r>
                        <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Etc.</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70783240"/>
                  </a:ext>
                </a:extLst>
              </a:tr>
            </a:tbl>
          </a:graphicData>
        </a:graphic>
      </p:graphicFrame>
      <p:sp>
        <p:nvSpPr>
          <p:cNvPr id="5" name="Rectangle: Rounded Corners 4">
            <a:extLst>
              <a:ext uri="{FF2B5EF4-FFF2-40B4-BE49-F238E27FC236}">
                <a16:creationId xmlns:a16="http://schemas.microsoft.com/office/drawing/2014/main" id="{65C2AF6B-5747-ECB4-8851-1221205D0D11}"/>
              </a:ext>
            </a:extLst>
          </p:cNvPr>
          <p:cNvSpPr/>
          <p:nvPr/>
        </p:nvSpPr>
        <p:spPr>
          <a:xfrm>
            <a:off x="8128901" y="3636392"/>
            <a:ext cx="3360448" cy="1508814"/>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Include indicators for % of active users, Number of users who have never accessed EDRMS (for re-training) or have not accessed in the last 90 days (candidate for cleanup)</a:t>
            </a:r>
          </a:p>
          <a:p>
            <a:pPr marL="285750" lvl="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61076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5535A-AE1E-77DD-019D-3CE7F2FF1295}"/>
            </a:ext>
          </a:extLst>
        </p:cNvPr>
        <p:cNvGrpSpPr/>
        <p:nvPr/>
      </p:nvGrpSpPr>
      <p:grpSpPr>
        <a:xfrm>
          <a:off x="0" y="0"/>
          <a:ext cx="0" cy="0"/>
          <a:chOff x="0" y="0"/>
          <a:chExt cx="0" cy="0"/>
        </a:xfrm>
      </p:grpSpPr>
      <p:sp>
        <p:nvSpPr>
          <p:cNvPr id="8" name="Freeform: Shape 7">
            <a:hlinkClick r:id="rId2" action="ppaction://hlinksldjump"/>
            <a:extLst>
              <a:ext uri="{FF2B5EF4-FFF2-40B4-BE49-F238E27FC236}">
                <a16:creationId xmlns:a16="http://schemas.microsoft.com/office/drawing/2014/main" id="{374F0869-7E99-8A3D-7C20-D7C71C5755C9}"/>
              </a:ext>
            </a:extLst>
          </p:cNvPr>
          <p:cNvSpPr/>
          <p:nvPr/>
        </p:nvSpPr>
        <p:spPr>
          <a:xfrm>
            <a:off x="9075761" y="154297"/>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rPr>
              <a:t>EDRMS Bank-wide oversights</a:t>
            </a:r>
          </a:p>
        </p:txBody>
      </p:sp>
      <p:sp>
        <p:nvSpPr>
          <p:cNvPr id="12" name="Rectangle: Rounded Corners 11">
            <a:extLst>
              <a:ext uri="{FF2B5EF4-FFF2-40B4-BE49-F238E27FC236}">
                <a16:creationId xmlns:a16="http://schemas.microsoft.com/office/drawing/2014/main" id="{0A6C2D33-3755-9759-2044-E7CD3941C401}"/>
              </a:ext>
            </a:extLst>
          </p:cNvPr>
          <p:cNvSpPr/>
          <p:nvPr/>
        </p:nvSpPr>
        <p:spPr>
          <a:xfrm>
            <a:off x="125087" y="79420"/>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Total number of documents in EDRMS</a:t>
            </a:r>
          </a:p>
        </p:txBody>
      </p:sp>
      <p:graphicFrame>
        <p:nvGraphicFramePr>
          <p:cNvPr id="20" name="Table 19">
            <a:extLst>
              <a:ext uri="{FF2B5EF4-FFF2-40B4-BE49-F238E27FC236}">
                <a16:creationId xmlns:a16="http://schemas.microsoft.com/office/drawing/2014/main" id="{6E60DAB6-37F0-EEF5-E4AC-94291BF40221}"/>
              </a:ext>
            </a:extLst>
          </p:cNvPr>
          <p:cNvGraphicFramePr>
            <a:graphicFrameLocks noGrp="1"/>
          </p:cNvGraphicFramePr>
          <p:nvPr>
            <p:extLst>
              <p:ext uri="{D42A27DB-BD31-4B8C-83A1-F6EECF244321}">
                <p14:modId xmlns:p14="http://schemas.microsoft.com/office/powerpoint/2010/main" val="3015399294"/>
              </p:ext>
            </p:extLst>
          </p:nvPr>
        </p:nvGraphicFramePr>
        <p:xfrm>
          <a:off x="586640" y="1425455"/>
          <a:ext cx="7766349" cy="4498246"/>
        </p:xfrm>
        <a:graphic>
          <a:graphicData uri="http://schemas.openxmlformats.org/drawingml/2006/table">
            <a:tbl>
              <a:tblPr firstRow="1" firstCol="1" bandRow="1"/>
              <a:tblGrid>
                <a:gridCol w="2779509">
                  <a:extLst>
                    <a:ext uri="{9D8B030D-6E8A-4147-A177-3AD203B41FA5}">
                      <a16:colId xmlns:a16="http://schemas.microsoft.com/office/drawing/2014/main" val="384871762"/>
                    </a:ext>
                  </a:extLst>
                </a:gridCol>
                <a:gridCol w="1662280">
                  <a:extLst>
                    <a:ext uri="{9D8B030D-6E8A-4147-A177-3AD203B41FA5}">
                      <a16:colId xmlns:a16="http://schemas.microsoft.com/office/drawing/2014/main" val="591196838"/>
                    </a:ext>
                  </a:extLst>
                </a:gridCol>
                <a:gridCol w="1662280">
                  <a:extLst>
                    <a:ext uri="{9D8B030D-6E8A-4147-A177-3AD203B41FA5}">
                      <a16:colId xmlns:a16="http://schemas.microsoft.com/office/drawing/2014/main" val="2434974568"/>
                    </a:ext>
                  </a:extLst>
                </a:gridCol>
                <a:gridCol w="1662280">
                  <a:extLst>
                    <a:ext uri="{9D8B030D-6E8A-4147-A177-3AD203B41FA5}">
                      <a16:colId xmlns:a16="http://schemas.microsoft.com/office/drawing/2014/main" val="2204741358"/>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400" kern="100" dirty="0">
                          <a:effectLst/>
                        </a:rPr>
                        <a:t>Department / office / RM</a:t>
                      </a: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documents created / uploaded</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users creating documents</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Documents size (in GB) </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69269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400" kern="100" dirty="0">
                          <a:solidFill>
                            <a:schemeClr val="accent2"/>
                          </a:solidFill>
                          <a:effectLst/>
                        </a:rPr>
                        <a:t>Alphabetical list of all Departments, offices, </a:t>
                      </a:r>
                      <a:r>
                        <a:rPr lang="en-AU" sz="1400" kern="100" dirty="0" err="1">
                          <a:solidFill>
                            <a:schemeClr val="accent2"/>
                          </a:solidFill>
                          <a:effectLst/>
                        </a:rPr>
                        <a:t>RMs.</a:t>
                      </a:r>
                      <a:endParaRPr lang="en-AU" sz="14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692690">
                <a:tc>
                  <a:txBody>
                    <a:bodyPr/>
                    <a:lstStyle/>
                    <a:p>
                      <a:pPr>
                        <a:lnSpc>
                          <a:spcPct val="107000"/>
                        </a:lnSpc>
                        <a:spcAft>
                          <a:spcPts val="800"/>
                        </a:spcAft>
                        <a:buNone/>
                      </a:pPr>
                      <a:r>
                        <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BIOC - </a:t>
                      </a:r>
                      <a:r>
                        <a:rPr lang="en-PH" sz="1400" b="1" i="0" kern="1200" dirty="0">
                          <a:solidFill>
                            <a:schemeClr val="tx1"/>
                          </a:solidFill>
                          <a:effectLst/>
                          <a:latin typeface="+mn-lt"/>
                          <a:ea typeface="+mn-ea"/>
                          <a:cs typeface="+mn-cs"/>
                        </a:rPr>
                        <a:t>Office of Business Intelligence and Operations Coordination</a:t>
                      </a:r>
                      <a:endPar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39368273"/>
                  </a:ext>
                </a:extLst>
              </a:tr>
              <a:tr h="692690">
                <a:tc>
                  <a:txBody>
                    <a:bodyPr/>
                    <a:lstStyle/>
                    <a:p>
                      <a:pPr>
                        <a:lnSpc>
                          <a:spcPct val="107000"/>
                        </a:lnSpc>
                        <a:spcAft>
                          <a:spcPts val="800"/>
                        </a:spcAft>
                        <a:buNone/>
                      </a:pPr>
                      <a:r>
                        <a:rPr lang="en-US"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hlinkClick r:id="rId3" action="ppaction://hlinksldjump"/>
                        </a:rPr>
                        <a:t>BPMSD - Budget, People, and Management Systems Department</a:t>
                      </a:r>
                      <a:endPar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0398350"/>
                  </a:ext>
                </a:extLst>
              </a:tr>
              <a:tr h="692690">
                <a:tc>
                  <a:txBody>
                    <a:bodyPr/>
                    <a:lstStyle/>
                    <a:p>
                      <a:pPr>
                        <a:lnSpc>
                          <a:spcPct val="107000"/>
                        </a:lnSpc>
                        <a:spcAft>
                          <a:spcPts val="800"/>
                        </a:spcAft>
                        <a:buNone/>
                      </a:pPr>
                      <a:r>
                        <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CCSD - </a:t>
                      </a:r>
                      <a:r>
                        <a:rPr lang="en-PH" sz="1400" b="1" i="0" kern="1200" dirty="0">
                          <a:solidFill>
                            <a:schemeClr val="tx1"/>
                          </a:solidFill>
                          <a:effectLst/>
                          <a:latin typeface="+mn-lt"/>
                          <a:ea typeface="+mn-ea"/>
                          <a:cs typeface="+mn-cs"/>
                        </a:rPr>
                        <a:t>Climate Change and Sustainable Development Department</a:t>
                      </a:r>
                      <a:endPar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10580167"/>
                  </a:ext>
                </a:extLst>
              </a:tr>
              <a:tr h="692690">
                <a:tc>
                  <a:txBody>
                    <a:bodyPr/>
                    <a:lstStyle/>
                    <a:p>
                      <a:pPr>
                        <a:lnSpc>
                          <a:spcPct val="107000"/>
                        </a:lnSpc>
                        <a:spcAft>
                          <a:spcPts val="800"/>
                        </a:spcAft>
                        <a:buNone/>
                      </a:pPr>
                      <a:r>
                        <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Etc.</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70783240"/>
                  </a:ext>
                </a:extLst>
              </a:tr>
            </a:tbl>
          </a:graphicData>
        </a:graphic>
      </p:graphicFrame>
      <p:sp>
        <p:nvSpPr>
          <p:cNvPr id="3" name="Rectangle: Rounded Corners 2">
            <a:extLst>
              <a:ext uri="{FF2B5EF4-FFF2-40B4-BE49-F238E27FC236}">
                <a16:creationId xmlns:a16="http://schemas.microsoft.com/office/drawing/2014/main" id="{C898AA31-CFE0-5E14-73F4-41894AF28EC5}"/>
              </a:ext>
            </a:extLst>
          </p:cNvPr>
          <p:cNvSpPr/>
          <p:nvPr/>
        </p:nvSpPr>
        <p:spPr>
          <a:xfrm>
            <a:off x="8579277" y="1425455"/>
            <a:ext cx="3360448" cy="1249506"/>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Include indicators for new documents created month-on-month per department, division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Average monthly storage growth in content</a:t>
            </a:r>
          </a:p>
        </p:txBody>
      </p:sp>
    </p:spTree>
    <p:extLst>
      <p:ext uri="{BB962C8B-B14F-4D97-AF65-F5344CB8AC3E}">
        <p14:creationId xmlns:p14="http://schemas.microsoft.com/office/powerpoint/2010/main" val="7563388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C1CA5-B64B-376D-1DDB-14F6B57285B8}"/>
            </a:ext>
          </a:extLst>
        </p:cNvPr>
        <p:cNvGrpSpPr/>
        <p:nvPr/>
      </p:nvGrpSpPr>
      <p:grpSpPr>
        <a:xfrm>
          <a:off x="0" y="0"/>
          <a:ext cx="0" cy="0"/>
          <a:chOff x="0" y="0"/>
          <a:chExt cx="0" cy="0"/>
        </a:xfrm>
      </p:grpSpPr>
      <p:sp>
        <p:nvSpPr>
          <p:cNvPr id="8" name="Freeform: Shape 7">
            <a:hlinkClick r:id="rId2" action="ppaction://hlinksldjump"/>
            <a:extLst>
              <a:ext uri="{FF2B5EF4-FFF2-40B4-BE49-F238E27FC236}">
                <a16:creationId xmlns:a16="http://schemas.microsoft.com/office/drawing/2014/main" id="{BFE12718-6F58-F053-1178-6522EA9AF3FA}"/>
              </a:ext>
            </a:extLst>
          </p:cNvPr>
          <p:cNvSpPr/>
          <p:nvPr/>
        </p:nvSpPr>
        <p:spPr>
          <a:xfrm>
            <a:off x="9075761" y="154297"/>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rPr>
              <a:t>EDRMS Bank-wide oversights</a:t>
            </a:r>
          </a:p>
        </p:txBody>
      </p:sp>
      <p:sp>
        <p:nvSpPr>
          <p:cNvPr id="12" name="Rectangle: Rounded Corners 11">
            <a:extLst>
              <a:ext uri="{FF2B5EF4-FFF2-40B4-BE49-F238E27FC236}">
                <a16:creationId xmlns:a16="http://schemas.microsoft.com/office/drawing/2014/main" id="{C4422DD8-6BAD-620D-8F51-FE811B309C6F}"/>
              </a:ext>
            </a:extLst>
          </p:cNvPr>
          <p:cNvSpPr/>
          <p:nvPr/>
        </p:nvSpPr>
        <p:spPr>
          <a:xfrm>
            <a:off x="125087" y="79420"/>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Total number of records declared in EDRMS</a:t>
            </a:r>
          </a:p>
        </p:txBody>
      </p:sp>
      <p:graphicFrame>
        <p:nvGraphicFramePr>
          <p:cNvPr id="20" name="Table 19">
            <a:extLst>
              <a:ext uri="{FF2B5EF4-FFF2-40B4-BE49-F238E27FC236}">
                <a16:creationId xmlns:a16="http://schemas.microsoft.com/office/drawing/2014/main" id="{7BAD07C8-A871-D6C8-5564-FE11A81E719A}"/>
              </a:ext>
            </a:extLst>
          </p:cNvPr>
          <p:cNvGraphicFramePr>
            <a:graphicFrameLocks noGrp="1"/>
          </p:cNvGraphicFramePr>
          <p:nvPr>
            <p:extLst>
              <p:ext uri="{D42A27DB-BD31-4B8C-83A1-F6EECF244321}">
                <p14:modId xmlns:p14="http://schemas.microsoft.com/office/powerpoint/2010/main" val="1981469252"/>
              </p:ext>
            </p:extLst>
          </p:nvPr>
        </p:nvGraphicFramePr>
        <p:xfrm>
          <a:off x="252275" y="1179877"/>
          <a:ext cx="8921007" cy="4498246"/>
        </p:xfrm>
        <a:graphic>
          <a:graphicData uri="http://schemas.openxmlformats.org/drawingml/2006/table">
            <a:tbl>
              <a:tblPr firstRow="1" firstCol="1" bandRow="1"/>
              <a:tblGrid>
                <a:gridCol w="2629863">
                  <a:extLst>
                    <a:ext uri="{9D8B030D-6E8A-4147-A177-3AD203B41FA5}">
                      <a16:colId xmlns:a16="http://schemas.microsoft.com/office/drawing/2014/main" val="384871762"/>
                    </a:ext>
                  </a:extLst>
                </a:gridCol>
                <a:gridCol w="1572786">
                  <a:extLst>
                    <a:ext uri="{9D8B030D-6E8A-4147-A177-3AD203B41FA5}">
                      <a16:colId xmlns:a16="http://schemas.microsoft.com/office/drawing/2014/main" val="591196838"/>
                    </a:ext>
                  </a:extLst>
                </a:gridCol>
                <a:gridCol w="1572786">
                  <a:extLst>
                    <a:ext uri="{9D8B030D-6E8A-4147-A177-3AD203B41FA5}">
                      <a16:colId xmlns:a16="http://schemas.microsoft.com/office/drawing/2014/main" val="2434974568"/>
                    </a:ext>
                  </a:extLst>
                </a:gridCol>
                <a:gridCol w="1572786">
                  <a:extLst>
                    <a:ext uri="{9D8B030D-6E8A-4147-A177-3AD203B41FA5}">
                      <a16:colId xmlns:a16="http://schemas.microsoft.com/office/drawing/2014/main" val="2204741358"/>
                    </a:ext>
                  </a:extLst>
                </a:gridCol>
                <a:gridCol w="1572786">
                  <a:extLst>
                    <a:ext uri="{9D8B030D-6E8A-4147-A177-3AD203B41FA5}">
                      <a16:colId xmlns:a16="http://schemas.microsoft.com/office/drawing/2014/main" val="3673308619"/>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400" kern="100" dirty="0">
                          <a:effectLst/>
                        </a:rPr>
                        <a:t>Department / office / RM</a:t>
                      </a: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Total number of records declared</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Total number of users declaring records</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records declared per division</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users declaring records per division</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69269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400" kern="100" dirty="0">
                          <a:solidFill>
                            <a:schemeClr val="accent2"/>
                          </a:solidFill>
                          <a:effectLst/>
                        </a:rPr>
                        <a:t>Alphabetical list of all Departments, offices, </a:t>
                      </a:r>
                      <a:r>
                        <a:rPr lang="en-AU" sz="1400" kern="100" dirty="0" err="1">
                          <a:solidFill>
                            <a:schemeClr val="accent2"/>
                          </a:solidFill>
                          <a:effectLst/>
                        </a:rPr>
                        <a:t>RMs.</a:t>
                      </a:r>
                      <a:endParaRPr lang="en-AU" sz="14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692690">
                <a:tc>
                  <a:txBody>
                    <a:bodyPr/>
                    <a:lstStyle/>
                    <a:p>
                      <a:pPr>
                        <a:lnSpc>
                          <a:spcPct val="107000"/>
                        </a:lnSpc>
                        <a:spcAft>
                          <a:spcPts val="800"/>
                        </a:spcAft>
                        <a:buNone/>
                      </a:pPr>
                      <a:r>
                        <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BIOC - </a:t>
                      </a:r>
                      <a:r>
                        <a:rPr lang="en-PH" sz="1400" b="1" i="0" kern="1200" dirty="0">
                          <a:solidFill>
                            <a:schemeClr val="tx1"/>
                          </a:solidFill>
                          <a:effectLst/>
                          <a:latin typeface="+mn-lt"/>
                          <a:ea typeface="+mn-ea"/>
                          <a:cs typeface="+mn-cs"/>
                        </a:rPr>
                        <a:t>Office of Business Intelligence and Operations Coordination</a:t>
                      </a:r>
                      <a:endPar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39368273"/>
                  </a:ext>
                </a:extLst>
              </a:tr>
              <a:tr h="692690">
                <a:tc>
                  <a:txBody>
                    <a:bodyPr/>
                    <a:lstStyle/>
                    <a:p>
                      <a:pPr>
                        <a:lnSpc>
                          <a:spcPct val="107000"/>
                        </a:lnSpc>
                        <a:spcAft>
                          <a:spcPts val="800"/>
                        </a:spcAft>
                        <a:buNone/>
                      </a:pPr>
                      <a:r>
                        <a:rPr lang="en-US"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hlinkClick r:id="rId3" action="ppaction://hlinksldjump"/>
                        </a:rPr>
                        <a:t>BPMSD - Budget, People, and Management Systems Department</a:t>
                      </a:r>
                      <a:endPar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0398350"/>
                  </a:ext>
                </a:extLst>
              </a:tr>
              <a:tr h="692690">
                <a:tc>
                  <a:txBody>
                    <a:bodyPr/>
                    <a:lstStyle/>
                    <a:p>
                      <a:pPr>
                        <a:lnSpc>
                          <a:spcPct val="107000"/>
                        </a:lnSpc>
                        <a:spcAft>
                          <a:spcPts val="800"/>
                        </a:spcAft>
                        <a:buNone/>
                      </a:pPr>
                      <a:r>
                        <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CCSD - </a:t>
                      </a:r>
                      <a:r>
                        <a:rPr lang="en-PH" sz="1400" b="1" i="0" kern="1200" dirty="0">
                          <a:solidFill>
                            <a:schemeClr val="tx1"/>
                          </a:solidFill>
                          <a:effectLst/>
                          <a:latin typeface="+mn-lt"/>
                          <a:ea typeface="+mn-ea"/>
                          <a:cs typeface="+mn-cs"/>
                        </a:rPr>
                        <a:t>Climate Change and Sustainable Development Department</a:t>
                      </a:r>
                      <a:endPar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10580167"/>
                  </a:ext>
                </a:extLst>
              </a:tr>
              <a:tr h="692690">
                <a:tc>
                  <a:txBody>
                    <a:bodyPr/>
                    <a:lstStyle/>
                    <a:p>
                      <a:pPr>
                        <a:lnSpc>
                          <a:spcPct val="107000"/>
                        </a:lnSpc>
                        <a:spcAft>
                          <a:spcPts val="800"/>
                        </a:spcAft>
                        <a:buNone/>
                      </a:pPr>
                      <a:r>
                        <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Etc.</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70783240"/>
                  </a:ext>
                </a:extLst>
              </a:tr>
            </a:tbl>
          </a:graphicData>
        </a:graphic>
      </p:graphicFrame>
      <p:sp>
        <p:nvSpPr>
          <p:cNvPr id="3" name="Rectangle: Rounded Corners 2">
            <a:extLst>
              <a:ext uri="{FF2B5EF4-FFF2-40B4-BE49-F238E27FC236}">
                <a16:creationId xmlns:a16="http://schemas.microsoft.com/office/drawing/2014/main" id="{07456305-D4FA-8840-B7A7-40D7D832038F}"/>
              </a:ext>
            </a:extLst>
          </p:cNvPr>
          <p:cNvSpPr/>
          <p:nvPr/>
        </p:nvSpPr>
        <p:spPr>
          <a:xfrm>
            <a:off x="9321421" y="1425455"/>
            <a:ext cx="2618304" cy="3337614"/>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Include indicators for new records declared, % of users declaring records, month-on-month per department, division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Highlight departments/ offices / RMs with zero record declarations Record declaration rate (%) compared to documents created</a:t>
            </a:r>
          </a:p>
          <a:p>
            <a:pPr marL="285750" lvl="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80903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3584B-AE5F-719C-22D9-BD5895514633}"/>
            </a:ext>
          </a:extLst>
        </p:cNvPr>
        <p:cNvGrpSpPr/>
        <p:nvPr/>
      </p:nvGrpSpPr>
      <p:grpSpPr>
        <a:xfrm>
          <a:off x="0" y="0"/>
          <a:ext cx="0" cy="0"/>
          <a:chOff x="0" y="0"/>
          <a:chExt cx="0" cy="0"/>
        </a:xfrm>
      </p:grpSpPr>
      <p:sp>
        <p:nvSpPr>
          <p:cNvPr id="8" name="Freeform: Shape 7">
            <a:hlinkClick r:id="rId2" action="ppaction://hlinksldjump"/>
            <a:extLst>
              <a:ext uri="{FF2B5EF4-FFF2-40B4-BE49-F238E27FC236}">
                <a16:creationId xmlns:a16="http://schemas.microsoft.com/office/drawing/2014/main" id="{40ACA9F9-593F-21C8-4852-6DD57AE56ECA}"/>
              </a:ext>
            </a:extLst>
          </p:cNvPr>
          <p:cNvSpPr/>
          <p:nvPr/>
        </p:nvSpPr>
        <p:spPr>
          <a:xfrm>
            <a:off x="9075761" y="154297"/>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rPr>
              <a:t>EDRMS Bank-wide oversights</a:t>
            </a:r>
          </a:p>
        </p:txBody>
      </p:sp>
      <p:sp>
        <p:nvSpPr>
          <p:cNvPr id="12" name="Rectangle: Rounded Corners 11">
            <a:extLst>
              <a:ext uri="{FF2B5EF4-FFF2-40B4-BE49-F238E27FC236}">
                <a16:creationId xmlns:a16="http://schemas.microsoft.com/office/drawing/2014/main" id="{E2FD0900-10B8-E017-EC24-D63420F1A7D2}"/>
              </a:ext>
            </a:extLst>
          </p:cNvPr>
          <p:cNvSpPr/>
          <p:nvPr/>
        </p:nvSpPr>
        <p:spPr>
          <a:xfrm>
            <a:off x="125087" y="79420"/>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Total number of physical counterparts identified</a:t>
            </a:r>
          </a:p>
        </p:txBody>
      </p:sp>
      <p:graphicFrame>
        <p:nvGraphicFramePr>
          <p:cNvPr id="20" name="Table 19">
            <a:extLst>
              <a:ext uri="{FF2B5EF4-FFF2-40B4-BE49-F238E27FC236}">
                <a16:creationId xmlns:a16="http://schemas.microsoft.com/office/drawing/2014/main" id="{01A67FEE-1A7B-A682-B5D8-8D188AB1D197}"/>
              </a:ext>
            </a:extLst>
          </p:cNvPr>
          <p:cNvGraphicFramePr>
            <a:graphicFrameLocks noGrp="1"/>
          </p:cNvGraphicFramePr>
          <p:nvPr>
            <p:extLst>
              <p:ext uri="{D42A27DB-BD31-4B8C-83A1-F6EECF244321}">
                <p14:modId xmlns:p14="http://schemas.microsoft.com/office/powerpoint/2010/main" val="1208811372"/>
              </p:ext>
            </p:extLst>
          </p:nvPr>
        </p:nvGraphicFramePr>
        <p:xfrm>
          <a:off x="252275" y="1179877"/>
          <a:ext cx="8921003" cy="4498246"/>
        </p:xfrm>
        <a:graphic>
          <a:graphicData uri="http://schemas.openxmlformats.org/drawingml/2006/table">
            <a:tbl>
              <a:tblPr firstRow="1" firstCol="1" bandRow="1"/>
              <a:tblGrid>
                <a:gridCol w="2629863">
                  <a:extLst>
                    <a:ext uri="{9D8B030D-6E8A-4147-A177-3AD203B41FA5}">
                      <a16:colId xmlns:a16="http://schemas.microsoft.com/office/drawing/2014/main" val="384871762"/>
                    </a:ext>
                  </a:extLst>
                </a:gridCol>
                <a:gridCol w="1572785">
                  <a:extLst>
                    <a:ext uri="{9D8B030D-6E8A-4147-A177-3AD203B41FA5}">
                      <a16:colId xmlns:a16="http://schemas.microsoft.com/office/drawing/2014/main" val="591196838"/>
                    </a:ext>
                  </a:extLst>
                </a:gridCol>
                <a:gridCol w="1572785">
                  <a:extLst>
                    <a:ext uri="{9D8B030D-6E8A-4147-A177-3AD203B41FA5}">
                      <a16:colId xmlns:a16="http://schemas.microsoft.com/office/drawing/2014/main" val="2434974568"/>
                    </a:ext>
                  </a:extLst>
                </a:gridCol>
                <a:gridCol w="1572785">
                  <a:extLst>
                    <a:ext uri="{9D8B030D-6E8A-4147-A177-3AD203B41FA5}">
                      <a16:colId xmlns:a16="http://schemas.microsoft.com/office/drawing/2014/main" val="2204741358"/>
                    </a:ext>
                  </a:extLst>
                </a:gridCol>
                <a:gridCol w="1572785">
                  <a:extLst>
                    <a:ext uri="{9D8B030D-6E8A-4147-A177-3AD203B41FA5}">
                      <a16:colId xmlns:a16="http://schemas.microsoft.com/office/drawing/2014/main" val="3673308619"/>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400" kern="100" dirty="0">
                          <a:effectLst/>
                        </a:rPr>
                        <a:t>Department / office / RM</a:t>
                      </a: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Total number of </a:t>
                      </a:r>
                      <a:r>
                        <a:rPr lang="en-AU" sz="16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physical</a:t>
                      </a:r>
                      <a:r>
                        <a:rPr lang="en-AU" sz="1600" kern="100" dirty="0">
                          <a:effectLst/>
                          <a:latin typeface="Aptos" panose="020B0004020202020204" pitchFamily="34" charset="0"/>
                          <a:ea typeface="Aptos" panose="020B0004020202020204" pitchFamily="34" charset="0"/>
                          <a:cs typeface="Times New Roman" panose="02020603050405020304" pitchFamily="18" charset="0"/>
                        </a:rPr>
                        <a:t> records declared</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Total number of users declaring records</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records declared per division</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users declaring records per division</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69269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400" kern="100" dirty="0">
                          <a:solidFill>
                            <a:schemeClr val="accent2"/>
                          </a:solidFill>
                          <a:effectLst/>
                        </a:rPr>
                        <a:t>Alphabetical list of all Departments, offices, </a:t>
                      </a:r>
                      <a:r>
                        <a:rPr lang="en-AU" sz="1400" kern="100" dirty="0" err="1">
                          <a:solidFill>
                            <a:schemeClr val="accent2"/>
                          </a:solidFill>
                          <a:effectLst/>
                        </a:rPr>
                        <a:t>RMs.</a:t>
                      </a:r>
                      <a:endParaRPr lang="en-AU" sz="14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692690">
                <a:tc>
                  <a:txBody>
                    <a:bodyPr/>
                    <a:lstStyle/>
                    <a:p>
                      <a:pPr>
                        <a:lnSpc>
                          <a:spcPct val="107000"/>
                        </a:lnSpc>
                        <a:spcAft>
                          <a:spcPts val="800"/>
                        </a:spcAft>
                        <a:buNone/>
                      </a:pPr>
                      <a:r>
                        <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BIOC - </a:t>
                      </a:r>
                      <a:r>
                        <a:rPr lang="en-PH" sz="1400" b="1" i="0" kern="1200" dirty="0">
                          <a:solidFill>
                            <a:schemeClr val="tx1"/>
                          </a:solidFill>
                          <a:effectLst/>
                          <a:latin typeface="+mn-lt"/>
                          <a:ea typeface="+mn-ea"/>
                          <a:cs typeface="+mn-cs"/>
                        </a:rPr>
                        <a:t>Office of Business Intelligence and Operations Coordination</a:t>
                      </a:r>
                      <a:endPar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39368273"/>
                  </a:ext>
                </a:extLst>
              </a:tr>
              <a:tr h="692690">
                <a:tc>
                  <a:txBody>
                    <a:bodyPr/>
                    <a:lstStyle/>
                    <a:p>
                      <a:pPr>
                        <a:lnSpc>
                          <a:spcPct val="107000"/>
                        </a:lnSpc>
                        <a:spcAft>
                          <a:spcPts val="800"/>
                        </a:spcAft>
                        <a:buNone/>
                      </a:pPr>
                      <a:r>
                        <a:rPr lang="en-US"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hlinkClick r:id="rId3" action="ppaction://hlinksldjump"/>
                        </a:rPr>
                        <a:t>BPMSD - Budget, People, and Management Systems Department</a:t>
                      </a:r>
                      <a:endPar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0398350"/>
                  </a:ext>
                </a:extLst>
              </a:tr>
              <a:tr h="692690">
                <a:tc>
                  <a:txBody>
                    <a:bodyPr/>
                    <a:lstStyle/>
                    <a:p>
                      <a:pPr>
                        <a:lnSpc>
                          <a:spcPct val="107000"/>
                        </a:lnSpc>
                        <a:spcAft>
                          <a:spcPts val="800"/>
                        </a:spcAft>
                        <a:buNone/>
                      </a:pPr>
                      <a:r>
                        <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CCSD - </a:t>
                      </a:r>
                      <a:r>
                        <a:rPr lang="en-PH" sz="1400" b="1" i="0" kern="1200" dirty="0">
                          <a:solidFill>
                            <a:schemeClr val="tx1"/>
                          </a:solidFill>
                          <a:effectLst/>
                          <a:latin typeface="+mn-lt"/>
                          <a:ea typeface="+mn-ea"/>
                          <a:cs typeface="+mn-cs"/>
                        </a:rPr>
                        <a:t>Climate Change and Sustainable Development Department</a:t>
                      </a:r>
                      <a:endPar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10580167"/>
                  </a:ext>
                </a:extLst>
              </a:tr>
              <a:tr h="692690">
                <a:tc>
                  <a:txBody>
                    <a:bodyPr/>
                    <a:lstStyle/>
                    <a:p>
                      <a:pPr>
                        <a:lnSpc>
                          <a:spcPct val="107000"/>
                        </a:lnSpc>
                        <a:spcAft>
                          <a:spcPts val="800"/>
                        </a:spcAft>
                        <a:buNone/>
                      </a:pPr>
                      <a:r>
                        <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Etc.</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70783240"/>
                  </a:ext>
                </a:extLst>
              </a:tr>
            </a:tbl>
          </a:graphicData>
        </a:graphic>
      </p:graphicFrame>
      <p:sp>
        <p:nvSpPr>
          <p:cNvPr id="3" name="Rectangle: Rounded Corners 2">
            <a:extLst>
              <a:ext uri="{FF2B5EF4-FFF2-40B4-BE49-F238E27FC236}">
                <a16:creationId xmlns:a16="http://schemas.microsoft.com/office/drawing/2014/main" id="{C6D68DEA-6B87-3CDB-0631-AC188672AA8B}"/>
              </a:ext>
            </a:extLst>
          </p:cNvPr>
          <p:cNvSpPr/>
          <p:nvPr/>
        </p:nvSpPr>
        <p:spPr>
          <a:xfrm>
            <a:off x="9250656" y="1425455"/>
            <a:ext cx="2766447" cy="2641578"/>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Include indicators for no. of physical records declared month-on-month per department, division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Physical counterpart completion rate (no. of records turned over for RAC storage vs. no. of records declared with physical counterpart)</a:t>
            </a:r>
          </a:p>
        </p:txBody>
      </p:sp>
    </p:spTree>
    <p:extLst>
      <p:ext uri="{BB962C8B-B14F-4D97-AF65-F5344CB8AC3E}">
        <p14:creationId xmlns:p14="http://schemas.microsoft.com/office/powerpoint/2010/main" val="34360841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8C2B7-A9DB-A026-870A-8AFD1BBC14AE}"/>
            </a:ext>
          </a:extLst>
        </p:cNvPr>
        <p:cNvGrpSpPr/>
        <p:nvPr/>
      </p:nvGrpSpPr>
      <p:grpSpPr>
        <a:xfrm>
          <a:off x="0" y="0"/>
          <a:ext cx="0" cy="0"/>
          <a:chOff x="0" y="0"/>
          <a:chExt cx="0" cy="0"/>
        </a:xfrm>
      </p:grpSpPr>
      <p:sp>
        <p:nvSpPr>
          <p:cNvPr id="8" name="Freeform: Shape 7">
            <a:hlinkClick r:id="rId2" action="ppaction://hlinksldjump"/>
            <a:extLst>
              <a:ext uri="{FF2B5EF4-FFF2-40B4-BE49-F238E27FC236}">
                <a16:creationId xmlns:a16="http://schemas.microsoft.com/office/drawing/2014/main" id="{E3C319D0-F6F8-7085-38DD-FC3E1C5B818D}"/>
              </a:ext>
            </a:extLst>
          </p:cNvPr>
          <p:cNvSpPr/>
          <p:nvPr/>
        </p:nvSpPr>
        <p:spPr>
          <a:xfrm>
            <a:off x="9075761" y="154297"/>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rPr>
              <a:t>EDRMS Bank-wide oversights</a:t>
            </a:r>
          </a:p>
        </p:txBody>
      </p:sp>
      <p:sp>
        <p:nvSpPr>
          <p:cNvPr id="12" name="Rectangle: Rounded Corners 11">
            <a:extLst>
              <a:ext uri="{FF2B5EF4-FFF2-40B4-BE49-F238E27FC236}">
                <a16:creationId xmlns:a16="http://schemas.microsoft.com/office/drawing/2014/main" id="{64B77554-51B0-4756-0802-C1342416F4D8}"/>
              </a:ext>
            </a:extLst>
          </p:cNvPr>
          <p:cNvSpPr/>
          <p:nvPr/>
        </p:nvSpPr>
        <p:spPr>
          <a:xfrm>
            <a:off x="125087" y="79420"/>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Total number of records due for disposal</a:t>
            </a:r>
          </a:p>
        </p:txBody>
      </p:sp>
      <p:graphicFrame>
        <p:nvGraphicFramePr>
          <p:cNvPr id="20" name="Table 19">
            <a:extLst>
              <a:ext uri="{FF2B5EF4-FFF2-40B4-BE49-F238E27FC236}">
                <a16:creationId xmlns:a16="http://schemas.microsoft.com/office/drawing/2014/main" id="{0CA85EB2-6FFD-988C-FA9E-503DC37DD450}"/>
              </a:ext>
            </a:extLst>
          </p:cNvPr>
          <p:cNvGraphicFramePr>
            <a:graphicFrameLocks noGrp="1"/>
          </p:cNvGraphicFramePr>
          <p:nvPr/>
        </p:nvGraphicFramePr>
        <p:xfrm>
          <a:off x="550544" y="1172792"/>
          <a:ext cx="11213828" cy="4498246"/>
        </p:xfrm>
        <a:graphic>
          <a:graphicData uri="http://schemas.openxmlformats.org/drawingml/2006/table">
            <a:tbl>
              <a:tblPr firstRow="1" firstCol="1" bandRow="1"/>
              <a:tblGrid>
                <a:gridCol w="3305774">
                  <a:extLst>
                    <a:ext uri="{9D8B030D-6E8A-4147-A177-3AD203B41FA5}">
                      <a16:colId xmlns:a16="http://schemas.microsoft.com/office/drawing/2014/main" val="384871762"/>
                    </a:ext>
                  </a:extLst>
                </a:gridCol>
                <a:gridCol w="1129722">
                  <a:extLst>
                    <a:ext uri="{9D8B030D-6E8A-4147-A177-3AD203B41FA5}">
                      <a16:colId xmlns:a16="http://schemas.microsoft.com/office/drawing/2014/main" val="591196838"/>
                    </a:ext>
                  </a:extLst>
                </a:gridCol>
                <a:gridCol w="1129722">
                  <a:extLst>
                    <a:ext uri="{9D8B030D-6E8A-4147-A177-3AD203B41FA5}">
                      <a16:colId xmlns:a16="http://schemas.microsoft.com/office/drawing/2014/main" val="2434974568"/>
                    </a:ext>
                  </a:extLst>
                </a:gridCol>
                <a:gridCol w="1129722">
                  <a:extLst>
                    <a:ext uri="{9D8B030D-6E8A-4147-A177-3AD203B41FA5}">
                      <a16:colId xmlns:a16="http://schemas.microsoft.com/office/drawing/2014/main" val="2204741358"/>
                    </a:ext>
                  </a:extLst>
                </a:gridCol>
                <a:gridCol w="1129722">
                  <a:extLst>
                    <a:ext uri="{9D8B030D-6E8A-4147-A177-3AD203B41FA5}">
                      <a16:colId xmlns:a16="http://schemas.microsoft.com/office/drawing/2014/main" val="3673308619"/>
                    </a:ext>
                  </a:extLst>
                </a:gridCol>
                <a:gridCol w="1129722">
                  <a:extLst>
                    <a:ext uri="{9D8B030D-6E8A-4147-A177-3AD203B41FA5}">
                      <a16:colId xmlns:a16="http://schemas.microsoft.com/office/drawing/2014/main" val="3963949539"/>
                    </a:ext>
                  </a:extLst>
                </a:gridCol>
                <a:gridCol w="1129722">
                  <a:extLst>
                    <a:ext uri="{9D8B030D-6E8A-4147-A177-3AD203B41FA5}">
                      <a16:colId xmlns:a16="http://schemas.microsoft.com/office/drawing/2014/main" val="3638917385"/>
                    </a:ext>
                  </a:extLst>
                </a:gridCol>
                <a:gridCol w="1129722">
                  <a:extLst>
                    <a:ext uri="{9D8B030D-6E8A-4147-A177-3AD203B41FA5}">
                      <a16:colId xmlns:a16="http://schemas.microsoft.com/office/drawing/2014/main" val="3861493998"/>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400" kern="100" dirty="0">
                          <a:effectLst/>
                        </a:rPr>
                        <a:t>Department / office / RM</a:t>
                      </a:r>
                      <a:endParaRPr lang="en-AU"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Number of records due for disposal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Next due date for disposal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Disposal approver</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With physical counterpart?</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Status</a:t>
                      </a:r>
                    </a:p>
                    <a:p>
                      <a:pPr marL="0" marR="0" lvl="0" indent="0" algn="l" defTabSz="914400" rtl="0" eaLnBrk="1" fontAlgn="auto" latinLnBrk="0" hangingPunct="1">
                        <a:lnSpc>
                          <a:spcPct val="107000"/>
                        </a:lnSpc>
                        <a:spcBef>
                          <a:spcPts val="0"/>
                        </a:spcBef>
                        <a:spcAft>
                          <a:spcPts val="800"/>
                        </a:spcAft>
                        <a:buClrTx/>
                        <a:buSzTx/>
                        <a:buFontTx/>
                        <a:buNone/>
                        <a:tabLst/>
                        <a:defRPr/>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(Approved)</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AU" sz="1600" b="1" i="0" u="none" strike="noStrike" kern="100" cap="none" spc="0" normalizeH="0" baseline="0" noProof="0" dirty="0">
                          <a:ln>
                            <a:noFill/>
                          </a:ln>
                          <a:solidFill>
                            <a:srgbClr val="ED7D31"/>
                          </a:solidFill>
                          <a:effectLst/>
                          <a:uLnTx/>
                          <a:uFillTx/>
                          <a:latin typeface="Aptos" panose="020B0004020202020204" pitchFamily="34" charset="0"/>
                          <a:ea typeface="Aptos" panose="020B0004020202020204" pitchFamily="34" charset="0"/>
                          <a:cs typeface="Times New Roman" panose="02020603050405020304" pitchFamily="18" charset="0"/>
                        </a:rPr>
                        <a:t>Status</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AU" sz="1600" b="1" i="0" u="none" strike="noStrike" kern="100" cap="none" spc="0" normalizeH="0" baseline="0" noProof="0" dirty="0">
                          <a:ln>
                            <a:noFill/>
                          </a:ln>
                          <a:solidFill>
                            <a:srgbClr val="ED7D31"/>
                          </a:solidFill>
                          <a:effectLst/>
                          <a:uLnTx/>
                          <a:uFillTx/>
                          <a:latin typeface="Aptos" panose="020B0004020202020204" pitchFamily="34" charset="0"/>
                          <a:ea typeface="Aptos" panose="020B0004020202020204" pitchFamily="34" charset="0"/>
                          <a:cs typeface="Times New Roman" panose="02020603050405020304" pitchFamily="18" charset="0"/>
                        </a:rPr>
                        <a:t>(Declined)</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AU" sz="1600" b="1" i="0" u="none" strike="noStrike" kern="100" cap="none" spc="0" normalizeH="0" baseline="0" noProof="0" dirty="0">
                          <a:ln>
                            <a:noFill/>
                          </a:ln>
                          <a:solidFill>
                            <a:srgbClr val="ED7D31"/>
                          </a:solidFill>
                          <a:effectLst/>
                          <a:uLnTx/>
                          <a:uFillTx/>
                          <a:latin typeface="Aptos" panose="020B0004020202020204" pitchFamily="34" charset="0"/>
                          <a:ea typeface="Aptos" panose="020B0004020202020204" pitchFamily="34" charset="0"/>
                          <a:cs typeface="Times New Roman" panose="02020603050405020304" pitchFamily="18" charset="0"/>
                        </a:rPr>
                        <a:t>Status</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AU" sz="1600" b="1" i="0" u="none" strike="noStrike" kern="100" cap="none" spc="0" normalizeH="0" baseline="0" noProof="0" dirty="0">
                          <a:ln>
                            <a:noFill/>
                          </a:ln>
                          <a:solidFill>
                            <a:srgbClr val="ED7D31"/>
                          </a:solidFill>
                          <a:effectLst/>
                          <a:uLnTx/>
                          <a:uFillTx/>
                          <a:latin typeface="Aptos" panose="020B0004020202020204" pitchFamily="34" charset="0"/>
                          <a:ea typeface="Aptos" panose="020B0004020202020204" pitchFamily="34" charset="0"/>
                          <a:cs typeface="Times New Roman" panose="02020603050405020304" pitchFamily="18" charset="0"/>
                        </a:rPr>
                        <a:t>(Extended)</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69269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400" kern="100" dirty="0">
                          <a:solidFill>
                            <a:schemeClr val="accent2"/>
                          </a:solidFill>
                          <a:effectLst/>
                        </a:rPr>
                        <a:t>Alphabetical list of all Departments, offices, </a:t>
                      </a:r>
                      <a:r>
                        <a:rPr lang="en-AU" sz="1400" kern="100" dirty="0" err="1">
                          <a:solidFill>
                            <a:schemeClr val="accent2"/>
                          </a:solidFill>
                          <a:effectLst/>
                        </a:rPr>
                        <a:t>RMs.</a:t>
                      </a:r>
                      <a:endParaRPr lang="en-AU" sz="1400"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Date</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Name</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(Yes/No)</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692690">
                <a:tc>
                  <a:txBody>
                    <a:bodyPr/>
                    <a:lstStyle/>
                    <a:p>
                      <a:pPr>
                        <a:lnSpc>
                          <a:spcPct val="107000"/>
                        </a:lnSpc>
                        <a:spcAft>
                          <a:spcPts val="800"/>
                        </a:spcAft>
                        <a:buNone/>
                      </a:pPr>
                      <a:r>
                        <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BIOC - </a:t>
                      </a:r>
                      <a:r>
                        <a:rPr lang="en-PH" sz="1400" b="1" i="0" kern="1200" dirty="0">
                          <a:solidFill>
                            <a:schemeClr val="tx1"/>
                          </a:solidFill>
                          <a:effectLst/>
                          <a:latin typeface="+mn-lt"/>
                          <a:ea typeface="+mn-ea"/>
                          <a:cs typeface="+mn-cs"/>
                        </a:rPr>
                        <a:t>Office of Business Intelligence and Operations Coordination</a:t>
                      </a:r>
                      <a:endPar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39368273"/>
                  </a:ext>
                </a:extLst>
              </a:tr>
              <a:tr h="692690">
                <a:tc>
                  <a:txBody>
                    <a:bodyPr/>
                    <a:lstStyle/>
                    <a:p>
                      <a:pPr>
                        <a:lnSpc>
                          <a:spcPct val="107000"/>
                        </a:lnSpc>
                        <a:spcAft>
                          <a:spcPts val="800"/>
                        </a:spcAft>
                        <a:buNone/>
                      </a:pPr>
                      <a:r>
                        <a:rPr lang="en-US"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hlinkClick r:id="rId3" action="ppaction://hlinksldjump"/>
                        </a:rPr>
                        <a:t>BPMSD - Budget, People, and Management Systems Department</a:t>
                      </a:r>
                      <a:endPar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endParaRPr kumimoji="0" lang="en-AU" sz="1600" b="1" i="0" u="none" strike="noStrike" kern="100" cap="none" spc="0" normalizeH="0" baseline="0" noProof="0" dirty="0">
                        <a:ln>
                          <a:noFill/>
                        </a:ln>
                        <a:solidFill>
                          <a:schemeClr val="tx1"/>
                        </a:solidFill>
                        <a:effectLst/>
                        <a:uLnTx/>
                        <a:uFillTx/>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endParaRPr kumimoji="0" lang="en-AU" sz="1600" b="1" i="0" u="none" strike="noStrike" kern="100" cap="none" spc="0" normalizeH="0" baseline="0" noProof="0" dirty="0">
                        <a:ln>
                          <a:noFill/>
                        </a:ln>
                        <a:solidFill>
                          <a:schemeClr val="tx1"/>
                        </a:solidFill>
                        <a:effectLst/>
                        <a:uLnTx/>
                        <a:uFillTx/>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0398350"/>
                  </a:ext>
                </a:extLst>
              </a:tr>
              <a:tr h="692690">
                <a:tc>
                  <a:txBody>
                    <a:bodyPr/>
                    <a:lstStyle/>
                    <a:p>
                      <a:pPr>
                        <a:lnSpc>
                          <a:spcPct val="107000"/>
                        </a:lnSpc>
                        <a:spcAft>
                          <a:spcPts val="800"/>
                        </a:spcAft>
                        <a:buNone/>
                      </a:pPr>
                      <a:r>
                        <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CCSD - </a:t>
                      </a:r>
                      <a:r>
                        <a:rPr lang="en-PH" sz="1400" b="1" i="0" kern="1200" dirty="0">
                          <a:solidFill>
                            <a:schemeClr val="tx1"/>
                          </a:solidFill>
                          <a:effectLst/>
                          <a:latin typeface="+mn-lt"/>
                          <a:ea typeface="+mn-ea"/>
                          <a:cs typeface="+mn-cs"/>
                        </a:rPr>
                        <a:t>Climate Change and Sustainable Development Department</a:t>
                      </a:r>
                      <a:endPar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810580167"/>
                  </a:ext>
                </a:extLst>
              </a:tr>
              <a:tr h="692690">
                <a:tc>
                  <a:txBody>
                    <a:bodyPr/>
                    <a:lstStyle/>
                    <a:p>
                      <a:pPr>
                        <a:lnSpc>
                          <a:spcPct val="107000"/>
                        </a:lnSpc>
                        <a:spcAft>
                          <a:spcPts val="800"/>
                        </a:spcAft>
                        <a:buNone/>
                      </a:pPr>
                      <a:r>
                        <a:rPr lang="en-AU" sz="14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Etc.</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70783240"/>
                  </a:ext>
                </a:extLst>
              </a:tr>
            </a:tbl>
          </a:graphicData>
        </a:graphic>
      </p:graphicFrame>
      <p:sp>
        <p:nvSpPr>
          <p:cNvPr id="3" name="Rectangle: Rounded Corners 2">
            <a:extLst>
              <a:ext uri="{FF2B5EF4-FFF2-40B4-BE49-F238E27FC236}">
                <a16:creationId xmlns:a16="http://schemas.microsoft.com/office/drawing/2014/main" id="{E2E1DD98-65B6-DE8D-BEE9-04043E3006CB}"/>
              </a:ext>
            </a:extLst>
          </p:cNvPr>
          <p:cNvSpPr/>
          <p:nvPr/>
        </p:nvSpPr>
        <p:spPr>
          <a:xfrm>
            <a:off x="7410734" y="4012443"/>
            <a:ext cx="4353638" cy="2477462"/>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Include indicators for records disposed month-on-month per department, division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List of overdue disposal actions, pending approvals</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Disposal completion rate % (including physical counterparts)</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List of upcoming records due for next quarter (for planning and advance notice)</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75919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CA0A4-3D2D-ED22-3E29-A8598585B3CD}"/>
            </a:ext>
          </a:extLst>
        </p:cNvPr>
        <p:cNvGrpSpPr/>
        <p:nvPr/>
      </p:nvGrpSpPr>
      <p:grpSpPr>
        <a:xfrm>
          <a:off x="0" y="0"/>
          <a:ext cx="0" cy="0"/>
          <a:chOff x="0" y="0"/>
          <a:chExt cx="0" cy="0"/>
        </a:xfrm>
      </p:grpSpPr>
      <p:sp>
        <p:nvSpPr>
          <p:cNvPr id="8" name="Freeform: Shape 7">
            <a:hlinkClick r:id="rId2" action="ppaction://hlinksldjump"/>
            <a:extLst>
              <a:ext uri="{FF2B5EF4-FFF2-40B4-BE49-F238E27FC236}">
                <a16:creationId xmlns:a16="http://schemas.microsoft.com/office/drawing/2014/main" id="{F7E74E6A-E119-686F-68E3-A0893026415C}"/>
              </a:ext>
            </a:extLst>
          </p:cNvPr>
          <p:cNvSpPr/>
          <p:nvPr/>
        </p:nvSpPr>
        <p:spPr>
          <a:xfrm>
            <a:off x="9075761" y="618592"/>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rPr>
              <a:t>EDRMS Bank-wide oversights</a:t>
            </a:r>
          </a:p>
        </p:txBody>
      </p:sp>
      <p:sp>
        <p:nvSpPr>
          <p:cNvPr id="3" name="Rectangle: Rounded Corners 2">
            <a:hlinkClick r:id="rId3" action="ppaction://hlinksldjump"/>
            <a:extLst>
              <a:ext uri="{FF2B5EF4-FFF2-40B4-BE49-F238E27FC236}">
                <a16:creationId xmlns:a16="http://schemas.microsoft.com/office/drawing/2014/main" id="{01D07AD2-EFDA-A536-8C74-FAF2ECC2B205}"/>
              </a:ext>
            </a:extLst>
          </p:cNvPr>
          <p:cNvSpPr/>
          <p:nvPr/>
        </p:nvSpPr>
        <p:spPr>
          <a:xfrm>
            <a:off x="154778" y="154297"/>
            <a:ext cx="3360448" cy="67376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Retention and disposal insights</a:t>
            </a:r>
          </a:p>
        </p:txBody>
      </p:sp>
      <p:graphicFrame>
        <p:nvGraphicFramePr>
          <p:cNvPr id="10" name="Table 9">
            <a:extLst>
              <a:ext uri="{FF2B5EF4-FFF2-40B4-BE49-F238E27FC236}">
                <a16:creationId xmlns:a16="http://schemas.microsoft.com/office/drawing/2014/main" id="{DC785C81-4833-1F2A-B112-198DF6A74B0F}"/>
              </a:ext>
            </a:extLst>
          </p:cNvPr>
          <p:cNvGraphicFramePr>
            <a:graphicFrameLocks noGrp="1"/>
          </p:cNvGraphicFramePr>
          <p:nvPr/>
        </p:nvGraphicFramePr>
        <p:xfrm>
          <a:off x="220619" y="1260098"/>
          <a:ext cx="11570330" cy="396240"/>
        </p:xfrm>
        <a:graphic>
          <a:graphicData uri="http://schemas.openxmlformats.org/drawingml/2006/table">
            <a:tbl>
              <a:tblPr firstRow="1" bandRow="1">
                <a:tableStyleId>{5940675A-B579-460E-94D1-54222C63F5DA}</a:tableStyleId>
              </a:tblPr>
              <a:tblGrid>
                <a:gridCol w="11570330">
                  <a:extLst>
                    <a:ext uri="{9D8B030D-6E8A-4147-A177-3AD203B41FA5}">
                      <a16:colId xmlns:a16="http://schemas.microsoft.com/office/drawing/2014/main" val="182907173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EDRMS Retention and disposal insights</a:t>
                      </a:r>
                      <a:endParaRPr lang="en-AU" sz="2000" b="1" dirty="0"/>
                    </a:p>
                  </a:txBody>
                  <a:tcPr/>
                </a:tc>
                <a:extLst>
                  <a:ext uri="{0D108BD9-81ED-4DB2-BD59-A6C34878D82A}">
                    <a16:rowId xmlns:a16="http://schemas.microsoft.com/office/drawing/2014/main" val="3922521780"/>
                  </a:ext>
                </a:extLst>
              </a:tr>
            </a:tbl>
          </a:graphicData>
        </a:graphic>
      </p:graphicFrame>
      <p:graphicFrame>
        <p:nvGraphicFramePr>
          <p:cNvPr id="13" name="Table 12">
            <a:extLst>
              <a:ext uri="{FF2B5EF4-FFF2-40B4-BE49-F238E27FC236}">
                <a16:creationId xmlns:a16="http://schemas.microsoft.com/office/drawing/2014/main" id="{D6A7BDE1-4D27-FB87-E870-0139D98B6AB8}"/>
              </a:ext>
            </a:extLst>
          </p:cNvPr>
          <p:cNvGraphicFramePr>
            <a:graphicFrameLocks noGrp="1"/>
          </p:cNvGraphicFramePr>
          <p:nvPr/>
        </p:nvGraphicFramePr>
        <p:xfrm>
          <a:off x="682388" y="1891316"/>
          <a:ext cx="9812738" cy="2870796"/>
        </p:xfrm>
        <a:graphic>
          <a:graphicData uri="http://schemas.openxmlformats.org/drawingml/2006/table">
            <a:tbl>
              <a:tblPr firstRow="1" firstCol="1" bandRow="1"/>
              <a:tblGrid>
                <a:gridCol w="2008478">
                  <a:extLst>
                    <a:ext uri="{9D8B030D-6E8A-4147-A177-3AD203B41FA5}">
                      <a16:colId xmlns:a16="http://schemas.microsoft.com/office/drawing/2014/main" val="384871762"/>
                    </a:ext>
                  </a:extLst>
                </a:gridCol>
                <a:gridCol w="1300710">
                  <a:extLst>
                    <a:ext uri="{9D8B030D-6E8A-4147-A177-3AD203B41FA5}">
                      <a16:colId xmlns:a16="http://schemas.microsoft.com/office/drawing/2014/main" val="2364590308"/>
                    </a:ext>
                  </a:extLst>
                </a:gridCol>
                <a:gridCol w="1300710">
                  <a:extLst>
                    <a:ext uri="{9D8B030D-6E8A-4147-A177-3AD203B41FA5}">
                      <a16:colId xmlns:a16="http://schemas.microsoft.com/office/drawing/2014/main" val="591196838"/>
                    </a:ext>
                  </a:extLst>
                </a:gridCol>
                <a:gridCol w="1300710">
                  <a:extLst>
                    <a:ext uri="{9D8B030D-6E8A-4147-A177-3AD203B41FA5}">
                      <a16:colId xmlns:a16="http://schemas.microsoft.com/office/drawing/2014/main" val="1168279934"/>
                    </a:ext>
                  </a:extLst>
                </a:gridCol>
                <a:gridCol w="1300710">
                  <a:extLst>
                    <a:ext uri="{9D8B030D-6E8A-4147-A177-3AD203B41FA5}">
                      <a16:colId xmlns:a16="http://schemas.microsoft.com/office/drawing/2014/main" val="2280140058"/>
                    </a:ext>
                  </a:extLst>
                </a:gridCol>
                <a:gridCol w="1300710">
                  <a:extLst>
                    <a:ext uri="{9D8B030D-6E8A-4147-A177-3AD203B41FA5}">
                      <a16:colId xmlns:a16="http://schemas.microsoft.com/office/drawing/2014/main" val="96822938"/>
                    </a:ext>
                  </a:extLst>
                </a:gridCol>
                <a:gridCol w="1300710">
                  <a:extLst>
                    <a:ext uri="{9D8B030D-6E8A-4147-A177-3AD203B41FA5}">
                      <a16:colId xmlns:a16="http://schemas.microsoft.com/office/drawing/2014/main" val="2627664246"/>
                    </a:ext>
                  </a:extLst>
                </a:gridCol>
              </a:tblGrid>
              <a:tr h="811524">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Heading</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Departments / Offices / RMs provisioned</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Number of libraries provisioned</a:t>
                      </a:r>
                      <a:endParaRPr lang="en-AU" sz="16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Number of records declared</a:t>
                      </a:r>
                      <a:endParaRPr lang="en-AU" sz="16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Number of physical counterparts</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Number of records due for disposal</a:t>
                      </a:r>
                      <a:endParaRPr lang="en-AU" sz="16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Number of records disposed</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61200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r>
                        <a:rPr lang="en-US" sz="1600" b="0" kern="1200" dirty="0">
                          <a:solidFill>
                            <a:schemeClr val="tx1"/>
                          </a:solidFill>
                          <a:latin typeface="Aptos" panose="02110004020202020204"/>
                          <a:ea typeface="+mn-ea"/>
                          <a:cs typeface="+mn-cs"/>
                          <a:hlinkClick r:id="rId4" action="ppaction://hlinksldjump"/>
                        </a:rPr>
                        <a:t>Permanent retention</a:t>
                      </a:r>
                      <a:endParaRPr lang="en-US" sz="1600" b="0" kern="1200" dirty="0">
                        <a:solidFill>
                          <a:schemeClr val="tx1"/>
                        </a:solidFill>
                        <a:latin typeface="Aptos" panose="02110004020202020204"/>
                        <a:ea typeface="+mn-ea"/>
                        <a:cs typeface="+mn-cs"/>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list</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61200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r>
                        <a:rPr lang="en-AU" sz="1600" b="0" kern="1200" dirty="0">
                          <a:solidFill>
                            <a:schemeClr val="tx1"/>
                          </a:solidFill>
                          <a:latin typeface="Aptos" panose="02110004020202020204"/>
                          <a:ea typeface="+mn-ea"/>
                          <a:cs typeface="+mn-cs"/>
                          <a:hlinkClick r:id="rId5" action="ppaction://hlinksldjump"/>
                        </a:rPr>
                        <a:t>Temporary retention</a:t>
                      </a:r>
                      <a:endParaRPr lang="en-US" sz="1600" b="0" kern="1200" dirty="0">
                        <a:solidFill>
                          <a:schemeClr val="tx1"/>
                        </a:solidFill>
                        <a:latin typeface="Aptos" panose="02110004020202020204"/>
                        <a:ea typeface="+mn-ea"/>
                        <a:cs typeface="+mn-cs"/>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28591595"/>
                  </a:ext>
                </a:extLst>
              </a:tr>
              <a:tr h="612000">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AU" sz="1800" b="1" dirty="0">
                          <a:solidFill>
                            <a:schemeClr val="accent1"/>
                          </a:solidFill>
                        </a:rPr>
                        <a:t>Total</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538708697"/>
                  </a:ext>
                </a:extLst>
              </a:tr>
            </a:tbl>
          </a:graphicData>
        </a:graphic>
      </p:graphicFrame>
      <p:sp>
        <p:nvSpPr>
          <p:cNvPr id="15" name="Freeform: Shape 14">
            <a:hlinkClick r:id="rId6" action="ppaction://hlinksldjump"/>
            <a:extLst>
              <a:ext uri="{FF2B5EF4-FFF2-40B4-BE49-F238E27FC236}">
                <a16:creationId xmlns:a16="http://schemas.microsoft.com/office/drawing/2014/main" id="{CF1C17B3-18C9-7253-59B6-0630B29A160E}"/>
              </a:ext>
            </a:extLst>
          </p:cNvPr>
          <p:cNvSpPr/>
          <p:nvPr/>
        </p:nvSpPr>
        <p:spPr>
          <a:xfrm>
            <a:off x="10290412" y="69544"/>
            <a:ext cx="1901588"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chemeClr val="tx1"/>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lang="en-AU" sz="1600" b="1" kern="0" dirty="0">
                <a:solidFill>
                  <a:prstClr val="white"/>
                </a:solidFill>
                <a:latin typeface="Aptos" panose="02110004020202020204"/>
              </a:rPr>
              <a:t>Slide 1</a:t>
            </a:r>
            <a:endParaRPr kumimoji="0" lang="en-AU" sz="1600" b="1" i="0" u="none" strike="noStrike" kern="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83925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C94BC-1289-C576-703F-AC786356ECA8}"/>
            </a:ext>
          </a:extLst>
        </p:cNvPr>
        <p:cNvGrpSpPr/>
        <p:nvPr/>
      </p:nvGrpSpPr>
      <p:grpSpPr>
        <a:xfrm>
          <a:off x="0" y="0"/>
          <a:ext cx="0" cy="0"/>
          <a:chOff x="0" y="0"/>
          <a:chExt cx="0" cy="0"/>
        </a:xfrm>
      </p:grpSpPr>
      <p:sp>
        <p:nvSpPr>
          <p:cNvPr id="8" name="Freeform: Shape 7">
            <a:hlinkClick r:id="rId2" action="ppaction://hlinksldjump"/>
            <a:extLst>
              <a:ext uri="{FF2B5EF4-FFF2-40B4-BE49-F238E27FC236}">
                <a16:creationId xmlns:a16="http://schemas.microsoft.com/office/drawing/2014/main" id="{449DECBA-910F-086B-9B6B-0A39F15905BD}"/>
              </a:ext>
            </a:extLst>
          </p:cNvPr>
          <p:cNvSpPr/>
          <p:nvPr/>
        </p:nvSpPr>
        <p:spPr>
          <a:xfrm>
            <a:off x="9075761" y="154297"/>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Aptos" panose="02110004020202020204"/>
                <a:ea typeface="+mn-ea"/>
                <a:cs typeface="+mn-cs"/>
              </a:rPr>
              <a:t>EDRMS Retention and disposal insights </a:t>
            </a:r>
            <a:endPar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3" name="Rectangle: Rounded Corners 2">
            <a:hlinkClick r:id="rId2" action="ppaction://hlinksldjump"/>
            <a:extLst>
              <a:ext uri="{FF2B5EF4-FFF2-40B4-BE49-F238E27FC236}">
                <a16:creationId xmlns:a16="http://schemas.microsoft.com/office/drawing/2014/main" id="{DEA5CB58-0B32-4D06-385E-F106ED2516FE}"/>
              </a:ext>
            </a:extLst>
          </p:cNvPr>
          <p:cNvSpPr/>
          <p:nvPr/>
        </p:nvSpPr>
        <p:spPr>
          <a:xfrm>
            <a:off x="154778" y="154297"/>
            <a:ext cx="3360448" cy="67376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Retention and disposal insights</a:t>
            </a:r>
          </a:p>
        </p:txBody>
      </p:sp>
      <p:graphicFrame>
        <p:nvGraphicFramePr>
          <p:cNvPr id="10" name="Table 9">
            <a:extLst>
              <a:ext uri="{FF2B5EF4-FFF2-40B4-BE49-F238E27FC236}">
                <a16:creationId xmlns:a16="http://schemas.microsoft.com/office/drawing/2014/main" id="{C25526AE-FA2F-9F00-E8F0-474BE78D4A90}"/>
              </a:ext>
            </a:extLst>
          </p:cNvPr>
          <p:cNvGraphicFramePr>
            <a:graphicFrameLocks noGrp="1"/>
          </p:cNvGraphicFramePr>
          <p:nvPr/>
        </p:nvGraphicFramePr>
        <p:xfrm>
          <a:off x="220619" y="1260098"/>
          <a:ext cx="11570330" cy="396240"/>
        </p:xfrm>
        <a:graphic>
          <a:graphicData uri="http://schemas.openxmlformats.org/drawingml/2006/table">
            <a:tbl>
              <a:tblPr firstRow="1" bandRow="1">
                <a:tableStyleId>{5940675A-B579-460E-94D1-54222C63F5DA}</a:tableStyleId>
              </a:tblPr>
              <a:tblGrid>
                <a:gridCol w="11570330">
                  <a:extLst>
                    <a:ext uri="{9D8B030D-6E8A-4147-A177-3AD203B41FA5}">
                      <a16:colId xmlns:a16="http://schemas.microsoft.com/office/drawing/2014/main" val="182907173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EDRMS Retention and disposal insights - </a:t>
                      </a:r>
                      <a:r>
                        <a:rPr lang="en-AU" sz="2000" b="1" dirty="0">
                          <a:solidFill>
                            <a:schemeClr val="accent2"/>
                          </a:solidFill>
                        </a:rPr>
                        <a:t>Permanent retention</a:t>
                      </a:r>
                    </a:p>
                  </a:txBody>
                  <a:tcPr/>
                </a:tc>
                <a:extLst>
                  <a:ext uri="{0D108BD9-81ED-4DB2-BD59-A6C34878D82A}">
                    <a16:rowId xmlns:a16="http://schemas.microsoft.com/office/drawing/2014/main" val="3922521780"/>
                  </a:ext>
                </a:extLst>
              </a:tr>
            </a:tbl>
          </a:graphicData>
        </a:graphic>
      </p:graphicFrame>
      <p:graphicFrame>
        <p:nvGraphicFramePr>
          <p:cNvPr id="5" name="Table 4">
            <a:extLst>
              <a:ext uri="{FF2B5EF4-FFF2-40B4-BE49-F238E27FC236}">
                <a16:creationId xmlns:a16="http://schemas.microsoft.com/office/drawing/2014/main" id="{7A97ABAC-689E-0B3C-D3DD-B2A3BAB3AFDE}"/>
              </a:ext>
            </a:extLst>
          </p:cNvPr>
          <p:cNvGraphicFramePr>
            <a:graphicFrameLocks noGrp="1"/>
          </p:cNvGraphicFramePr>
          <p:nvPr/>
        </p:nvGraphicFramePr>
        <p:xfrm>
          <a:off x="1050878" y="2181481"/>
          <a:ext cx="9233126" cy="1025907"/>
        </p:xfrm>
        <a:graphic>
          <a:graphicData uri="http://schemas.openxmlformats.org/drawingml/2006/table">
            <a:tbl>
              <a:tblPr firstRow="1" firstCol="1" bandRow="1"/>
              <a:tblGrid>
                <a:gridCol w="1385351">
                  <a:extLst>
                    <a:ext uri="{9D8B030D-6E8A-4147-A177-3AD203B41FA5}">
                      <a16:colId xmlns:a16="http://schemas.microsoft.com/office/drawing/2014/main" val="3611284804"/>
                    </a:ext>
                  </a:extLst>
                </a:gridCol>
                <a:gridCol w="1593788">
                  <a:extLst>
                    <a:ext uri="{9D8B030D-6E8A-4147-A177-3AD203B41FA5}">
                      <a16:colId xmlns:a16="http://schemas.microsoft.com/office/drawing/2014/main" val="3778715216"/>
                    </a:ext>
                  </a:extLst>
                </a:gridCol>
                <a:gridCol w="1593788">
                  <a:extLst>
                    <a:ext uri="{9D8B030D-6E8A-4147-A177-3AD203B41FA5}">
                      <a16:colId xmlns:a16="http://schemas.microsoft.com/office/drawing/2014/main" val="1541412812"/>
                    </a:ext>
                  </a:extLst>
                </a:gridCol>
                <a:gridCol w="1538713">
                  <a:extLst>
                    <a:ext uri="{9D8B030D-6E8A-4147-A177-3AD203B41FA5}">
                      <a16:colId xmlns:a16="http://schemas.microsoft.com/office/drawing/2014/main" val="1270121581"/>
                    </a:ext>
                  </a:extLst>
                </a:gridCol>
                <a:gridCol w="1624291">
                  <a:extLst>
                    <a:ext uri="{9D8B030D-6E8A-4147-A177-3AD203B41FA5}">
                      <a16:colId xmlns:a16="http://schemas.microsoft.com/office/drawing/2014/main" val="442220271"/>
                    </a:ext>
                  </a:extLst>
                </a:gridCol>
                <a:gridCol w="1497195">
                  <a:extLst>
                    <a:ext uri="{9D8B030D-6E8A-4147-A177-3AD203B41FA5}">
                      <a16:colId xmlns:a16="http://schemas.microsoft.com/office/drawing/2014/main" val="34751620"/>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Term (Top level)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Departments / Offices / RMs provisioned</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libraries provisioned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695005427"/>
                  </a:ext>
                </a:extLst>
              </a:tr>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8">
                        <a:lumMod val="9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list</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a:effectLst/>
                        </a:rPr>
                        <a:t> </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351741260"/>
                  </a:ext>
                </a:extLst>
              </a:tr>
            </a:tbl>
          </a:graphicData>
        </a:graphic>
      </p:graphicFrame>
    </p:spTree>
    <p:extLst>
      <p:ext uri="{BB962C8B-B14F-4D97-AF65-F5344CB8AC3E}">
        <p14:creationId xmlns:p14="http://schemas.microsoft.com/office/powerpoint/2010/main" val="37807954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62D06-5A46-75FA-18AE-4AAC6F3F1262}"/>
            </a:ext>
          </a:extLst>
        </p:cNvPr>
        <p:cNvGrpSpPr/>
        <p:nvPr/>
      </p:nvGrpSpPr>
      <p:grpSpPr>
        <a:xfrm>
          <a:off x="0" y="0"/>
          <a:ext cx="0" cy="0"/>
          <a:chOff x="0" y="0"/>
          <a:chExt cx="0" cy="0"/>
        </a:xfrm>
      </p:grpSpPr>
      <p:sp>
        <p:nvSpPr>
          <p:cNvPr id="8" name="Freeform: Shape 7">
            <a:hlinkClick r:id="rId2" action="ppaction://hlinksldjump"/>
            <a:extLst>
              <a:ext uri="{FF2B5EF4-FFF2-40B4-BE49-F238E27FC236}">
                <a16:creationId xmlns:a16="http://schemas.microsoft.com/office/drawing/2014/main" id="{1562586D-C722-B395-EEFF-26FDF7459665}"/>
              </a:ext>
            </a:extLst>
          </p:cNvPr>
          <p:cNvSpPr/>
          <p:nvPr/>
        </p:nvSpPr>
        <p:spPr>
          <a:xfrm>
            <a:off x="9075761" y="154297"/>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Aptos" panose="02110004020202020204"/>
                <a:ea typeface="+mn-ea"/>
                <a:cs typeface="+mn-cs"/>
              </a:rPr>
              <a:t>EDRMS Retention and disposal insights </a:t>
            </a:r>
            <a:endPar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3" name="Rectangle: Rounded Corners 2">
            <a:hlinkClick r:id="rId2" action="ppaction://hlinksldjump"/>
            <a:extLst>
              <a:ext uri="{FF2B5EF4-FFF2-40B4-BE49-F238E27FC236}">
                <a16:creationId xmlns:a16="http://schemas.microsoft.com/office/drawing/2014/main" id="{B7E807F0-001C-382E-2307-A54A4944506A}"/>
              </a:ext>
            </a:extLst>
          </p:cNvPr>
          <p:cNvSpPr/>
          <p:nvPr/>
        </p:nvSpPr>
        <p:spPr>
          <a:xfrm>
            <a:off x="154778" y="154297"/>
            <a:ext cx="3360448" cy="67376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Retention and disposal insights</a:t>
            </a:r>
          </a:p>
        </p:txBody>
      </p:sp>
      <p:graphicFrame>
        <p:nvGraphicFramePr>
          <p:cNvPr id="10" name="Table 9">
            <a:extLst>
              <a:ext uri="{FF2B5EF4-FFF2-40B4-BE49-F238E27FC236}">
                <a16:creationId xmlns:a16="http://schemas.microsoft.com/office/drawing/2014/main" id="{071E8F92-2537-4307-309A-9E39D7114C63}"/>
              </a:ext>
            </a:extLst>
          </p:cNvPr>
          <p:cNvGraphicFramePr>
            <a:graphicFrameLocks noGrp="1"/>
          </p:cNvGraphicFramePr>
          <p:nvPr/>
        </p:nvGraphicFramePr>
        <p:xfrm>
          <a:off x="220619" y="1260098"/>
          <a:ext cx="11570330" cy="396240"/>
        </p:xfrm>
        <a:graphic>
          <a:graphicData uri="http://schemas.openxmlformats.org/drawingml/2006/table">
            <a:tbl>
              <a:tblPr firstRow="1" bandRow="1">
                <a:tableStyleId>{5940675A-B579-460E-94D1-54222C63F5DA}</a:tableStyleId>
              </a:tblPr>
              <a:tblGrid>
                <a:gridCol w="11570330">
                  <a:extLst>
                    <a:ext uri="{9D8B030D-6E8A-4147-A177-3AD203B41FA5}">
                      <a16:colId xmlns:a16="http://schemas.microsoft.com/office/drawing/2014/main" val="182907173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EDRMS Retention and disposal insights - </a:t>
                      </a:r>
                      <a:r>
                        <a:rPr lang="en-AU" sz="2000" b="1" dirty="0">
                          <a:solidFill>
                            <a:schemeClr val="accent2"/>
                          </a:solidFill>
                        </a:rPr>
                        <a:t>Temporary retention</a:t>
                      </a:r>
                    </a:p>
                  </a:txBody>
                  <a:tcPr/>
                </a:tc>
                <a:extLst>
                  <a:ext uri="{0D108BD9-81ED-4DB2-BD59-A6C34878D82A}">
                    <a16:rowId xmlns:a16="http://schemas.microsoft.com/office/drawing/2014/main" val="3922521780"/>
                  </a:ext>
                </a:extLst>
              </a:tr>
            </a:tbl>
          </a:graphicData>
        </a:graphic>
      </p:graphicFrame>
      <p:graphicFrame>
        <p:nvGraphicFramePr>
          <p:cNvPr id="5" name="Table 4">
            <a:extLst>
              <a:ext uri="{FF2B5EF4-FFF2-40B4-BE49-F238E27FC236}">
                <a16:creationId xmlns:a16="http://schemas.microsoft.com/office/drawing/2014/main" id="{FEFEFA7F-0BB7-4E6B-AAD7-5D6CE2A9B7D0}"/>
              </a:ext>
            </a:extLst>
          </p:cNvPr>
          <p:cNvGraphicFramePr>
            <a:graphicFrameLocks noGrp="1"/>
          </p:cNvGraphicFramePr>
          <p:nvPr/>
        </p:nvGraphicFramePr>
        <p:xfrm>
          <a:off x="736979" y="2089988"/>
          <a:ext cx="10331358" cy="1388428"/>
        </p:xfrm>
        <a:graphic>
          <a:graphicData uri="http://schemas.openxmlformats.org/drawingml/2006/table">
            <a:tbl>
              <a:tblPr firstRow="1" firstCol="1" bandRow="1"/>
              <a:tblGrid>
                <a:gridCol w="982639">
                  <a:extLst>
                    <a:ext uri="{9D8B030D-6E8A-4147-A177-3AD203B41FA5}">
                      <a16:colId xmlns:a16="http://schemas.microsoft.com/office/drawing/2014/main" val="3611284804"/>
                    </a:ext>
                  </a:extLst>
                </a:gridCol>
                <a:gridCol w="1508621">
                  <a:extLst>
                    <a:ext uri="{9D8B030D-6E8A-4147-A177-3AD203B41FA5}">
                      <a16:colId xmlns:a16="http://schemas.microsoft.com/office/drawing/2014/main" val="926104021"/>
                    </a:ext>
                  </a:extLst>
                </a:gridCol>
                <a:gridCol w="1332781">
                  <a:extLst>
                    <a:ext uri="{9D8B030D-6E8A-4147-A177-3AD203B41FA5}">
                      <a16:colId xmlns:a16="http://schemas.microsoft.com/office/drawing/2014/main" val="1541412812"/>
                    </a:ext>
                  </a:extLst>
                </a:gridCol>
                <a:gridCol w="1286725">
                  <a:extLst>
                    <a:ext uri="{9D8B030D-6E8A-4147-A177-3AD203B41FA5}">
                      <a16:colId xmlns:a16="http://schemas.microsoft.com/office/drawing/2014/main" val="1270121581"/>
                    </a:ext>
                  </a:extLst>
                </a:gridCol>
                <a:gridCol w="1358289">
                  <a:extLst>
                    <a:ext uri="{9D8B030D-6E8A-4147-A177-3AD203B41FA5}">
                      <a16:colId xmlns:a16="http://schemas.microsoft.com/office/drawing/2014/main" val="442220271"/>
                    </a:ext>
                  </a:extLst>
                </a:gridCol>
                <a:gridCol w="1358289">
                  <a:extLst>
                    <a:ext uri="{9D8B030D-6E8A-4147-A177-3AD203B41FA5}">
                      <a16:colId xmlns:a16="http://schemas.microsoft.com/office/drawing/2014/main" val="1667978791"/>
                    </a:ext>
                  </a:extLst>
                </a:gridCol>
                <a:gridCol w="1252007">
                  <a:extLst>
                    <a:ext uri="{9D8B030D-6E8A-4147-A177-3AD203B41FA5}">
                      <a16:colId xmlns:a16="http://schemas.microsoft.com/office/drawing/2014/main" val="34751620"/>
                    </a:ext>
                  </a:extLst>
                </a:gridCol>
                <a:gridCol w="1252007">
                  <a:extLst>
                    <a:ext uri="{9D8B030D-6E8A-4147-A177-3AD203B41FA5}">
                      <a16:colId xmlns:a16="http://schemas.microsoft.com/office/drawing/2014/main" val="1186938438"/>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Term (Top level)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Departments / Offices / RMs provisioned</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Number of libraries provisioned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Retention label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Number of records due for disposal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records disposed</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695005427"/>
                  </a:ext>
                </a:extLst>
              </a:tr>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8">
                        <a:lumMod val="9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list</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a:effectLst/>
                        </a:rPr>
                        <a:t> </a:t>
                      </a:r>
                      <a:endParaRPr lang="en-AU"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5, 10, 20, 5, etc. years</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 </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351741260"/>
                  </a:ext>
                </a:extLst>
              </a:tr>
            </a:tbl>
          </a:graphicData>
        </a:graphic>
      </p:graphicFrame>
    </p:spTree>
    <p:extLst>
      <p:ext uri="{BB962C8B-B14F-4D97-AF65-F5344CB8AC3E}">
        <p14:creationId xmlns:p14="http://schemas.microsoft.com/office/powerpoint/2010/main" val="83946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AABDC-C725-1E68-FC5A-BDAEA5F5E00B}"/>
            </a:ext>
          </a:extLst>
        </p:cNvPr>
        <p:cNvGrpSpPr/>
        <p:nvPr/>
      </p:nvGrpSpPr>
      <p:grpSpPr>
        <a:xfrm>
          <a:off x="0" y="0"/>
          <a:ext cx="0" cy="0"/>
          <a:chOff x="0" y="0"/>
          <a:chExt cx="0" cy="0"/>
        </a:xfrm>
      </p:grpSpPr>
      <p:sp>
        <p:nvSpPr>
          <p:cNvPr id="8" name="Freeform: Shape 7">
            <a:hlinkClick r:id="rId2" action="ppaction://hlinksldjump"/>
            <a:extLst>
              <a:ext uri="{FF2B5EF4-FFF2-40B4-BE49-F238E27FC236}">
                <a16:creationId xmlns:a16="http://schemas.microsoft.com/office/drawing/2014/main" id="{0DCE7785-98F3-BE38-7001-766C4D6CF31E}"/>
              </a:ext>
            </a:extLst>
          </p:cNvPr>
          <p:cNvSpPr/>
          <p:nvPr/>
        </p:nvSpPr>
        <p:spPr>
          <a:xfrm>
            <a:off x="9075761" y="605935"/>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rPr>
              <a:t>EDRMS Bank-wide oversights</a:t>
            </a:r>
          </a:p>
        </p:txBody>
      </p:sp>
      <p:graphicFrame>
        <p:nvGraphicFramePr>
          <p:cNvPr id="3" name="Table 2">
            <a:extLst>
              <a:ext uri="{FF2B5EF4-FFF2-40B4-BE49-F238E27FC236}">
                <a16:creationId xmlns:a16="http://schemas.microsoft.com/office/drawing/2014/main" id="{90FE139B-C2A4-2AC1-8F18-9BFDEB20A5A0}"/>
              </a:ext>
            </a:extLst>
          </p:cNvPr>
          <p:cNvGraphicFramePr>
            <a:graphicFrameLocks noGrp="1"/>
          </p:cNvGraphicFramePr>
          <p:nvPr/>
        </p:nvGraphicFramePr>
        <p:xfrm>
          <a:off x="220619" y="1260098"/>
          <a:ext cx="11570330" cy="396240"/>
        </p:xfrm>
        <a:graphic>
          <a:graphicData uri="http://schemas.openxmlformats.org/drawingml/2006/table">
            <a:tbl>
              <a:tblPr firstRow="1" bandRow="1">
                <a:tableStyleId>{5940675A-B579-460E-94D1-54222C63F5DA}</a:tableStyleId>
              </a:tblPr>
              <a:tblGrid>
                <a:gridCol w="11570330">
                  <a:extLst>
                    <a:ext uri="{9D8B030D-6E8A-4147-A177-3AD203B41FA5}">
                      <a16:colId xmlns:a16="http://schemas.microsoft.com/office/drawing/2014/main" val="182907173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EDRMS Institutional File Plan insights</a:t>
                      </a:r>
                      <a:endParaRPr lang="en-AU" sz="2000" b="1" dirty="0"/>
                    </a:p>
                  </a:txBody>
                  <a:tcPr/>
                </a:tc>
                <a:extLst>
                  <a:ext uri="{0D108BD9-81ED-4DB2-BD59-A6C34878D82A}">
                    <a16:rowId xmlns:a16="http://schemas.microsoft.com/office/drawing/2014/main" val="3922521780"/>
                  </a:ext>
                </a:extLst>
              </a:tr>
            </a:tbl>
          </a:graphicData>
        </a:graphic>
      </p:graphicFrame>
      <p:graphicFrame>
        <p:nvGraphicFramePr>
          <p:cNvPr id="4" name="Table 3">
            <a:extLst>
              <a:ext uri="{FF2B5EF4-FFF2-40B4-BE49-F238E27FC236}">
                <a16:creationId xmlns:a16="http://schemas.microsoft.com/office/drawing/2014/main" id="{F28F29F6-C3E4-CF8C-EEEB-53008A1F4575}"/>
              </a:ext>
            </a:extLst>
          </p:cNvPr>
          <p:cNvGraphicFramePr>
            <a:graphicFrameLocks noGrp="1"/>
          </p:cNvGraphicFramePr>
          <p:nvPr/>
        </p:nvGraphicFramePr>
        <p:xfrm>
          <a:off x="682389" y="1891316"/>
          <a:ext cx="10577012" cy="4706796"/>
        </p:xfrm>
        <a:graphic>
          <a:graphicData uri="http://schemas.openxmlformats.org/drawingml/2006/table">
            <a:tbl>
              <a:tblPr firstRow="1" firstCol="1" bandRow="1"/>
              <a:tblGrid>
                <a:gridCol w="2164910">
                  <a:extLst>
                    <a:ext uri="{9D8B030D-6E8A-4147-A177-3AD203B41FA5}">
                      <a16:colId xmlns:a16="http://schemas.microsoft.com/office/drawing/2014/main" val="384871762"/>
                    </a:ext>
                  </a:extLst>
                </a:gridCol>
                <a:gridCol w="1402017">
                  <a:extLst>
                    <a:ext uri="{9D8B030D-6E8A-4147-A177-3AD203B41FA5}">
                      <a16:colId xmlns:a16="http://schemas.microsoft.com/office/drawing/2014/main" val="4237104102"/>
                    </a:ext>
                  </a:extLst>
                </a:gridCol>
                <a:gridCol w="1402017">
                  <a:extLst>
                    <a:ext uri="{9D8B030D-6E8A-4147-A177-3AD203B41FA5}">
                      <a16:colId xmlns:a16="http://schemas.microsoft.com/office/drawing/2014/main" val="591196838"/>
                    </a:ext>
                  </a:extLst>
                </a:gridCol>
                <a:gridCol w="1402017">
                  <a:extLst>
                    <a:ext uri="{9D8B030D-6E8A-4147-A177-3AD203B41FA5}">
                      <a16:colId xmlns:a16="http://schemas.microsoft.com/office/drawing/2014/main" val="1168279934"/>
                    </a:ext>
                  </a:extLst>
                </a:gridCol>
                <a:gridCol w="1402017">
                  <a:extLst>
                    <a:ext uri="{9D8B030D-6E8A-4147-A177-3AD203B41FA5}">
                      <a16:colId xmlns:a16="http://schemas.microsoft.com/office/drawing/2014/main" val="2280140058"/>
                    </a:ext>
                  </a:extLst>
                </a:gridCol>
                <a:gridCol w="1402017">
                  <a:extLst>
                    <a:ext uri="{9D8B030D-6E8A-4147-A177-3AD203B41FA5}">
                      <a16:colId xmlns:a16="http://schemas.microsoft.com/office/drawing/2014/main" val="96822938"/>
                    </a:ext>
                  </a:extLst>
                </a:gridCol>
                <a:gridCol w="1402017">
                  <a:extLst>
                    <a:ext uri="{9D8B030D-6E8A-4147-A177-3AD203B41FA5}">
                      <a16:colId xmlns:a16="http://schemas.microsoft.com/office/drawing/2014/main" val="2627664246"/>
                    </a:ext>
                  </a:extLst>
                </a:gridCol>
              </a:tblGrid>
              <a:tr h="811524">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Heading</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Total terms</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Departments / Offices / RMs provisioned</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libraries provisioned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61200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r>
                        <a:rPr lang="en-US" sz="1600" b="0" kern="1200" dirty="0">
                          <a:solidFill>
                            <a:schemeClr val="tx1"/>
                          </a:solidFill>
                          <a:latin typeface="Aptos" panose="02110004020202020204"/>
                          <a:ea typeface="+mn-ea"/>
                          <a:cs typeface="+mn-cs"/>
                          <a:hlinkClick r:id="rId3" action="ppaction://hlinksldjump"/>
                        </a:rPr>
                        <a:t>Total Institutional Management terms</a:t>
                      </a:r>
                      <a:endParaRPr lang="en-US" sz="1600" b="0" kern="1200" dirty="0">
                        <a:solidFill>
                          <a:schemeClr val="tx1"/>
                        </a:solidFill>
                        <a:latin typeface="Aptos" panose="02110004020202020204"/>
                        <a:ea typeface="+mn-ea"/>
                        <a:cs typeface="+mn-cs"/>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list</a:t>
                      </a: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61200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r>
                        <a:rPr lang="en-US" sz="1600" b="0" dirty="0">
                          <a:hlinkClick r:id="rId4" action="ppaction://hlinksldjump"/>
                        </a:rPr>
                        <a:t>Total Administration terms</a:t>
                      </a:r>
                      <a:endParaRPr lang="en-US" sz="1600" b="0" dirty="0"/>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28591595"/>
                  </a:ext>
                </a:extLst>
              </a:tr>
              <a:tr h="61200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600" b="0" dirty="0">
                          <a:hlinkClick r:id="rId5" action="ppaction://hlinksldjump"/>
                        </a:rPr>
                        <a:t>Total People management terms</a:t>
                      </a:r>
                      <a:endParaRPr lang="en-US" sz="1600" b="0" dirty="0"/>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68771723"/>
                  </a:ext>
                </a:extLst>
              </a:tr>
              <a:tr h="612000">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600" b="0" dirty="0">
                          <a:hlinkClick r:id="rId5" action="ppaction://hlinksldjump"/>
                        </a:rPr>
                        <a:t>Total Programs and operations terms</a:t>
                      </a:r>
                      <a:endParaRPr lang="en-US" sz="1600" b="0" dirty="0"/>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2502711841"/>
                  </a:ext>
                </a:extLst>
              </a:tr>
              <a:tr h="612000">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600" b="0" dirty="0">
                          <a:hlinkClick r:id="rId6" action="ppaction://hlinksldjump"/>
                        </a:rPr>
                        <a:t>Total other terms</a:t>
                      </a:r>
                      <a:endParaRPr lang="en-US" sz="1600" b="0" dirty="0"/>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734645150"/>
                  </a:ext>
                </a:extLst>
              </a:tr>
              <a:tr h="612000">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AU" sz="1800" b="1" dirty="0">
                          <a:solidFill>
                            <a:schemeClr val="accent1"/>
                          </a:solidFill>
                        </a:rPr>
                        <a:t>Total terms</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538708697"/>
                  </a:ext>
                </a:extLst>
              </a:tr>
            </a:tbl>
          </a:graphicData>
        </a:graphic>
      </p:graphicFrame>
      <p:sp>
        <p:nvSpPr>
          <p:cNvPr id="6" name="Rectangle: Rounded Corners 5">
            <a:extLst>
              <a:ext uri="{FF2B5EF4-FFF2-40B4-BE49-F238E27FC236}">
                <a16:creationId xmlns:a16="http://schemas.microsoft.com/office/drawing/2014/main" id="{733FBF93-FC16-CD1D-F6C8-5482FC66184F}"/>
              </a:ext>
            </a:extLst>
          </p:cNvPr>
          <p:cNvSpPr/>
          <p:nvPr/>
        </p:nvSpPr>
        <p:spPr>
          <a:xfrm>
            <a:off x="220619" y="131956"/>
            <a:ext cx="3360448" cy="67376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Institutional File Plan insights</a:t>
            </a:r>
          </a:p>
        </p:txBody>
      </p:sp>
      <p:sp>
        <p:nvSpPr>
          <p:cNvPr id="9" name="Freeform: Shape 8">
            <a:hlinkClick r:id="rId7" action="ppaction://hlinksldjump"/>
            <a:extLst>
              <a:ext uri="{FF2B5EF4-FFF2-40B4-BE49-F238E27FC236}">
                <a16:creationId xmlns:a16="http://schemas.microsoft.com/office/drawing/2014/main" id="{5681B7B2-DA40-3FBC-887A-DB112A8F7B93}"/>
              </a:ext>
            </a:extLst>
          </p:cNvPr>
          <p:cNvSpPr/>
          <p:nvPr/>
        </p:nvSpPr>
        <p:spPr>
          <a:xfrm>
            <a:off x="10290412" y="69544"/>
            <a:ext cx="1901588"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chemeClr val="tx1"/>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lang="en-AU" sz="1600" b="1" kern="0" dirty="0">
                <a:solidFill>
                  <a:prstClr val="white"/>
                </a:solidFill>
                <a:latin typeface="Aptos" panose="02110004020202020204"/>
              </a:rPr>
              <a:t>Slide 1</a:t>
            </a:r>
            <a:endParaRPr kumimoji="0" lang="en-AU" sz="1600" b="1" i="0" u="none" strike="noStrike" kern="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699795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4F64D-7778-CF4B-CC3D-6551ED690361}"/>
            </a:ext>
          </a:extLst>
        </p:cNvPr>
        <p:cNvGrpSpPr/>
        <p:nvPr/>
      </p:nvGrpSpPr>
      <p:grpSpPr>
        <a:xfrm>
          <a:off x="0" y="0"/>
          <a:ext cx="0" cy="0"/>
          <a:chOff x="0" y="0"/>
          <a:chExt cx="0" cy="0"/>
        </a:xfrm>
      </p:grpSpPr>
      <p:sp>
        <p:nvSpPr>
          <p:cNvPr id="8" name="Freeform: Shape 7">
            <a:hlinkClick r:id="rId2" action="ppaction://hlinksldjump"/>
            <a:extLst>
              <a:ext uri="{FF2B5EF4-FFF2-40B4-BE49-F238E27FC236}">
                <a16:creationId xmlns:a16="http://schemas.microsoft.com/office/drawing/2014/main" id="{E95AB2E0-ADA2-E8A4-BE19-AAE75313F0F3}"/>
              </a:ext>
            </a:extLst>
          </p:cNvPr>
          <p:cNvSpPr/>
          <p:nvPr/>
        </p:nvSpPr>
        <p:spPr>
          <a:xfrm>
            <a:off x="9075761" y="143585"/>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ln/>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192024" tIns="109728" rIns="192024" bIns="109728" numCol="1" spcCol="1270" anchor="ctr" anchorCtr="0">
            <a:noAutofit/>
          </a:bodyPr>
          <a:lstStyle/>
          <a:p>
            <a:pPr lvl="0" algn="ctr" defTabSz="1200150">
              <a:lnSpc>
                <a:spcPct val="90000"/>
              </a:lnSpc>
              <a:spcBef>
                <a:spcPct val="0"/>
              </a:spcBef>
              <a:spcAft>
                <a:spcPct val="35000"/>
              </a:spcAft>
              <a:defRPr/>
            </a:pPr>
            <a:r>
              <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rPr>
              <a:t>EDRMS </a:t>
            </a:r>
            <a:r>
              <a:rPr lang="en-US" sz="1600" b="1" dirty="0"/>
              <a:t>Institutional File Plan insights </a:t>
            </a:r>
            <a:endPar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12" name="Rectangle: Rounded Corners 11">
            <a:extLst>
              <a:ext uri="{FF2B5EF4-FFF2-40B4-BE49-F238E27FC236}">
                <a16:creationId xmlns:a16="http://schemas.microsoft.com/office/drawing/2014/main" id="{A88944EF-BCD4-2C78-5FC2-9740347FDC6A}"/>
              </a:ext>
            </a:extLst>
          </p:cNvPr>
          <p:cNvSpPr/>
          <p:nvPr/>
        </p:nvSpPr>
        <p:spPr>
          <a:xfrm>
            <a:off x="125087" y="79420"/>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Institutional File Plan insights</a:t>
            </a:r>
          </a:p>
        </p:txBody>
      </p:sp>
      <p:graphicFrame>
        <p:nvGraphicFramePr>
          <p:cNvPr id="3" name="Table 2">
            <a:extLst>
              <a:ext uri="{FF2B5EF4-FFF2-40B4-BE49-F238E27FC236}">
                <a16:creationId xmlns:a16="http://schemas.microsoft.com/office/drawing/2014/main" id="{09874416-573F-70E4-6224-D090819C262F}"/>
              </a:ext>
            </a:extLst>
          </p:cNvPr>
          <p:cNvGraphicFramePr>
            <a:graphicFrameLocks noGrp="1"/>
          </p:cNvGraphicFramePr>
          <p:nvPr/>
        </p:nvGraphicFramePr>
        <p:xfrm>
          <a:off x="220619" y="1260098"/>
          <a:ext cx="11570330" cy="131064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EDRMS Institutional File Plan insights - </a:t>
                      </a:r>
                      <a:r>
                        <a:rPr lang="en-AU" sz="2000" b="1" dirty="0">
                          <a:solidFill>
                            <a:schemeClr val="accent1"/>
                          </a:solidFill>
                        </a:rPr>
                        <a:t>Institutional Management </a:t>
                      </a:r>
                      <a:endParaRPr lang="en-AU" sz="2000" b="1"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terms </a:t>
                      </a:r>
                      <a:r>
                        <a:rPr lang="en-AU" sz="1800" b="1" kern="1200" dirty="0">
                          <a:solidFill>
                            <a:schemeClr val="accent1"/>
                          </a:solidFill>
                          <a:latin typeface="+mn-lt"/>
                          <a:ea typeface="+mn-ea"/>
                          <a:cs typeface="+mn-cs"/>
                        </a:rPr>
                        <a:t>(Top level)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libraries provisioned</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documents</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r>
                        <a:rPr lang="en-US" dirty="0"/>
                        <a:t>Total Number of records declared</a:t>
                      </a:r>
                    </a:p>
                  </a:txBody>
                  <a:tcPr/>
                </a:tc>
                <a:tc>
                  <a:txBody>
                    <a:bodyPr/>
                    <a:lstStyle/>
                    <a:p>
                      <a:r>
                        <a:rPr lang="en-US" dirty="0"/>
                        <a:t>Total Number of physical counterparts</a:t>
                      </a:r>
                    </a:p>
                  </a:txBody>
                  <a:tcPr/>
                </a:tc>
                <a:extLst>
                  <a:ext uri="{0D108BD9-81ED-4DB2-BD59-A6C34878D82A}">
                    <a16:rowId xmlns:a16="http://schemas.microsoft.com/office/drawing/2014/main" val="1407182121"/>
                  </a:ext>
                </a:extLst>
              </a:tr>
            </a:tbl>
          </a:graphicData>
        </a:graphic>
      </p:graphicFrame>
      <p:graphicFrame>
        <p:nvGraphicFramePr>
          <p:cNvPr id="14" name="Table 13">
            <a:extLst>
              <a:ext uri="{FF2B5EF4-FFF2-40B4-BE49-F238E27FC236}">
                <a16:creationId xmlns:a16="http://schemas.microsoft.com/office/drawing/2014/main" id="{83C1C30D-2352-6A24-683B-0F1ACBCA9937}"/>
              </a:ext>
            </a:extLst>
          </p:cNvPr>
          <p:cNvGraphicFramePr>
            <a:graphicFrameLocks noGrp="1"/>
          </p:cNvGraphicFramePr>
          <p:nvPr>
            <p:extLst>
              <p:ext uri="{D42A27DB-BD31-4B8C-83A1-F6EECF244321}">
                <p14:modId xmlns:p14="http://schemas.microsoft.com/office/powerpoint/2010/main" val="1423191046"/>
              </p:ext>
            </p:extLst>
          </p:nvPr>
        </p:nvGraphicFramePr>
        <p:xfrm>
          <a:off x="334787" y="3000435"/>
          <a:ext cx="10719899" cy="1286828"/>
        </p:xfrm>
        <a:graphic>
          <a:graphicData uri="http://schemas.openxmlformats.org/drawingml/2006/table">
            <a:tbl>
              <a:tblPr firstRow="1" firstCol="1" bandRow="1"/>
              <a:tblGrid>
                <a:gridCol w="1608428">
                  <a:extLst>
                    <a:ext uri="{9D8B030D-6E8A-4147-A177-3AD203B41FA5}">
                      <a16:colId xmlns:a16="http://schemas.microsoft.com/office/drawing/2014/main" val="3611284804"/>
                    </a:ext>
                  </a:extLst>
                </a:gridCol>
                <a:gridCol w="1850430">
                  <a:extLst>
                    <a:ext uri="{9D8B030D-6E8A-4147-A177-3AD203B41FA5}">
                      <a16:colId xmlns:a16="http://schemas.microsoft.com/office/drawing/2014/main" val="974394680"/>
                    </a:ext>
                  </a:extLst>
                </a:gridCol>
                <a:gridCol w="1850430">
                  <a:extLst>
                    <a:ext uri="{9D8B030D-6E8A-4147-A177-3AD203B41FA5}">
                      <a16:colId xmlns:a16="http://schemas.microsoft.com/office/drawing/2014/main" val="1541412812"/>
                    </a:ext>
                  </a:extLst>
                </a:gridCol>
                <a:gridCol w="1786485">
                  <a:extLst>
                    <a:ext uri="{9D8B030D-6E8A-4147-A177-3AD203B41FA5}">
                      <a16:colId xmlns:a16="http://schemas.microsoft.com/office/drawing/2014/main" val="1270121581"/>
                    </a:ext>
                  </a:extLst>
                </a:gridCol>
                <a:gridCol w="1885844">
                  <a:extLst>
                    <a:ext uri="{9D8B030D-6E8A-4147-A177-3AD203B41FA5}">
                      <a16:colId xmlns:a16="http://schemas.microsoft.com/office/drawing/2014/main" val="442220271"/>
                    </a:ext>
                  </a:extLst>
                </a:gridCol>
                <a:gridCol w="1738282">
                  <a:extLst>
                    <a:ext uri="{9D8B030D-6E8A-4147-A177-3AD203B41FA5}">
                      <a16:colId xmlns:a16="http://schemas.microsoft.com/office/drawing/2014/main" val="34751620"/>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Term (Top level)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Departments / Offices / RMs provisioned</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libraries provisioned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695005427"/>
                  </a:ext>
                </a:extLst>
              </a:tr>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rPr>
                        <a:t> . Annual Meetings</a:t>
                      </a: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8">
                        <a:lumMod val="9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list</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351741260"/>
                  </a:ext>
                </a:extLst>
              </a:tr>
            </a:tbl>
          </a:graphicData>
        </a:graphic>
      </p:graphicFrame>
      <p:sp>
        <p:nvSpPr>
          <p:cNvPr id="4" name="Rectangle: Rounded Corners 3">
            <a:extLst>
              <a:ext uri="{FF2B5EF4-FFF2-40B4-BE49-F238E27FC236}">
                <a16:creationId xmlns:a16="http://schemas.microsoft.com/office/drawing/2014/main" id="{0994B1EB-486A-DD65-D870-85A42D4A0C72}"/>
              </a:ext>
            </a:extLst>
          </p:cNvPr>
          <p:cNvSpPr/>
          <p:nvPr/>
        </p:nvSpPr>
        <p:spPr>
          <a:xfrm>
            <a:off x="5268037" y="4681181"/>
            <a:ext cx="6509940" cy="1733267"/>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Include indicators (no. of and list) for </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top most-used terms (usage pattern) in terms of documents created and records declared</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least-used and unused terms (candidates for review and deletion)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New libraries created outside convention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Request for new library creation and/or deletion?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Request for new term?</a:t>
            </a:r>
          </a:p>
        </p:txBody>
      </p:sp>
    </p:spTree>
    <p:extLst>
      <p:ext uri="{BB962C8B-B14F-4D97-AF65-F5344CB8AC3E}">
        <p14:creationId xmlns:p14="http://schemas.microsoft.com/office/powerpoint/2010/main" val="15811835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36295-1C5B-ED7B-8702-8A8397303BC8}"/>
            </a:ext>
          </a:extLst>
        </p:cNvPr>
        <p:cNvGrpSpPr/>
        <p:nvPr/>
      </p:nvGrpSpPr>
      <p:grpSpPr>
        <a:xfrm>
          <a:off x="0" y="0"/>
          <a:ext cx="0" cy="0"/>
          <a:chOff x="0" y="0"/>
          <a:chExt cx="0" cy="0"/>
        </a:xfrm>
      </p:grpSpPr>
      <p:sp>
        <p:nvSpPr>
          <p:cNvPr id="8" name="Freeform: Shape 7">
            <a:hlinkClick r:id="rId2" action="ppaction://hlinksldjump"/>
            <a:extLst>
              <a:ext uri="{FF2B5EF4-FFF2-40B4-BE49-F238E27FC236}">
                <a16:creationId xmlns:a16="http://schemas.microsoft.com/office/drawing/2014/main" id="{EF6F5A11-BBF3-931A-382F-BECFE565CB80}"/>
              </a:ext>
            </a:extLst>
          </p:cNvPr>
          <p:cNvSpPr/>
          <p:nvPr/>
        </p:nvSpPr>
        <p:spPr>
          <a:xfrm>
            <a:off x="9075761" y="143585"/>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ln/>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192024" tIns="109728" rIns="192024" bIns="109728" numCol="1" spcCol="1270" anchor="ctr" anchorCtr="0">
            <a:noAutofit/>
          </a:bodyPr>
          <a:lstStyle/>
          <a:p>
            <a:pPr lvl="0" algn="ctr" defTabSz="1200150">
              <a:lnSpc>
                <a:spcPct val="90000"/>
              </a:lnSpc>
              <a:spcBef>
                <a:spcPct val="0"/>
              </a:spcBef>
              <a:spcAft>
                <a:spcPct val="35000"/>
              </a:spcAft>
              <a:defRPr/>
            </a:pPr>
            <a:r>
              <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rPr>
              <a:t>EDRMS </a:t>
            </a:r>
            <a:r>
              <a:rPr lang="en-US" sz="1600" b="1" dirty="0"/>
              <a:t>Institutional File Plan insights </a:t>
            </a:r>
            <a:endPar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12" name="Rectangle: Rounded Corners 11">
            <a:extLst>
              <a:ext uri="{FF2B5EF4-FFF2-40B4-BE49-F238E27FC236}">
                <a16:creationId xmlns:a16="http://schemas.microsoft.com/office/drawing/2014/main" id="{6A0D151B-7497-DCDA-2C7C-CCB2868201D6}"/>
              </a:ext>
            </a:extLst>
          </p:cNvPr>
          <p:cNvSpPr/>
          <p:nvPr/>
        </p:nvSpPr>
        <p:spPr>
          <a:xfrm>
            <a:off x="125087" y="79420"/>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Institutional File Plan insights</a:t>
            </a:r>
          </a:p>
        </p:txBody>
      </p:sp>
      <p:graphicFrame>
        <p:nvGraphicFramePr>
          <p:cNvPr id="3" name="Table 2">
            <a:extLst>
              <a:ext uri="{FF2B5EF4-FFF2-40B4-BE49-F238E27FC236}">
                <a16:creationId xmlns:a16="http://schemas.microsoft.com/office/drawing/2014/main" id="{C5E7106E-5D9C-E1FB-6A0E-194C60B85CA3}"/>
              </a:ext>
            </a:extLst>
          </p:cNvPr>
          <p:cNvGraphicFramePr>
            <a:graphicFrameLocks noGrp="1"/>
          </p:cNvGraphicFramePr>
          <p:nvPr/>
        </p:nvGraphicFramePr>
        <p:xfrm>
          <a:off x="220619" y="1260098"/>
          <a:ext cx="11570330" cy="131064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EDRMS Institutional File Plan insights - </a:t>
                      </a:r>
                      <a:r>
                        <a:rPr lang="en-AU" sz="2000" b="1" dirty="0">
                          <a:solidFill>
                            <a:schemeClr val="accent1"/>
                          </a:solidFill>
                        </a:rPr>
                        <a:t>Administration</a:t>
                      </a:r>
                      <a:endParaRPr lang="en-AU" sz="2000" b="1"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terms </a:t>
                      </a:r>
                      <a:r>
                        <a:rPr lang="en-AU" sz="1800" b="1" kern="1200" dirty="0">
                          <a:solidFill>
                            <a:schemeClr val="accent1"/>
                          </a:solidFill>
                          <a:latin typeface="+mn-lt"/>
                          <a:ea typeface="+mn-ea"/>
                          <a:cs typeface="+mn-cs"/>
                        </a:rPr>
                        <a:t>(Top level)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libraries provisioned</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documents</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r>
                        <a:rPr lang="en-US" dirty="0"/>
                        <a:t>Total Number of records declared</a:t>
                      </a:r>
                    </a:p>
                  </a:txBody>
                  <a:tcPr/>
                </a:tc>
                <a:tc>
                  <a:txBody>
                    <a:bodyPr/>
                    <a:lstStyle/>
                    <a:p>
                      <a:r>
                        <a:rPr lang="en-US" dirty="0"/>
                        <a:t>Total Number of physical counterparts</a:t>
                      </a:r>
                    </a:p>
                  </a:txBody>
                  <a:tcPr/>
                </a:tc>
                <a:extLst>
                  <a:ext uri="{0D108BD9-81ED-4DB2-BD59-A6C34878D82A}">
                    <a16:rowId xmlns:a16="http://schemas.microsoft.com/office/drawing/2014/main" val="1407182121"/>
                  </a:ext>
                </a:extLst>
              </a:tr>
            </a:tbl>
          </a:graphicData>
        </a:graphic>
      </p:graphicFrame>
      <p:graphicFrame>
        <p:nvGraphicFramePr>
          <p:cNvPr id="14" name="Table 13">
            <a:extLst>
              <a:ext uri="{FF2B5EF4-FFF2-40B4-BE49-F238E27FC236}">
                <a16:creationId xmlns:a16="http://schemas.microsoft.com/office/drawing/2014/main" id="{C7D90EE2-7BFD-95BE-9CCF-AEFD48117B51}"/>
              </a:ext>
            </a:extLst>
          </p:cNvPr>
          <p:cNvGraphicFramePr>
            <a:graphicFrameLocks noGrp="1"/>
          </p:cNvGraphicFramePr>
          <p:nvPr/>
        </p:nvGraphicFramePr>
        <p:xfrm>
          <a:off x="744220" y="3081059"/>
          <a:ext cx="10719899" cy="1025907"/>
        </p:xfrm>
        <a:graphic>
          <a:graphicData uri="http://schemas.openxmlformats.org/drawingml/2006/table">
            <a:tbl>
              <a:tblPr firstRow="1" firstCol="1" bandRow="1"/>
              <a:tblGrid>
                <a:gridCol w="1608428">
                  <a:extLst>
                    <a:ext uri="{9D8B030D-6E8A-4147-A177-3AD203B41FA5}">
                      <a16:colId xmlns:a16="http://schemas.microsoft.com/office/drawing/2014/main" val="3611284804"/>
                    </a:ext>
                  </a:extLst>
                </a:gridCol>
                <a:gridCol w="1850430">
                  <a:extLst>
                    <a:ext uri="{9D8B030D-6E8A-4147-A177-3AD203B41FA5}">
                      <a16:colId xmlns:a16="http://schemas.microsoft.com/office/drawing/2014/main" val="974394680"/>
                    </a:ext>
                  </a:extLst>
                </a:gridCol>
                <a:gridCol w="1850430">
                  <a:extLst>
                    <a:ext uri="{9D8B030D-6E8A-4147-A177-3AD203B41FA5}">
                      <a16:colId xmlns:a16="http://schemas.microsoft.com/office/drawing/2014/main" val="1541412812"/>
                    </a:ext>
                  </a:extLst>
                </a:gridCol>
                <a:gridCol w="1786485">
                  <a:extLst>
                    <a:ext uri="{9D8B030D-6E8A-4147-A177-3AD203B41FA5}">
                      <a16:colId xmlns:a16="http://schemas.microsoft.com/office/drawing/2014/main" val="1270121581"/>
                    </a:ext>
                  </a:extLst>
                </a:gridCol>
                <a:gridCol w="1885844">
                  <a:extLst>
                    <a:ext uri="{9D8B030D-6E8A-4147-A177-3AD203B41FA5}">
                      <a16:colId xmlns:a16="http://schemas.microsoft.com/office/drawing/2014/main" val="442220271"/>
                    </a:ext>
                  </a:extLst>
                </a:gridCol>
                <a:gridCol w="1738282">
                  <a:extLst>
                    <a:ext uri="{9D8B030D-6E8A-4147-A177-3AD203B41FA5}">
                      <a16:colId xmlns:a16="http://schemas.microsoft.com/office/drawing/2014/main" val="34751620"/>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Term (Top level)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Departments / Offices / RMs provisioned</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libraries provisioned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695005427"/>
                  </a:ext>
                </a:extLst>
              </a:tr>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rPr>
                        <a:t> . Budgeting</a:t>
                      </a: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8">
                        <a:lumMod val="9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list</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351741260"/>
                  </a:ext>
                </a:extLst>
              </a:tr>
            </a:tbl>
          </a:graphicData>
        </a:graphic>
      </p:graphicFrame>
      <p:sp>
        <p:nvSpPr>
          <p:cNvPr id="6" name="Rectangle: Rounded Corners 5">
            <a:extLst>
              <a:ext uri="{FF2B5EF4-FFF2-40B4-BE49-F238E27FC236}">
                <a16:creationId xmlns:a16="http://schemas.microsoft.com/office/drawing/2014/main" id="{455B4BE5-C068-9E5E-C040-FC667FDBAA71}"/>
              </a:ext>
            </a:extLst>
          </p:cNvPr>
          <p:cNvSpPr/>
          <p:nvPr/>
        </p:nvSpPr>
        <p:spPr>
          <a:xfrm>
            <a:off x="5268037" y="4681181"/>
            <a:ext cx="6509940" cy="1733267"/>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Include indicators (no. of and list) for </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top most-used terms (usage pattern) in terms of documents created and records declared</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least-used and unused terms (candidates for review and deletion)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New libraries created outside convention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Request for new library creation and/or deletion?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Request for new term?</a:t>
            </a:r>
          </a:p>
        </p:txBody>
      </p:sp>
    </p:spTree>
    <p:extLst>
      <p:ext uri="{BB962C8B-B14F-4D97-AF65-F5344CB8AC3E}">
        <p14:creationId xmlns:p14="http://schemas.microsoft.com/office/powerpoint/2010/main" val="13356527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6EE26-AB95-E3AC-5B2D-51D81037692F}"/>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8CA8C23A-8856-A030-040C-2B404BC9327A}"/>
              </a:ext>
            </a:extLst>
          </p:cNvPr>
          <p:cNvSpPr/>
          <p:nvPr/>
        </p:nvSpPr>
        <p:spPr>
          <a:xfrm>
            <a:off x="125087" y="79420"/>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Institutional File Plan insights</a:t>
            </a:r>
          </a:p>
        </p:txBody>
      </p:sp>
      <p:graphicFrame>
        <p:nvGraphicFramePr>
          <p:cNvPr id="11" name="Table 10">
            <a:extLst>
              <a:ext uri="{FF2B5EF4-FFF2-40B4-BE49-F238E27FC236}">
                <a16:creationId xmlns:a16="http://schemas.microsoft.com/office/drawing/2014/main" id="{681840C4-45EC-35B1-3939-6DEBFB02D6E8}"/>
              </a:ext>
            </a:extLst>
          </p:cNvPr>
          <p:cNvGraphicFramePr>
            <a:graphicFrameLocks noGrp="1"/>
          </p:cNvGraphicFramePr>
          <p:nvPr/>
        </p:nvGraphicFramePr>
        <p:xfrm>
          <a:off x="220619" y="1260098"/>
          <a:ext cx="11570330" cy="131064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EDRMS Institutional File Plan insights - </a:t>
                      </a:r>
                      <a:r>
                        <a:rPr lang="en-AU" sz="2000" b="1" dirty="0">
                          <a:solidFill>
                            <a:schemeClr val="accent1"/>
                          </a:solidFill>
                        </a:rPr>
                        <a:t>People management</a:t>
                      </a:r>
                      <a:endParaRPr lang="en-AU" sz="2000" b="1"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terms </a:t>
                      </a:r>
                      <a:r>
                        <a:rPr lang="en-AU" sz="1800" b="1" kern="1200" dirty="0">
                          <a:solidFill>
                            <a:schemeClr val="accent1"/>
                          </a:solidFill>
                          <a:latin typeface="+mn-lt"/>
                          <a:ea typeface="+mn-ea"/>
                          <a:cs typeface="+mn-cs"/>
                        </a:rPr>
                        <a:t>(Top level)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libraries provisioned</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documents</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r>
                        <a:rPr lang="en-US" dirty="0"/>
                        <a:t>Total Number of records declared</a:t>
                      </a:r>
                    </a:p>
                  </a:txBody>
                  <a:tcPr/>
                </a:tc>
                <a:tc>
                  <a:txBody>
                    <a:bodyPr/>
                    <a:lstStyle/>
                    <a:p>
                      <a:r>
                        <a:rPr lang="en-US" dirty="0"/>
                        <a:t>Total Number of physical counterparts</a:t>
                      </a:r>
                    </a:p>
                  </a:txBody>
                  <a:tcPr/>
                </a:tc>
                <a:extLst>
                  <a:ext uri="{0D108BD9-81ED-4DB2-BD59-A6C34878D82A}">
                    <a16:rowId xmlns:a16="http://schemas.microsoft.com/office/drawing/2014/main" val="1407182121"/>
                  </a:ext>
                </a:extLst>
              </a:tr>
            </a:tbl>
          </a:graphicData>
        </a:graphic>
      </p:graphicFrame>
      <p:sp>
        <p:nvSpPr>
          <p:cNvPr id="14" name="Freeform: Shape 13">
            <a:hlinkClick r:id="rId2" action="ppaction://hlinksldjump"/>
            <a:extLst>
              <a:ext uri="{FF2B5EF4-FFF2-40B4-BE49-F238E27FC236}">
                <a16:creationId xmlns:a16="http://schemas.microsoft.com/office/drawing/2014/main" id="{E135CC09-19B1-E36D-FBA9-DFB5A43F1479}"/>
              </a:ext>
            </a:extLst>
          </p:cNvPr>
          <p:cNvSpPr/>
          <p:nvPr/>
        </p:nvSpPr>
        <p:spPr>
          <a:xfrm>
            <a:off x="9075761" y="143585"/>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ln/>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192024" tIns="109728" rIns="192024" bIns="109728" numCol="1" spcCol="1270" anchor="ctr" anchorCtr="0">
            <a:noAutofit/>
          </a:bodyPr>
          <a:lstStyle/>
          <a:p>
            <a:pPr lvl="0" algn="ctr" defTabSz="1200150">
              <a:lnSpc>
                <a:spcPct val="90000"/>
              </a:lnSpc>
              <a:spcBef>
                <a:spcPct val="0"/>
              </a:spcBef>
              <a:spcAft>
                <a:spcPct val="35000"/>
              </a:spcAft>
              <a:defRPr/>
            </a:pPr>
            <a:r>
              <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rPr>
              <a:t>EDRMS </a:t>
            </a:r>
            <a:r>
              <a:rPr lang="en-US" sz="1600" b="1" dirty="0"/>
              <a:t>Institutional File Plan insights </a:t>
            </a:r>
            <a:endPar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graphicFrame>
        <p:nvGraphicFramePr>
          <p:cNvPr id="16" name="Table 15">
            <a:extLst>
              <a:ext uri="{FF2B5EF4-FFF2-40B4-BE49-F238E27FC236}">
                <a16:creationId xmlns:a16="http://schemas.microsoft.com/office/drawing/2014/main" id="{AA918BFE-2A50-5330-00C1-06C247B4892F}"/>
              </a:ext>
            </a:extLst>
          </p:cNvPr>
          <p:cNvGraphicFramePr>
            <a:graphicFrameLocks noGrp="1"/>
          </p:cNvGraphicFramePr>
          <p:nvPr/>
        </p:nvGraphicFramePr>
        <p:xfrm>
          <a:off x="744220" y="3081059"/>
          <a:ext cx="10719899" cy="1286828"/>
        </p:xfrm>
        <a:graphic>
          <a:graphicData uri="http://schemas.openxmlformats.org/drawingml/2006/table">
            <a:tbl>
              <a:tblPr firstRow="1" firstCol="1" bandRow="1"/>
              <a:tblGrid>
                <a:gridCol w="1608428">
                  <a:extLst>
                    <a:ext uri="{9D8B030D-6E8A-4147-A177-3AD203B41FA5}">
                      <a16:colId xmlns:a16="http://schemas.microsoft.com/office/drawing/2014/main" val="3611284804"/>
                    </a:ext>
                  </a:extLst>
                </a:gridCol>
                <a:gridCol w="1850430">
                  <a:extLst>
                    <a:ext uri="{9D8B030D-6E8A-4147-A177-3AD203B41FA5}">
                      <a16:colId xmlns:a16="http://schemas.microsoft.com/office/drawing/2014/main" val="974394680"/>
                    </a:ext>
                  </a:extLst>
                </a:gridCol>
                <a:gridCol w="1850430">
                  <a:extLst>
                    <a:ext uri="{9D8B030D-6E8A-4147-A177-3AD203B41FA5}">
                      <a16:colId xmlns:a16="http://schemas.microsoft.com/office/drawing/2014/main" val="1541412812"/>
                    </a:ext>
                  </a:extLst>
                </a:gridCol>
                <a:gridCol w="1786485">
                  <a:extLst>
                    <a:ext uri="{9D8B030D-6E8A-4147-A177-3AD203B41FA5}">
                      <a16:colId xmlns:a16="http://schemas.microsoft.com/office/drawing/2014/main" val="1270121581"/>
                    </a:ext>
                  </a:extLst>
                </a:gridCol>
                <a:gridCol w="1885844">
                  <a:extLst>
                    <a:ext uri="{9D8B030D-6E8A-4147-A177-3AD203B41FA5}">
                      <a16:colId xmlns:a16="http://schemas.microsoft.com/office/drawing/2014/main" val="442220271"/>
                    </a:ext>
                  </a:extLst>
                </a:gridCol>
                <a:gridCol w="1738282">
                  <a:extLst>
                    <a:ext uri="{9D8B030D-6E8A-4147-A177-3AD203B41FA5}">
                      <a16:colId xmlns:a16="http://schemas.microsoft.com/office/drawing/2014/main" val="34751620"/>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Term (Top level)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Departments / Offices / RMs provisioned</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libraries provisioned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695005427"/>
                  </a:ext>
                </a:extLst>
              </a:tr>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rPr>
                        <a:t> . Learning and Development</a:t>
                      </a: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8">
                        <a:lumMod val="9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list</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351741260"/>
                  </a:ext>
                </a:extLst>
              </a:tr>
            </a:tbl>
          </a:graphicData>
        </a:graphic>
      </p:graphicFrame>
      <p:sp>
        <p:nvSpPr>
          <p:cNvPr id="5" name="Rectangle: Rounded Corners 4">
            <a:extLst>
              <a:ext uri="{FF2B5EF4-FFF2-40B4-BE49-F238E27FC236}">
                <a16:creationId xmlns:a16="http://schemas.microsoft.com/office/drawing/2014/main" id="{74E73F5D-B8D7-C01B-77DD-F2C2E0210AE8}"/>
              </a:ext>
            </a:extLst>
          </p:cNvPr>
          <p:cNvSpPr/>
          <p:nvPr/>
        </p:nvSpPr>
        <p:spPr>
          <a:xfrm>
            <a:off x="5268037" y="4681181"/>
            <a:ext cx="6509940" cy="1733267"/>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Include indicators (no. of and list) for </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top most-used terms (usage pattern) in terms of documents created and records declared</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least-used and unused terms (candidates for review and deletion)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New libraries created outside convention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Request for new library creation and/or deletion?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Request for new term?</a:t>
            </a:r>
          </a:p>
        </p:txBody>
      </p:sp>
    </p:spTree>
    <p:extLst>
      <p:ext uri="{BB962C8B-B14F-4D97-AF65-F5344CB8AC3E}">
        <p14:creationId xmlns:p14="http://schemas.microsoft.com/office/powerpoint/2010/main" val="37866131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7E059-90C7-B843-ED13-67F5CA9D1A6D}"/>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5C5A80CC-7C62-48FA-7780-3C185883700D}"/>
              </a:ext>
            </a:extLst>
          </p:cNvPr>
          <p:cNvSpPr/>
          <p:nvPr/>
        </p:nvSpPr>
        <p:spPr>
          <a:xfrm>
            <a:off x="125087" y="79420"/>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Institutional File Plan insights</a:t>
            </a:r>
          </a:p>
        </p:txBody>
      </p:sp>
      <p:graphicFrame>
        <p:nvGraphicFramePr>
          <p:cNvPr id="11" name="Table 10">
            <a:extLst>
              <a:ext uri="{FF2B5EF4-FFF2-40B4-BE49-F238E27FC236}">
                <a16:creationId xmlns:a16="http://schemas.microsoft.com/office/drawing/2014/main" id="{14BFF20D-5E08-C64E-3092-ED51356A183D}"/>
              </a:ext>
            </a:extLst>
          </p:cNvPr>
          <p:cNvGraphicFramePr>
            <a:graphicFrameLocks noGrp="1"/>
          </p:cNvGraphicFramePr>
          <p:nvPr/>
        </p:nvGraphicFramePr>
        <p:xfrm>
          <a:off x="220619" y="1260098"/>
          <a:ext cx="11570330" cy="131064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EDRMS Institutional File Plan insights - </a:t>
                      </a:r>
                      <a:r>
                        <a:rPr lang="en-AU" sz="2000" b="1" dirty="0">
                          <a:solidFill>
                            <a:schemeClr val="accent1"/>
                          </a:solidFill>
                        </a:rPr>
                        <a:t>Programs and operations terms</a:t>
                      </a:r>
                      <a:endParaRPr lang="en-AU" sz="2000" b="1"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terms </a:t>
                      </a:r>
                      <a:r>
                        <a:rPr lang="en-AU" sz="1800" b="1" kern="1200" dirty="0">
                          <a:solidFill>
                            <a:schemeClr val="accent1"/>
                          </a:solidFill>
                          <a:latin typeface="+mn-lt"/>
                          <a:ea typeface="+mn-ea"/>
                          <a:cs typeface="+mn-cs"/>
                        </a:rPr>
                        <a:t>(Top level)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libraries provisioned</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documents</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r>
                        <a:rPr lang="en-US" dirty="0"/>
                        <a:t>Total Number of records declared</a:t>
                      </a:r>
                    </a:p>
                  </a:txBody>
                  <a:tcPr/>
                </a:tc>
                <a:tc>
                  <a:txBody>
                    <a:bodyPr/>
                    <a:lstStyle/>
                    <a:p>
                      <a:r>
                        <a:rPr lang="en-US" dirty="0"/>
                        <a:t>Total Number of physical counterparts</a:t>
                      </a:r>
                    </a:p>
                  </a:txBody>
                  <a:tcPr/>
                </a:tc>
                <a:extLst>
                  <a:ext uri="{0D108BD9-81ED-4DB2-BD59-A6C34878D82A}">
                    <a16:rowId xmlns:a16="http://schemas.microsoft.com/office/drawing/2014/main" val="1407182121"/>
                  </a:ext>
                </a:extLst>
              </a:tr>
            </a:tbl>
          </a:graphicData>
        </a:graphic>
      </p:graphicFrame>
      <p:sp>
        <p:nvSpPr>
          <p:cNvPr id="14" name="Freeform: Shape 13">
            <a:hlinkClick r:id="rId2" action="ppaction://hlinksldjump"/>
            <a:extLst>
              <a:ext uri="{FF2B5EF4-FFF2-40B4-BE49-F238E27FC236}">
                <a16:creationId xmlns:a16="http://schemas.microsoft.com/office/drawing/2014/main" id="{FC0C2237-7C01-49AC-C443-9097879A4A3F}"/>
              </a:ext>
            </a:extLst>
          </p:cNvPr>
          <p:cNvSpPr/>
          <p:nvPr/>
        </p:nvSpPr>
        <p:spPr>
          <a:xfrm>
            <a:off x="9075761" y="143585"/>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ln/>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192024" tIns="109728" rIns="192024" bIns="109728" numCol="1" spcCol="1270" anchor="ctr" anchorCtr="0">
            <a:noAutofit/>
          </a:bodyPr>
          <a:lstStyle/>
          <a:p>
            <a:pPr lvl="0" algn="ctr" defTabSz="1200150">
              <a:lnSpc>
                <a:spcPct val="90000"/>
              </a:lnSpc>
              <a:spcBef>
                <a:spcPct val="0"/>
              </a:spcBef>
              <a:spcAft>
                <a:spcPct val="35000"/>
              </a:spcAft>
              <a:defRPr/>
            </a:pPr>
            <a:r>
              <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rPr>
              <a:t>EDRMS </a:t>
            </a:r>
            <a:r>
              <a:rPr lang="en-US" sz="1600" b="1" dirty="0"/>
              <a:t>Institutional File Plan insights </a:t>
            </a:r>
            <a:endPar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graphicFrame>
        <p:nvGraphicFramePr>
          <p:cNvPr id="3" name="Table 2">
            <a:extLst>
              <a:ext uri="{FF2B5EF4-FFF2-40B4-BE49-F238E27FC236}">
                <a16:creationId xmlns:a16="http://schemas.microsoft.com/office/drawing/2014/main" id="{67B1E652-9B71-ADFC-199A-A82B84625E96}"/>
              </a:ext>
            </a:extLst>
          </p:cNvPr>
          <p:cNvGraphicFramePr>
            <a:graphicFrameLocks noGrp="1"/>
          </p:cNvGraphicFramePr>
          <p:nvPr/>
        </p:nvGraphicFramePr>
        <p:xfrm>
          <a:off x="744220" y="3081059"/>
          <a:ext cx="10719899" cy="1286828"/>
        </p:xfrm>
        <a:graphic>
          <a:graphicData uri="http://schemas.openxmlformats.org/drawingml/2006/table">
            <a:tbl>
              <a:tblPr firstRow="1" firstCol="1" bandRow="1"/>
              <a:tblGrid>
                <a:gridCol w="1608428">
                  <a:extLst>
                    <a:ext uri="{9D8B030D-6E8A-4147-A177-3AD203B41FA5}">
                      <a16:colId xmlns:a16="http://schemas.microsoft.com/office/drawing/2014/main" val="3611284804"/>
                    </a:ext>
                  </a:extLst>
                </a:gridCol>
                <a:gridCol w="1850430">
                  <a:extLst>
                    <a:ext uri="{9D8B030D-6E8A-4147-A177-3AD203B41FA5}">
                      <a16:colId xmlns:a16="http://schemas.microsoft.com/office/drawing/2014/main" val="974394680"/>
                    </a:ext>
                  </a:extLst>
                </a:gridCol>
                <a:gridCol w="1850430">
                  <a:extLst>
                    <a:ext uri="{9D8B030D-6E8A-4147-A177-3AD203B41FA5}">
                      <a16:colId xmlns:a16="http://schemas.microsoft.com/office/drawing/2014/main" val="1541412812"/>
                    </a:ext>
                  </a:extLst>
                </a:gridCol>
                <a:gridCol w="1786485">
                  <a:extLst>
                    <a:ext uri="{9D8B030D-6E8A-4147-A177-3AD203B41FA5}">
                      <a16:colId xmlns:a16="http://schemas.microsoft.com/office/drawing/2014/main" val="1270121581"/>
                    </a:ext>
                  </a:extLst>
                </a:gridCol>
                <a:gridCol w="1885844">
                  <a:extLst>
                    <a:ext uri="{9D8B030D-6E8A-4147-A177-3AD203B41FA5}">
                      <a16:colId xmlns:a16="http://schemas.microsoft.com/office/drawing/2014/main" val="442220271"/>
                    </a:ext>
                  </a:extLst>
                </a:gridCol>
                <a:gridCol w="1738282">
                  <a:extLst>
                    <a:ext uri="{9D8B030D-6E8A-4147-A177-3AD203B41FA5}">
                      <a16:colId xmlns:a16="http://schemas.microsoft.com/office/drawing/2014/main" val="34751620"/>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Term (Top level)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Departments / Offices / RMs provisioned</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libraries provisioned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695005427"/>
                  </a:ext>
                </a:extLst>
              </a:tr>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rPr>
                        <a:t> . Portfolio Management</a:t>
                      </a: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8">
                        <a:lumMod val="9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list</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351741260"/>
                  </a:ext>
                </a:extLst>
              </a:tr>
            </a:tbl>
          </a:graphicData>
        </a:graphic>
      </p:graphicFrame>
      <p:sp>
        <p:nvSpPr>
          <p:cNvPr id="6" name="Rectangle: Rounded Corners 5">
            <a:extLst>
              <a:ext uri="{FF2B5EF4-FFF2-40B4-BE49-F238E27FC236}">
                <a16:creationId xmlns:a16="http://schemas.microsoft.com/office/drawing/2014/main" id="{F5689F50-D8A9-4032-E48D-271F825B0C5F}"/>
              </a:ext>
            </a:extLst>
          </p:cNvPr>
          <p:cNvSpPr/>
          <p:nvPr/>
        </p:nvSpPr>
        <p:spPr>
          <a:xfrm>
            <a:off x="5268037" y="4681181"/>
            <a:ext cx="6509940" cy="1733267"/>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Include indicators (no. of and list) for </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top most-used terms (usage pattern) in terms of documents created and records declared</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least-used and unused terms (candidates for review and deletion)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New libraries created outside convention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Request for new library creation and/or deletion?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Request for new term?</a:t>
            </a:r>
          </a:p>
        </p:txBody>
      </p:sp>
    </p:spTree>
    <p:extLst>
      <p:ext uri="{BB962C8B-B14F-4D97-AF65-F5344CB8AC3E}">
        <p14:creationId xmlns:p14="http://schemas.microsoft.com/office/powerpoint/2010/main" val="16383372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93B98-ED74-E0ED-DBAE-2C6C5B3811AF}"/>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45C6DBA8-80CA-5FEE-FEC3-4C3F1BAEE3FD}"/>
              </a:ext>
            </a:extLst>
          </p:cNvPr>
          <p:cNvSpPr/>
          <p:nvPr/>
        </p:nvSpPr>
        <p:spPr>
          <a:xfrm>
            <a:off x="125087" y="79420"/>
            <a:ext cx="3360448" cy="67376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buNone/>
            </a:pPr>
            <a:r>
              <a:rPr lang="en-US" sz="1400" dirty="0">
                <a:latin typeface="Arial" panose="020B0604020202020204" pitchFamily="34" charset="0"/>
                <a:cs typeface="Arial" panose="020B0604020202020204" pitchFamily="34" charset="0"/>
              </a:rPr>
              <a:t>Institutional File Plan insights</a:t>
            </a:r>
          </a:p>
        </p:txBody>
      </p:sp>
      <p:graphicFrame>
        <p:nvGraphicFramePr>
          <p:cNvPr id="11" name="Table 10">
            <a:extLst>
              <a:ext uri="{FF2B5EF4-FFF2-40B4-BE49-F238E27FC236}">
                <a16:creationId xmlns:a16="http://schemas.microsoft.com/office/drawing/2014/main" id="{EC88B362-0236-DEF6-618A-A9C06DD181F4}"/>
              </a:ext>
            </a:extLst>
          </p:cNvPr>
          <p:cNvGraphicFramePr>
            <a:graphicFrameLocks noGrp="1"/>
          </p:cNvGraphicFramePr>
          <p:nvPr/>
        </p:nvGraphicFramePr>
        <p:xfrm>
          <a:off x="220619" y="1260098"/>
          <a:ext cx="11570330" cy="131064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EDRMS Institutional File Plan insights - </a:t>
                      </a:r>
                      <a:r>
                        <a:rPr lang="en-AU" sz="2000" b="1" dirty="0">
                          <a:solidFill>
                            <a:schemeClr val="accent1"/>
                          </a:solidFill>
                        </a:rPr>
                        <a:t>Other terms</a:t>
                      </a:r>
                      <a:endParaRPr lang="en-AU" sz="2000" b="1"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terms </a:t>
                      </a:r>
                      <a:r>
                        <a:rPr lang="en-AU" sz="1800" b="1" kern="1200" dirty="0">
                          <a:solidFill>
                            <a:schemeClr val="accent1"/>
                          </a:solidFill>
                          <a:latin typeface="+mn-lt"/>
                          <a:ea typeface="+mn-ea"/>
                          <a:cs typeface="+mn-cs"/>
                        </a:rPr>
                        <a:t>(Top level)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libraries provisioned</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documents</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r>
                        <a:rPr lang="en-US" dirty="0"/>
                        <a:t>Total Number of records declared</a:t>
                      </a:r>
                    </a:p>
                  </a:txBody>
                  <a:tcPr/>
                </a:tc>
                <a:tc>
                  <a:txBody>
                    <a:bodyPr/>
                    <a:lstStyle/>
                    <a:p>
                      <a:r>
                        <a:rPr lang="en-US" dirty="0"/>
                        <a:t>Total Number of physical counterparts</a:t>
                      </a:r>
                    </a:p>
                  </a:txBody>
                  <a:tcPr/>
                </a:tc>
                <a:extLst>
                  <a:ext uri="{0D108BD9-81ED-4DB2-BD59-A6C34878D82A}">
                    <a16:rowId xmlns:a16="http://schemas.microsoft.com/office/drawing/2014/main" val="1407182121"/>
                  </a:ext>
                </a:extLst>
              </a:tr>
            </a:tbl>
          </a:graphicData>
        </a:graphic>
      </p:graphicFrame>
      <p:sp>
        <p:nvSpPr>
          <p:cNvPr id="14" name="Freeform: Shape 13">
            <a:hlinkClick r:id="rId2" action="ppaction://hlinksldjump"/>
            <a:extLst>
              <a:ext uri="{FF2B5EF4-FFF2-40B4-BE49-F238E27FC236}">
                <a16:creationId xmlns:a16="http://schemas.microsoft.com/office/drawing/2014/main" id="{A5142679-49EA-FED4-7458-67BED4338863}"/>
              </a:ext>
            </a:extLst>
          </p:cNvPr>
          <p:cNvSpPr/>
          <p:nvPr/>
        </p:nvSpPr>
        <p:spPr>
          <a:xfrm>
            <a:off x="9075761" y="143585"/>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ln/>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192024" tIns="109728" rIns="192024" bIns="109728" numCol="1" spcCol="1270" anchor="ctr" anchorCtr="0">
            <a:noAutofit/>
          </a:bodyPr>
          <a:lstStyle/>
          <a:p>
            <a:pPr lvl="0" algn="ctr" defTabSz="1200150">
              <a:lnSpc>
                <a:spcPct val="90000"/>
              </a:lnSpc>
              <a:spcBef>
                <a:spcPct val="0"/>
              </a:spcBef>
              <a:spcAft>
                <a:spcPct val="35000"/>
              </a:spcAft>
              <a:defRPr/>
            </a:pPr>
            <a:r>
              <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rPr>
              <a:t>EDRMS </a:t>
            </a:r>
            <a:r>
              <a:rPr lang="en-US" sz="1600" b="1" dirty="0"/>
              <a:t>Institutional File Plan insights </a:t>
            </a:r>
            <a:endParaRPr kumimoji="0" lang="en-AU" sz="16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graphicFrame>
        <p:nvGraphicFramePr>
          <p:cNvPr id="3" name="Table 2">
            <a:extLst>
              <a:ext uri="{FF2B5EF4-FFF2-40B4-BE49-F238E27FC236}">
                <a16:creationId xmlns:a16="http://schemas.microsoft.com/office/drawing/2014/main" id="{861097C2-E861-0BC7-AC9C-F21B311A6242}"/>
              </a:ext>
            </a:extLst>
          </p:cNvPr>
          <p:cNvGraphicFramePr>
            <a:graphicFrameLocks noGrp="1"/>
          </p:cNvGraphicFramePr>
          <p:nvPr/>
        </p:nvGraphicFramePr>
        <p:xfrm>
          <a:off x="744220" y="3081059"/>
          <a:ext cx="10719899" cy="1286828"/>
        </p:xfrm>
        <a:graphic>
          <a:graphicData uri="http://schemas.openxmlformats.org/drawingml/2006/table">
            <a:tbl>
              <a:tblPr firstRow="1" firstCol="1" bandRow="1"/>
              <a:tblGrid>
                <a:gridCol w="1608428">
                  <a:extLst>
                    <a:ext uri="{9D8B030D-6E8A-4147-A177-3AD203B41FA5}">
                      <a16:colId xmlns:a16="http://schemas.microsoft.com/office/drawing/2014/main" val="3611284804"/>
                    </a:ext>
                  </a:extLst>
                </a:gridCol>
                <a:gridCol w="1850430">
                  <a:extLst>
                    <a:ext uri="{9D8B030D-6E8A-4147-A177-3AD203B41FA5}">
                      <a16:colId xmlns:a16="http://schemas.microsoft.com/office/drawing/2014/main" val="974394680"/>
                    </a:ext>
                  </a:extLst>
                </a:gridCol>
                <a:gridCol w="1850430">
                  <a:extLst>
                    <a:ext uri="{9D8B030D-6E8A-4147-A177-3AD203B41FA5}">
                      <a16:colId xmlns:a16="http://schemas.microsoft.com/office/drawing/2014/main" val="1541412812"/>
                    </a:ext>
                  </a:extLst>
                </a:gridCol>
                <a:gridCol w="1786485">
                  <a:extLst>
                    <a:ext uri="{9D8B030D-6E8A-4147-A177-3AD203B41FA5}">
                      <a16:colId xmlns:a16="http://schemas.microsoft.com/office/drawing/2014/main" val="1270121581"/>
                    </a:ext>
                  </a:extLst>
                </a:gridCol>
                <a:gridCol w="1885844">
                  <a:extLst>
                    <a:ext uri="{9D8B030D-6E8A-4147-A177-3AD203B41FA5}">
                      <a16:colId xmlns:a16="http://schemas.microsoft.com/office/drawing/2014/main" val="442220271"/>
                    </a:ext>
                  </a:extLst>
                </a:gridCol>
                <a:gridCol w="1738282">
                  <a:extLst>
                    <a:ext uri="{9D8B030D-6E8A-4147-A177-3AD203B41FA5}">
                      <a16:colId xmlns:a16="http://schemas.microsoft.com/office/drawing/2014/main" val="34751620"/>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Term (Top level)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Departments / Offices / RMs provisioned</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libraries provisioned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695005427"/>
                  </a:ext>
                </a:extLst>
              </a:tr>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rPr>
                        <a:t> . Photos and Audiovisual</a:t>
                      </a: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8">
                        <a:lumMod val="9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list</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351741260"/>
                  </a:ext>
                </a:extLst>
              </a:tr>
            </a:tbl>
          </a:graphicData>
        </a:graphic>
      </p:graphicFrame>
      <p:sp>
        <p:nvSpPr>
          <p:cNvPr id="6" name="Rectangle: Rounded Corners 5">
            <a:extLst>
              <a:ext uri="{FF2B5EF4-FFF2-40B4-BE49-F238E27FC236}">
                <a16:creationId xmlns:a16="http://schemas.microsoft.com/office/drawing/2014/main" id="{F6F0059C-F934-1C27-0C02-52E04699F14C}"/>
              </a:ext>
            </a:extLst>
          </p:cNvPr>
          <p:cNvSpPr/>
          <p:nvPr/>
        </p:nvSpPr>
        <p:spPr>
          <a:xfrm>
            <a:off x="5268037" y="4681181"/>
            <a:ext cx="6509940" cy="1733267"/>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Include indicators (no. of and list) for </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top most-used terms (usage pattern) in terms of documents created and records declared</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least-used and unused terms (candidates for review and deletion)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New libraries created outside convention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Request for new library creation and/or deletion?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Request for new term?</a:t>
            </a:r>
          </a:p>
        </p:txBody>
      </p:sp>
    </p:spTree>
    <p:extLst>
      <p:ext uri="{BB962C8B-B14F-4D97-AF65-F5344CB8AC3E}">
        <p14:creationId xmlns:p14="http://schemas.microsoft.com/office/powerpoint/2010/main" val="15585063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99F11FB3-97E0-5191-F90B-BD62108E8D30}"/>
              </a:ext>
            </a:extLst>
          </p:cNvPr>
          <p:cNvSpPr/>
          <p:nvPr/>
        </p:nvSpPr>
        <p:spPr>
          <a:xfrm>
            <a:off x="220620" y="186395"/>
            <a:ext cx="9629233"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defTabSz="1200150" eaLnBrk="1" fontAlgn="auto" latinLnBrk="0" hangingPunct="1">
              <a:lnSpc>
                <a:spcPct val="90000"/>
              </a:lnSpc>
              <a:spcBef>
                <a:spcPct val="0"/>
              </a:spcBef>
              <a:spcAft>
                <a:spcPct val="35000"/>
              </a:spcAft>
              <a:buClrTx/>
              <a:buSzTx/>
              <a:buFontTx/>
              <a:buNone/>
              <a:tabLst/>
              <a:defRPr/>
            </a:pPr>
            <a:r>
              <a:rPr kumimoji="0" lang="en-US" sz="2700" b="0" i="0" u="none" strike="noStrike" kern="0" cap="none" spc="0" normalizeH="0" baseline="0" noProof="0" dirty="0">
                <a:ln>
                  <a:noFill/>
                </a:ln>
                <a:solidFill>
                  <a:prstClr val="white"/>
                </a:solidFill>
                <a:effectLst/>
                <a:uLnTx/>
                <a:uFillTx/>
                <a:latin typeface="Aptos" panose="02110004020202020204"/>
                <a:ea typeface="+mn-ea"/>
                <a:cs typeface="+mn-cs"/>
              </a:rPr>
              <a:t>BPMSD - Budget, People, and Management Systems Department</a:t>
            </a:r>
          </a:p>
        </p:txBody>
      </p:sp>
      <p:graphicFrame>
        <p:nvGraphicFramePr>
          <p:cNvPr id="7" name="Table 6">
            <a:extLst>
              <a:ext uri="{FF2B5EF4-FFF2-40B4-BE49-F238E27FC236}">
                <a16:creationId xmlns:a16="http://schemas.microsoft.com/office/drawing/2014/main" id="{649AC049-BC05-DF65-7AA8-C0A4AC64D145}"/>
              </a:ext>
            </a:extLst>
          </p:cNvPr>
          <p:cNvGraphicFramePr>
            <a:graphicFrameLocks noGrp="1"/>
          </p:cNvGraphicFramePr>
          <p:nvPr/>
        </p:nvGraphicFramePr>
        <p:xfrm>
          <a:off x="220619" y="1260097"/>
          <a:ext cx="11570328" cy="1531763"/>
        </p:xfrm>
        <a:graphic>
          <a:graphicData uri="http://schemas.openxmlformats.org/drawingml/2006/table">
            <a:tbl>
              <a:tblPr firstRow="1" bandRow="1">
                <a:tableStyleId>{5940675A-B579-460E-94D1-54222C63F5DA}</a:tableStyleId>
              </a:tblPr>
              <a:tblGrid>
                <a:gridCol w="1652904">
                  <a:extLst>
                    <a:ext uri="{9D8B030D-6E8A-4147-A177-3AD203B41FA5}">
                      <a16:colId xmlns:a16="http://schemas.microsoft.com/office/drawing/2014/main" val="1829071732"/>
                    </a:ext>
                  </a:extLst>
                </a:gridCol>
                <a:gridCol w="1652904">
                  <a:extLst>
                    <a:ext uri="{9D8B030D-6E8A-4147-A177-3AD203B41FA5}">
                      <a16:colId xmlns:a16="http://schemas.microsoft.com/office/drawing/2014/main" val="1067703856"/>
                    </a:ext>
                  </a:extLst>
                </a:gridCol>
                <a:gridCol w="1652904">
                  <a:extLst>
                    <a:ext uri="{9D8B030D-6E8A-4147-A177-3AD203B41FA5}">
                      <a16:colId xmlns:a16="http://schemas.microsoft.com/office/drawing/2014/main" val="2117566071"/>
                    </a:ext>
                  </a:extLst>
                </a:gridCol>
                <a:gridCol w="1652904">
                  <a:extLst>
                    <a:ext uri="{9D8B030D-6E8A-4147-A177-3AD203B41FA5}">
                      <a16:colId xmlns:a16="http://schemas.microsoft.com/office/drawing/2014/main" val="2734345373"/>
                    </a:ext>
                  </a:extLst>
                </a:gridCol>
                <a:gridCol w="1652904">
                  <a:extLst>
                    <a:ext uri="{9D8B030D-6E8A-4147-A177-3AD203B41FA5}">
                      <a16:colId xmlns:a16="http://schemas.microsoft.com/office/drawing/2014/main" val="2791150227"/>
                    </a:ext>
                  </a:extLst>
                </a:gridCol>
                <a:gridCol w="1791625">
                  <a:extLst>
                    <a:ext uri="{9D8B030D-6E8A-4147-A177-3AD203B41FA5}">
                      <a16:colId xmlns:a16="http://schemas.microsoft.com/office/drawing/2014/main" val="1391208075"/>
                    </a:ext>
                  </a:extLst>
                </a:gridCol>
                <a:gridCol w="1514183">
                  <a:extLst>
                    <a:ext uri="{9D8B030D-6E8A-4147-A177-3AD203B41FA5}">
                      <a16:colId xmlns:a16="http://schemas.microsoft.com/office/drawing/2014/main" val="3911677418"/>
                    </a:ext>
                  </a:extLst>
                </a:gridCol>
              </a:tblGrid>
              <a:tr h="431732">
                <a:tc grid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t>Go-Live date: [Year Month Date]</a:t>
                      </a:r>
                    </a:p>
                  </a:txBody>
                  <a:tcPr/>
                </a:tc>
                <a:tc hMerge="1">
                  <a:txBody>
                    <a:bodyPr/>
                    <a:lstStyle/>
                    <a:p>
                      <a:endParaRPr lang="en-PH" dirty="0"/>
                    </a:p>
                  </a:txBody>
                  <a:tcPr/>
                </a:tc>
                <a:tc hMerge="1">
                  <a:txBody>
                    <a:bodyPr/>
                    <a:lstStyle/>
                    <a:p>
                      <a:endParaRPr lang="en-PH"/>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11000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200" b="1" dirty="0">
                          <a:solidFill>
                            <a:schemeClr val="accent1"/>
                          </a:solidFill>
                          <a:hlinkClick r:id="rId2" action="ppaction://hlinksldjump"/>
                        </a:rPr>
                        <a:t>Total number of sites</a:t>
                      </a:r>
                      <a:r>
                        <a:rPr lang="en-AU" sz="1200" b="1" dirty="0">
                          <a:solidFill>
                            <a:schemeClr val="accent1"/>
                          </a:solidFill>
                        </a:rPr>
                        <a:t> created</a:t>
                      </a: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200" b="1" kern="1200" dirty="0">
                          <a:solidFill>
                            <a:schemeClr val="accent1"/>
                          </a:solidFill>
                          <a:latin typeface="+mn-lt"/>
                          <a:ea typeface="+mn-ea"/>
                          <a:cs typeface="+mn-cs"/>
                          <a:hlinkClick r:id="rId3" action="ppaction://hlinksldjump">
                            <a:extLst>
                              <a:ext uri="{A12FA001-AC4F-418D-AE19-62706E023703}">
                                <ahyp:hlinkClr xmlns:ahyp="http://schemas.microsoft.com/office/drawing/2018/hyperlinkcolor" val="tx"/>
                              </a:ext>
                            </a:extLst>
                          </a:hlinkClick>
                        </a:rPr>
                        <a:t>Total number of EDRMS users</a:t>
                      </a:r>
                      <a:endParaRPr lang="en-AU" sz="1200" b="1" kern="1200" dirty="0">
                        <a:solidFill>
                          <a:schemeClr val="accent1"/>
                        </a:solidFill>
                        <a:latin typeface="+mn-lt"/>
                        <a:ea typeface="+mn-ea"/>
                        <a:cs typeface="+mn-cs"/>
                      </a:endParaRP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1"/>
                          </a:solidFill>
                          <a:latin typeface="+mn-lt"/>
                          <a:ea typeface="+mn-ea"/>
                          <a:cs typeface="+mn-cs"/>
                          <a:hlinkClick r:id="rId4" action="ppaction://hlinksldjump">
                            <a:extLst>
                              <a:ext uri="{A12FA001-AC4F-418D-AE19-62706E023703}">
                                <ahyp:hlinkClr xmlns:ahyp="http://schemas.microsoft.com/office/drawing/2018/hyperlinkcolor" val="tx"/>
                              </a:ext>
                            </a:extLst>
                          </a:hlinkClick>
                        </a:rPr>
                        <a:t>Total number of site visitors</a:t>
                      </a:r>
                      <a:endParaRPr lang="en-US" sz="1200" b="1" kern="1200" dirty="0">
                        <a:solidFill>
                          <a:schemeClr val="accent1"/>
                        </a:solidFill>
                        <a:latin typeface="+mn-lt"/>
                        <a:ea typeface="+mn-ea"/>
                        <a:cs typeface="+mn-cs"/>
                      </a:endParaRP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1"/>
                          </a:solidFill>
                          <a:latin typeface="+mn-lt"/>
                          <a:ea typeface="+mn-ea"/>
                          <a:cs typeface="+mn-cs"/>
                          <a:hlinkClick r:id="rId5" action="ppaction://hlinksldjump">
                            <a:extLst>
                              <a:ext uri="{A12FA001-AC4F-418D-AE19-62706E023703}">
                                <ahyp:hlinkClr xmlns:ahyp="http://schemas.microsoft.com/office/drawing/2018/hyperlinkcolor" val="tx"/>
                              </a:ext>
                            </a:extLst>
                          </a:hlinkClick>
                        </a:rPr>
                        <a:t>Total number of documents in EDRMS</a:t>
                      </a:r>
                      <a:endParaRPr lang="en-US" sz="1200" b="1" kern="1200" dirty="0">
                        <a:solidFill>
                          <a:schemeClr val="accent1"/>
                        </a:solidFill>
                        <a:latin typeface="+mn-lt"/>
                        <a:ea typeface="+mn-ea"/>
                        <a:cs typeface="+mn-cs"/>
                      </a:endParaRP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1"/>
                          </a:solidFill>
                          <a:latin typeface="+mn-lt"/>
                          <a:ea typeface="+mn-ea"/>
                          <a:cs typeface="+mn-cs"/>
                          <a:hlinkClick r:id="rId6" action="ppaction://hlinksldjump">
                            <a:extLst>
                              <a:ext uri="{A12FA001-AC4F-418D-AE19-62706E023703}">
                                <ahyp:hlinkClr xmlns:ahyp="http://schemas.microsoft.com/office/drawing/2018/hyperlinkcolor" val="tx"/>
                              </a:ext>
                            </a:extLst>
                          </a:hlinkClick>
                        </a:rPr>
                        <a:t>Total number of records declared in EDRMS</a:t>
                      </a:r>
                      <a:endParaRPr lang="en-US" sz="1200" b="1" kern="1200" dirty="0">
                        <a:solidFill>
                          <a:schemeClr val="accent1"/>
                        </a:solidFill>
                        <a:latin typeface="+mn-lt"/>
                        <a:ea typeface="+mn-ea"/>
                        <a:cs typeface="+mn-cs"/>
                      </a:endParaRP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1"/>
                          </a:solidFill>
                          <a:latin typeface="+mn-lt"/>
                          <a:ea typeface="+mn-ea"/>
                          <a:cs typeface="+mn-cs"/>
                          <a:hlinkClick r:id="rId7" action="ppaction://hlinksldjump">
                            <a:extLst>
                              <a:ext uri="{A12FA001-AC4F-418D-AE19-62706E023703}">
                                <ahyp:hlinkClr xmlns:ahyp="http://schemas.microsoft.com/office/drawing/2018/hyperlinkcolor" val="tx"/>
                              </a:ext>
                            </a:extLst>
                          </a:hlinkClick>
                        </a:rPr>
                        <a:t>Total number of physical counterparts identified</a:t>
                      </a:r>
                      <a:endParaRPr lang="en-US" sz="1200" b="1" kern="1200" dirty="0">
                        <a:solidFill>
                          <a:schemeClr val="accent1"/>
                        </a:solidFill>
                        <a:latin typeface="+mn-lt"/>
                        <a:ea typeface="+mn-ea"/>
                        <a:cs typeface="+mn-cs"/>
                      </a:endParaRP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1"/>
                          </a:solidFill>
                          <a:latin typeface="+mn-lt"/>
                          <a:ea typeface="+mn-ea"/>
                          <a:cs typeface="+mn-cs"/>
                          <a:hlinkClick r:id="rId8" action="ppaction://hlinksldjump">
                            <a:extLst>
                              <a:ext uri="{A12FA001-AC4F-418D-AE19-62706E023703}">
                                <ahyp:hlinkClr xmlns:ahyp="http://schemas.microsoft.com/office/drawing/2018/hyperlinkcolor" val="tx"/>
                              </a:ext>
                            </a:extLst>
                          </a:hlinkClick>
                        </a:rPr>
                        <a:t>Total number of records due for disposal</a:t>
                      </a:r>
                      <a:endParaRPr lang="en-US" sz="1200" b="1" kern="1200" dirty="0">
                        <a:solidFill>
                          <a:schemeClr val="accent1"/>
                        </a:solidFill>
                        <a:latin typeface="+mn-lt"/>
                        <a:ea typeface="+mn-ea"/>
                        <a:cs typeface="+mn-cs"/>
                      </a:endParaRPr>
                    </a:p>
                  </a:txBody>
                  <a:tcPr anchor="b"/>
                </a:tc>
                <a:extLst>
                  <a:ext uri="{0D108BD9-81ED-4DB2-BD59-A6C34878D82A}">
                    <a16:rowId xmlns:a16="http://schemas.microsoft.com/office/drawing/2014/main" val="1407182121"/>
                  </a:ext>
                </a:extLst>
              </a:tr>
            </a:tbl>
          </a:graphicData>
        </a:graphic>
      </p:graphicFrame>
      <p:sp>
        <p:nvSpPr>
          <p:cNvPr id="11" name="Callout: Line 10">
            <a:extLst>
              <a:ext uri="{FF2B5EF4-FFF2-40B4-BE49-F238E27FC236}">
                <a16:creationId xmlns:a16="http://schemas.microsoft.com/office/drawing/2014/main" id="{14B92785-FCD0-309E-0BA5-A96CCF633F1D}"/>
              </a:ext>
            </a:extLst>
          </p:cNvPr>
          <p:cNvSpPr/>
          <p:nvPr/>
        </p:nvSpPr>
        <p:spPr>
          <a:xfrm>
            <a:off x="6618083" y="681429"/>
            <a:ext cx="5461621" cy="433138"/>
          </a:xfrm>
          <a:prstGeom prst="borderCallout1">
            <a:avLst>
              <a:gd name="adj1" fmla="val 13059"/>
              <a:gd name="adj2" fmla="val -3340"/>
              <a:gd name="adj3" fmla="val 305749"/>
              <a:gd name="adj4" fmla="val -8767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AU" i="1" dirty="0">
                <a:latin typeface="Aptos" panose="020B0004020202020204" pitchFamily="34" charset="0"/>
                <a:ea typeface="Aptos" panose="020B0004020202020204" pitchFamily="34" charset="0"/>
                <a:cs typeface="Times New Roman" panose="02020603050405020304" pitchFamily="18" charset="0"/>
              </a:rPr>
              <a:t>Note: Clickable top panel stats to show data</a:t>
            </a:r>
            <a:endParaRPr lang="en-AU" i="1" dirty="0"/>
          </a:p>
        </p:txBody>
      </p:sp>
      <p:pic>
        <p:nvPicPr>
          <p:cNvPr id="16" name="Picture 15">
            <a:extLst>
              <a:ext uri="{FF2B5EF4-FFF2-40B4-BE49-F238E27FC236}">
                <a16:creationId xmlns:a16="http://schemas.microsoft.com/office/drawing/2014/main" id="{CC4C2C34-FD2C-B65D-5758-8566A2028A95}"/>
              </a:ext>
            </a:extLst>
          </p:cNvPr>
          <p:cNvPicPr>
            <a:picLocks noChangeAspect="1"/>
          </p:cNvPicPr>
          <p:nvPr/>
        </p:nvPicPr>
        <p:blipFill>
          <a:blip r:embed="rId9"/>
          <a:stretch>
            <a:fillRect/>
          </a:stretch>
        </p:blipFill>
        <p:spPr>
          <a:xfrm>
            <a:off x="7055893" y="2915291"/>
            <a:ext cx="4735054" cy="1664938"/>
          </a:xfrm>
          <a:prstGeom prst="rect">
            <a:avLst/>
          </a:prstGeom>
          <a:ln>
            <a:solidFill>
              <a:schemeClr val="tx1"/>
            </a:solidFill>
          </a:ln>
        </p:spPr>
      </p:pic>
      <p:pic>
        <p:nvPicPr>
          <p:cNvPr id="20" name="Picture 19">
            <a:extLst>
              <a:ext uri="{FF2B5EF4-FFF2-40B4-BE49-F238E27FC236}">
                <a16:creationId xmlns:a16="http://schemas.microsoft.com/office/drawing/2014/main" id="{5BE93797-6621-DC02-0A7B-20E8F90125E5}"/>
              </a:ext>
            </a:extLst>
          </p:cNvPr>
          <p:cNvPicPr>
            <a:picLocks noChangeAspect="1"/>
          </p:cNvPicPr>
          <p:nvPr/>
        </p:nvPicPr>
        <p:blipFill>
          <a:blip r:embed="rId10"/>
          <a:stretch>
            <a:fillRect/>
          </a:stretch>
        </p:blipFill>
        <p:spPr>
          <a:xfrm>
            <a:off x="4591183" y="4855687"/>
            <a:ext cx="3042370" cy="1831094"/>
          </a:xfrm>
          <a:prstGeom prst="rect">
            <a:avLst/>
          </a:prstGeom>
          <a:ln>
            <a:solidFill>
              <a:schemeClr val="tx1"/>
            </a:solidFill>
          </a:ln>
        </p:spPr>
      </p:pic>
      <p:pic>
        <p:nvPicPr>
          <p:cNvPr id="24" name="Picture 23">
            <a:extLst>
              <a:ext uri="{FF2B5EF4-FFF2-40B4-BE49-F238E27FC236}">
                <a16:creationId xmlns:a16="http://schemas.microsoft.com/office/drawing/2014/main" id="{C3D730C5-A6FB-D3EA-8B70-1B94BAFF9C56}"/>
              </a:ext>
            </a:extLst>
          </p:cNvPr>
          <p:cNvPicPr>
            <a:picLocks noChangeAspect="1"/>
          </p:cNvPicPr>
          <p:nvPr/>
        </p:nvPicPr>
        <p:blipFill>
          <a:blip r:embed="rId11"/>
          <a:srcRect l="10613" r="12801"/>
          <a:stretch>
            <a:fillRect/>
          </a:stretch>
        </p:blipFill>
        <p:spPr>
          <a:xfrm>
            <a:off x="4561120" y="2915291"/>
            <a:ext cx="2347415" cy="1844763"/>
          </a:xfrm>
          <a:prstGeom prst="rect">
            <a:avLst/>
          </a:prstGeom>
          <a:ln>
            <a:solidFill>
              <a:schemeClr val="tx1"/>
            </a:solidFill>
          </a:ln>
        </p:spPr>
      </p:pic>
      <p:pic>
        <p:nvPicPr>
          <p:cNvPr id="26" name="Picture 25">
            <a:extLst>
              <a:ext uri="{FF2B5EF4-FFF2-40B4-BE49-F238E27FC236}">
                <a16:creationId xmlns:a16="http://schemas.microsoft.com/office/drawing/2014/main" id="{86D40CC7-F403-BE73-72E7-529630F81C75}"/>
              </a:ext>
            </a:extLst>
          </p:cNvPr>
          <p:cNvPicPr>
            <a:picLocks noChangeAspect="1"/>
          </p:cNvPicPr>
          <p:nvPr/>
        </p:nvPicPr>
        <p:blipFill>
          <a:blip r:embed="rId12"/>
          <a:stretch>
            <a:fillRect/>
          </a:stretch>
        </p:blipFill>
        <p:spPr>
          <a:xfrm>
            <a:off x="8206665" y="4675862"/>
            <a:ext cx="3584282" cy="2154383"/>
          </a:xfrm>
          <a:prstGeom prst="rect">
            <a:avLst/>
          </a:prstGeom>
          <a:ln>
            <a:solidFill>
              <a:schemeClr val="tx1"/>
            </a:solidFill>
          </a:ln>
        </p:spPr>
      </p:pic>
      <p:graphicFrame>
        <p:nvGraphicFramePr>
          <p:cNvPr id="27" name="Table 26">
            <a:extLst>
              <a:ext uri="{FF2B5EF4-FFF2-40B4-BE49-F238E27FC236}">
                <a16:creationId xmlns:a16="http://schemas.microsoft.com/office/drawing/2014/main" id="{847D0D02-8DE4-75B4-2D9E-70CCADF80691}"/>
              </a:ext>
            </a:extLst>
          </p:cNvPr>
          <p:cNvGraphicFramePr>
            <a:graphicFrameLocks noGrp="1"/>
          </p:cNvGraphicFramePr>
          <p:nvPr/>
        </p:nvGraphicFramePr>
        <p:xfrm>
          <a:off x="220620" y="2965189"/>
          <a:ext cx="4078425" cy="1378893"/>
        </p:xfrm>
        <a:graphic>
          <a:graphicData uri="http://schemas.openxmlformats.org/drawingml/2006/table">
            <a:tbl>
              <a:tblPr firstRow="1" bandRow="1">
                <a:tableStyleId>{5940675A-B579-460E-94D1-54222C63F5DA}</a:tableStyleId>
              </a:tblPr>
              <a:tblGrid>
                <a:gridCol w="4078425">
                  <a:extLst>
                    <a:ext uri="{9D8B030D-6E8A-4147-A177-3AD203B41FA5}">
                      <a16:colId xmlns:a16="http://schemas.microsoft.com/office/drawing/2014/main" val="1066216774"/>
                    </a:ext>
                  </a:extLst>
                </a:gridCol>
              </a:tblGrid>
              <a:tr h="5559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hlinkClick r:id="rId13"/>
                        </a:rPr>
                        <a:t>Approved SharePoint site, library, and folder convention</a:t>
                      </a:r>
                      <a:endParaRPr lang="en-PH" sz="1200" b="1" dirty="0"/>
                    </a:p>
                    <a:p>
                      <a:pPr marL="0" indent="0">
                        <a:buFont typeface="Arial" panose="020B0604020202020204" pitchFamily="34" charset="0"/>
                        <a:buNone/>
                      </a:pPr>
                      <a:r>
                        <a:rPr lang="en-US" sz="1200" dirty="0"/>
                        <a:t>Date of approval | Last updated | Version no.</a:t>
                      </a:r>
                    </a:p>
                  </a:txBody>
                  <a:tcPr/>
                </a:tc>
                <a:extLst>
                  <a:ext uri="{0D108BD9-81ED-4DB2-BD59-A6C34878D82A}">
                    <a16:rowId xmlns:a16="http://schemas.microsoft.com/office/drawing/2014/main" val="4242586858"/>
                  </a:ext>
                </a:extLst>
              </a:tr>
              <a:tr h="806655">
                <a:tc>
                  <a:txBody>
                    <a:bodyPr/>
                    <a:lstStyle/>
                    <a:p>
                      <a:r>
                        <a:rPr lang="en-US" sz="1200" b="1" dirty="0"/>
                        <a:t>List of SharePoint sites and Library Usage</a:t>
                      </a:r>
                    </a:p>
                    <a:p>
                      <a:pPr marL="285750" indent="-285750">
                        <a:buFont typeface="Arial" panose="020B0604020202020204" pitchFamily="34" charset="0"/>
                        <a:buChar char="•"/>
                      </a:pPr>
                      <a:r>
                        <a:rPr lang="en-AU" sz="1200" dirty="0">
                          <a:hlinkClick r:id="rId14" action="ppaction://hlinksldjump"/>
                        </a:rPr>
                        <a:t>Institutional Management</a:t>
                      </a:r>
                      <a:r>
                        <a:rPr lang="en-US" sz="1200" dirty="0">
                          <a:hlinkClick r:id="rId14" action="ppaction://hlinksldjump"/>
                        </a:rPr>
                        <a:t> </a:t>
                      </a:r>
                      <a:endParaRPr lang="en-US" sz="1200" dirty="0"/>
                    </a:p>
                    <a:p>
                      <a:pPr marL="285750" indent="-285750">
                        <a:buFont typeface="Arial" panose="020B0604020202020204" pitchFamily="34" charset="0"/>
                        <a:buChar char="•"/>
                      </a:pPr>
                      <a:r>
                        <a:rPr lang="en-US" sz="1200" dirty="0"/>
                        <a:t>Site 2</a:t>
                      </a:r>
                    </a:p>
                    <a:p>
                      <a:pPr marL="285750" indent="-285750">
                        <a:buFont typeface="Arial" panose="020B0604020202020204" pitchFamily="34" charset="0"/>
                        <a:buChar char="•"/>
                      </a:pPr>
                      <a:r>
                        <a:rPr lang="en-US" sz="1200" dirty="0"/>
                        <a:t>Site 3</a:t>
                      </a:r>
                      <a:endParaRPr lang="en-PH" sz="1200" dirty="0"/>
                    </a:p>
                  </a:txBody>
                  <a:tcPr/>
                </a:tc>
                <a:extLst>
                  <a:ext uri="{0D108BD9-81ED-4DB2-BD59-A6C34878D82A}">
                    <a16:rowId xmlns:a16="http://schemas.microsoft.com/office/drawing/2014/main" val="2310678862"/>
                  </a:ext>
                </a:extLst>
              </a:tr>
            </a:tbl>
          </a:graphicData>
        </a:graphic>
      </p:graphicFrame>
      <p:graphicFrame>
        <p:nvGraphicFramePr>
          <p:cNvPr id="29" name="Table 28">
            <a:extLst>
              <a:ext uri="{FF2B5EF4-FFF2-40B4-BE49-F238E27FC236}">
                <a16:creationId xmlns:a16="http://schemas.microsoft.com/office/drawing/2014/main" id="{301A2C57-90E7-F848-22F3-024A1568E71C}"/>
              </a:ext>
            </a:extLst>
          </p:cNvPr>
          <p:cNvGraphicFramePr>
            <a:graphicFrameLocks noGrp="1"/>
          </p:cNvGraphicFramePr>
          <p:nvPr/>
        </p:nvGraphicFramePr>
        <p:xfrm>
          <a:off x="220620" y="4574909"/>
          <a:ext cx="4078426" cy="1958617"/>
        </p:xfrm>
        <a:graphic>
          <a:graphicData uri="http://schemas.openxmlformats.org/drawingml/2006/table">
            <a:tbl>
              <a:tblPr firstRow="1" bandRow="1">
                <a:tableStyleId>{5940675A-B579-460E-94D1-54222C63F5DA}</a:tableStyleId>
              </a:tblPr>
              <a:tblGrid>
                <a:gridCol w="2413744">
                  <a:extLst>
                    <a:ext uri="{9D8B030D-6E8A-4147-A177-3AD203B41FA5}">
                      <a16:colId xmlns:a16="http://schemas.microsoft.com/office/drawing/2014/main" val="1066216774"/>
                    </a:ext>
                  </a:extLst>
                </a:gridCol>
                <a:gridCol w="902657">
                  <a:extLst>
                    <a:ext uri="{9D8B030D-6E8A-4147-A177-3AD203B41FA5}">
                      <a16:colId xmlns:a16="http://schemas.microsoft.com/office/drawing/2014/main" val="403767887"/>
                    </a:ext>
                  </a:extLst>
                </a:gridCol>
                <a:gridCol w="762025">
                  <a:extLst>
                    <a:ext uri="{9D8B030D-6E8A-4147-A177-3AD203B41FA5}">
                      <a16:colId xmlns:a16="http://schemas.microsoft.com/office/drawing/2014/main" val="3941779579"/>
                    </a:ext>
                  </a:extLst>
                </a:gridCol>
              </a:tblGrid>
              <a:tr h="365857">
                <a:tc>
                  <a:txBody>
                    <a:bodyPr/>
                    <a:lstStyle/>
                    <a:p>
                      <a:r>
                        <a:rPr lang="en-US" sz="1200" b="1" dirty="0"/>
                        <a:t>Records management program</a:t>
                      </a:r>
                      <a:endParaRPr lang="en-PH" sz="1200" b="1" dirty="0"/>
                    </a:p>
                  </a:txBody>
                  <a:tcPr/>
                </a:tc>
                <a:tc>
                  <a:txBody>
                    <a:bodyPr/>
                    <a:lstStyle/>
                    <a:p>
                      <a:r>
                        <a:rPr lang="en-US" sz="1200" b="1" dirty="0"/>
                        <a:t>Date</a:t>
                      </a:r>
                      <a:endParaRPr lang="en-PH" sz="1200" b="1" dirty="0"/>
                    </a:p>
                  </a:txBody>
                  <a:tcPr/>
                </a:tc>
                <a:tc>
                  <a:txBody>
                    <a:bodyPr/>
                    <a:lstStyle/>
                    <a:p>
                      <a:r>
                        <a:rPr lang="en-US" sz="1200" b="1" dirty="0"/>
                        <a:t>Status</a:t>
                      </a:r>
                      <a:endParaRPr lang="en-PH" sz="1200" b="1" dirty="0"/>
                    </a:p>
                  </a:txBody>
                  <a:tcPr/>
                </a:tc>
                <a:extLst>
                  <a:ext uri="{0D108BD9-81ED-4DB2-BD59-A6C34878D82A}">
                    <a16:rowId xmlns:a16="http://schemas.microsoft.com/office/drawing/2014/main" val="4242586858"/>
                  </a:ext>
                </a:extLst>
              </a:tr>
              <a:tr h="318552">
                <a:tc>
                  <a:txBody>
                    <a:bodyPr/>
                    <a:lstStyle/>
                    <a:p>
                      <a:pPr marL="0" indent="0">
                        <a:buFont typeface="Arial" panose="020B0604020202020204" pitchFamily="34" charset="0"/>
                        <a:buNone/>
                      </a:pPr>
                      <a:r>
                        <a:rPr lang="en-US" sz="1200" dirty="0"/>
                        <a:t>CSIS-IR audit of EDRMS: </a:t>
                      </a:r>
                    </a:p>
                  </a:txBody>
                  <a:tcPr/>
                </a:tc>
                <a:tc>
                  <a:txBody>
                    <a:bodyPr/>
                    <a:lstStyle/>
                    <a:p>
                      <a:pPr marL="0" indent="0">
                        <a:buFont typeface="Arial" panose="020B0604020202020204" pitchFamily="34" charset="0"/>
                        <a:buNone/>
                      </a:pPr>
                      <a:r>
                        <a:rPr lang="en-US" sz="1200" dirty="0"/>
                        <a:t>8-Aug-26</a:t>
                      </a:r>
                    </a:p>
                  </a:txBody>
                  <a:tcPr/>
                </a:tc>
                <a:tc>
                  <a:txBody>
                    <a:bodyPr/>
                    <a:lstStyle/>
                    <a:p>
                      <a:pPr marL="0" indent="0">
                        <a:buFont typeface="Arial" panose="020B0604020202020204" pitchFamily="34" charset="0"/>
                        <a:buNone/>
                      </a:pPr>
                      <a:r>
                        <a:rPr lang="en-US" sz="1200" dirty="0"/>
                        <a:t>Done</a:t>
                      </a:r>
                    </a:p>
                  </a:txBody>
                  <a:tcPr/>
                </a:tc>
                <a:extLst>
                  <a:ext uri="{0D108BD9-81ED-4DB2-BD59-A6C34878D82A}">
                    <a16:rowId xmlns:a16="http://schemas.microsoft.com/office/drawing/2014/main" val="1126010759"/>
                  </a:ext>
                </a:extLst>
              </a:tr>
              <a:tr h="31855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Convention review:</a:t>
                      </a:r>
                    </a:p>
                  </a:txBody>
                  <a:tcPr/>
                </a:tc>
                <a:tc>
                  <a:txBody>
                    <a:bodyPr/>
                    <a:lstStyle/>
                    <a:p>
                      <a:pPr marL="0" indent="0">
                        <a:buFont typeface="Arial" panose="020B0604020202020204" pitchFamily="34" charset="0"/>
                        <a:buNone/>
                      </a:pPr>
                      <a:endParaRPr lang="en-US" sz="1200" dirty="0"/>
                    </a:p>
                  </a:txBody>
                  <a:tcPr/>
                </a:tc>
                <a:tc>
                  <a:txBody>
                    <a:bodyPr/>
                    <a:lstStyle/>
                    <a:p>
                      <a:pPr marL="0" indent="0">
                        <a:buFont typeface="Arial" panose="020B0604020202020204" pitchFamily="34" charset="0"/>
                        <a:buNone/>
                      </a:pPr>
                      <a:endParaRPr lang="en-US" sz="1200" dirty="0"/>
                    </a:p>
                  </a:txBody>
                  <a:tcPr/>
                </a:tc>
                <a:extLst>
                  <a:ext uri="{0D108BD9-81ED-4DB2-BD59-A6C34878D82A}">
                    <a16:rowId xmlns:a16="http://schemas.microsoft.com/office/drawing/2014/main" val="2002630253"/>
                  </a:ext>
                </a:extLst>
              </a:tr>
              <a:tr h="31855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Physical records review:</a:t>
                      </a:r>
                    </a:p>
                  </a:txBody>
                  <a:tcPr/>
                </a:tc>
                <a:tc>
                  <a:txBody>
                    <a:bodyPr/>
                    <a:lstStyle/>
                    <a:p>
                      <a:pPr marL="0" indent="0">
                        <a:buFont typeface="Arial" panose="020B0604020202020204" pitchFamily="34" charset="0"/>
                        <a:buNone/>
                      </a:pPr>
                      <a:endParaRPr lang="en-US" sz="1200" dirty="0"/>
                    </a:p>
                  </a:txBody>
                  <a:tcPr/>
                </a:tc>
                <a:tc>
                  <a:txBody>
                    <a:bodyPr/>
                    <a:lstStyle/>
                    <a:p>
                      <a:pPr marL="0" indent="0">
                        <a:buFont typeface="Arial" panose="020B0604020202020204" pitchFamily="34" charset="0"/>
                        <a:buNone/>
                      </a:pPr>
                      <a:endParaRPr lang="en-US" sz="1200" dirty="0"/>
                    </a:p>
                  </a:txBody>
                  <a:tcPr/>
                </a:tc>
                <a:extLst>
                  <a:ext uri="{0D108BD9-81ED-4DB2-BD59-A6C34878D82A}">
                    <a16:rowId xmlns:a16="http://schemas.microsoft.com/office/drawing/2014/main" val="1572696973"/>
                  </a:ext>
                </a:extLst>
              </a:tr>
              <a:tr h="31855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Refresher training due date:</a:t>
                      </a:r>
                    </a:p>
                  </a:txBody>
                  <a:tcPr/>
                </a:tc>
                <a:tc>
                  <a:txBody>
                    <a:bodyPr/>
                    <a:lstStyle/>
                    <a:p>
                      <a:pPr marL="0" indent="0">
                        <a:buFont typeface="Arial" panose="020B0604020202020204" pitchFamily="34" charset="0"/>
                        <a:buNone/>
                      </a:pPr>
                      <a:endParaRPr lang="en-US" sz="1200" dirty="0"/>
                    </a:p>
                  </a:txBody>
                  <a:tcPr/>
                </a:tc>
                <a:tc>
                  <a:txBody>
                    <a:bodyPr/>
                    <a:lstStyle/>
                    <a:p>
                      <a:pPr marL="0" indent="0">
                        <a:buFont typeface="Arial" panose="020B0604020202020204" pitchFamily="34" charset="0"/>
                        <a:buNone/>
                      </a:pPr>
                      <a:endParaRPr lang="en-US" sz="1200" dirty="0"/>
                    </a:p>
                  </a:txBody>
                  <a:tcPr/>
                </a:tc>
                <a:extLst>
                  <a:ext uri="{0D108BD9-81ED-4DB2-BD59-A6C34878D82A}">
                    <a16:rowId xmlns:a16="http://schemas.microsoft.com/office/drawing/2014/main" val="4227678938"/>
                  </a:ext>
                </a:extLst>
              </a:tr>
              <a:tr h="31855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err="1"/>
                        <a:t>Focals</a:t>
                      </a:r>
                      <a:r>
                        <a:rPr lang="en-US" sz="1200" dirty="0"/>
                        <a:t> CoP schedule:</a:t>
                      </a:r>
                    </a:p>
                  </a:txBody>
                  <a:tcPr/>
                </a:tc>
                <a:tc>
                  <a:txBody>
                    <a:bodyPr/>
                    <a:lstStyle/>
                    <a:p>
                      <a:pPr marL="0" indent="0">
                        <a:buFont typeface="Arial" panose="020B0604020202020204" pitchFamily="34" charset="0"/>
                        <a:buNone/>
                      </a:pPr>
                      <a:endParaRPr lang="en-US" sz="1200" dirty="0"/>
                    </a:p>
                  </a:txBody>
                  <a:tcPr/>
                </a:tc>
                <a:tc>
                  <a:txBody>
                    <a:bodyPr/>
                    <a:lstStyle/>
                    <a:p>
                      <a:pPr marL="0" indent="0">
                        <a:buFont typeface="Arial" panose="020B0604020202020204" pitchFamily="34" charset="0"/>
                        <a:buNone/>
                      </a:pPr>
                      <a:endParaRPr lang="en-US" sz="1200" dirty="0"/>
                    </a:p>
                  </a:txBody>
                  <a:tcPr/>
                </a:tc>
                <a:extLst>
                  <a:ext uri="{0D108BD9-81ED-4DB2-BD59-A6C34878D82A}">
                    <a16:rowId xmlns:a16="http://schemas.microsoft.com/office/drawing/2014/main" val="3241898103"/>
                  </a:ext>
                </a:extLst>
              </a:tr>
            </a:tbl>
          </a:graphicData>
        </a:graphic>
      </p:graphicFrame>
      <p:sp>
        <p:nvSpPr>
          <p:cNvPr id="31" name="Rectangle: Rounded Corners 30">
            <a:extLst>
              <a:ext uri="{FF2B5EF4-FFF2-40B4-BE49-F238E27FC236}">
                <a16:creationId xmlns:a16="http://schemas.microsoft.com/office/drawing/2014/main" id="{FD837F9C-7EFB-F533-E2C8-7E2C8DDAF26C}"/>
              </a:ext>
            </a:extLst>
          </p:cNvPr>
          <p:cNvSpPr/>
          <p:nvPr/>
        </p:nvSpPr>
        <p:spPr>
          <a:xfrm>
            <a:off x="744030" y="1812477"/>
            <a:ext cx="588151" cy="516339"/>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2400" b="1" dirty="0">
                <a:solidFill>
                  <a:schemeClr val="tx1"/>
                </a:solidFill>
                <a:latin typeface="Arial" panose="020B0604020202020204" pitchFamily="34" charset="0"/>
                <a:cs typeface="Arial" panose="020B0604020202020204" pitchFamily="34" charset="0"/>
              </a:rPr>
              <a:t>3</a:t>
            </a:r>
          </a:p>
        </p:txBody>
      </p:sp>
      <p:sp>
        <p:nvSpPr>
          <p:cNvPr id="33" name="Rectangle: Rounded Corners 32">
            <a:extLst>
              <a:ext uri="{FF2B5EF4-FFF2-40B4-BE49-F238E27FC236}">
                <a16:creationId xmlns:a16="http://schemas.microsoft.com/office/drawing/2014/main" id="{56909559-18A7-7B22-5550-3FFC3D5A26AF}"/>
              </a:ext>
            </a:extLst>
          </p:cNvPr>
          <p:cNvSpPr/>
          <p:nvPr/>
        </p:nvSpPr>
        <p:spPr>
          <a:xfrm>
            <a:off x="2424979" y="1812477"/>
            <a:ext cx="588151" cy="516339"/>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2400" b="1" dirty="0">
                <a:solidFill>
                  <a:schemeClr val="tx1"/>
                </a:solidFill>
                <a:latin typeface="Arial" panose="020B0604020202020204" pitchFamily="34" charset="0"/>
                <a:cs typeface="Arial" panose="020B0604020202020204" pitchFamily="34" charset="0"/>
              </a:rPr>
              <a:t>46</a:t>
            </a:r>
          </a:p>
        </p:txBody>
      </p:sp>
      <p:sp>
        <p:nvSpPr>
          <p:cNvPr id="35" name="Rectangle: Rounded Corners 34">
            <a:extLst>
              <a:ext uri="{FF2B5EF4-FFF2-40B4-BE49-F238E27FC236}">
                <a16:creationId xmlns:a16="http://schemas.microsoft.com/office/drawing/2014/main" id="{8FC39F1B-CD28-45B2-1EE5-918167BAD32B}"/>
              </a:ext>
            </a:extLst>
          </p:cNvPr>
          <p:cNvSpPr/>
          <p:nvPr/>
        </p:nvSpPr>
        <p:spPr>
          <a:xfrm>
            <a:off x="4032390" y="1812477"/>
            <a:ext cx="588151" cy="516339"/>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2400" b="1" dirty="0">
                <a:solidFill>
                  <a:schemeClr val="tx1"/>
                </a:solidFill>
                <a:latin typeface="Arial" panose="020B0604020202020204" pitchFamily="34" charset="0"/>
                <a:cs typeface="Arial" panose="020B0604020202020204" pitchFamily="34" charset="0"/>
              </a:rPr>
              <a:t>19</a:t>
            </a:r>
          </a:p>
        </p:txBody>
      </p:sp>
      <p:sp>
        <p:nvSpPr>
          <p:cNvPr id="37" name="Rectangle: Rounded Corners 36">
            <a:extLst>
              <a:ext uri="{FF2B5EF4-FFF2-40B4-BE49-F238E27FC236}">
                <a16:creationId xmlns:a16="http://schemas.microsoft.com/office/drawing/2014/main" id="{FD3AF344-795C-AAAE-18FD-4A70675043F2}"/>
              </a:ext>
            </a:extLst>
          </p:cNvPr>
          <p:cNvSpPr/>
          <p:nvPr/>
        </p:nvSpPr>
        <p:spPr>
          <a:xfrm>
            <a:off x="5240740" y="1706707"/>
            <a:ext cx="1542197" cy="516339"/>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2400" b="1" dirty="0">
                <a:solidFill>
                  <a:schemeClr val="tx1"/>
                </a:solidFill>
                <a:latin typeface="Arial" panose="020B0604020202020204" pitchFamily="34" charset="0"/>
                <a:cs typeface="Arial" panose="020B0604020202020204" pitchFamily="34" charset="0"/>
              </a:rPr>
              <a:t>10,684</a:t>
            </a:r>
          </a:p>
        </p:txBody>
      </p:sp>
      <p:sp>
        <p:nvSpPr>
          <p:cNvPr id="39" name="Rectangle: Rounded Corners 38">
            <a:extLst>
              <a:ext uri="{FF2B5EF4-FFF2-40B4-BE49-F238E27FC236}">
                <a16:creationId xmlns:a16="http://schemas.microsoft.com/office/drawing/2014/main" id="{95E930EC-0472-82DD-A6EE-F155CE359140}"/>
              </a:ext>
            </a:extLst>
          </p:cNvPr>
          <p:cNvSpPr/>
          <p:nvPr/>
        </p:nvSpPr>
        <p:spPr>
          <a:xfrm>
            <a:off x="6848151" y="1707443"/>
            <a:ext cx="1542197" cy="516339"/>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2400" b="1" dirty="0">
                <a:solidFill>
                  <a:schemeClr val="tx1"/>
                </a:solidFill>
                <a:latin typeface="Arial" panose="020B0604020202020204" pitchFamily="34" charset="0"/>
                <a:cs typeface="Arial" panose="020B0604020202020204" pitchFamily="34" charset="0"/>
              </a:rPr>
              <a:t>9,596</a:t>
            </a:r>
          </a:p>
        </p:txBody>
      </p:sp>
      <p:sp>
        <p:nvSpPr>
          <p:cNvPr id="41" name="Rectangle: Rounded Corners 40">
            <a:extLst>
              <a:ext uri="{FF2B5EF4-FFF2-40B4-BE49-F238E27FC236}">
                <a16:creationId xmlns:a16="http://schemas.microsoft.com/office/drawing/2014/main" id="{90D3F034-7F8F-EF27-762F-C26CCE54238F}"/>
              </a:ext>
            </a:extLst>
          </p:cNvPr>
          <p:cNvSpPr/>
          <p:nvPr/>
        </p:nvSpPr>
        <p:spPr>
          <a:xfrm>
            <a:off x="8529100" y="1815854"/>
            <a:ext cx="1542197" cy="298043"/>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2400" b="1" dirty="0">
                <a:solidFill>
                  <a:schemeClr val="tx1"/>
                </a:solidFill>
                <a:latin typeface="Arial" panose="020B0604020202020204" pitchFamily="34" charset="0"/>
                <a:cs typeface="Arial" panose="020B0604020202020204" pitchFamily="34" charset="0"/>
              </a:rPr>
              <a:t>156</a:t>
            </a:r>
          </a:p>
        </p:txBody>
      </p:sp>
      <p:sp>
        <p:nvSpPr>
          <p:cNvPr id="43" name="Rectangle: Rounded Corners 42">
            <a:extLst>
              <a:ext uri="{FF2B5EF4-FFF2-40B4-BE49-F238E27FC236}">
                <a16:creationId xmlns:a16="http://schemas.microsoft.com/office/drawing/2014/main" id="{3370A057-72D3-AAA9-5489-069A1DC96DD0}"/>
              </a:ext>
            </a:extLst>
          </p:cNvPr>
          <p:cNvSpPr/>
          <p:nvPr/>
        </p:nvSpPr>
        <p:spPr>
          <a:xfrm>
            <a:off x="10454184" y="1812074"/>
            <a:ext cx="1160061" cy="298043"/>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AU" sz="2400" b="1" dirty="0">
                <a:solidFill>
                  <a:schemeClr val="tx1"/>
                </a:solidFill>
                <a:latin typeface="Arial" panose="020B0604020202020204" pitchFamily="34" charset="0"/>
                <a:cs typeface="Arial" panose="020B0604020202020204" pitchFamily="34" charset="0"/>
              </a:rPr>
              <a:t>2</a:t>
            </a:r>
          </a:p>
        </p:txBody>
      </p:sp>
      <p:sp>
        <p:nvSpPr>
          <p:cNvPr id="47" name="Freeform: Shape 46">
            <a:hlinkClick r:id="rId15" action="ppaction://hlinksldjump"/>
            <a:extLst>
              <a:ext uri="{FF2B5EF4-FFF2-40B4-BE49-F238E27FC236}">
                <a16:creationId xmlns:a16="http://schemas.microsoft.com/office/drawing/2014/main" id="{C2D59A98-1DD4-E2AD-A7A8-9BF4BBC9DE06}"/>
              </a:ext>
            </a:extLst>
          </p:cNvPr>
          <p:cNvSpPr/>
          <p:nvPr/>
        </p:nvSpPr>
        <p:spPr>
          <a:xfrm>
            <a:off x="10290412" y="69544"/>
            <a:ext cx="1901588"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chemeClr val="tx1"/>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lang="en-AU" sz="1600" b="1" kern="0" dirty="0">
                <a:solidFill>
                  <a:prstClr val="white"/>
                </a:solidFill>
                <a:latin typeface="Aptos" panose="02110004020202020204"/>
              </a:rPr>
              <a:t>Slide 1</a:t>
            </a:r>
            <a:endParaRPr kumimoji="0" lang="en-AU" sz="1600" b="1" i="0" u="none" strike="noStrike" kern="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771367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4167D-D6D8-068D-2F65-15ACC838431A}"/>
            </a:ext>
          </a:extLst>
        </p:cNvPr>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E441E3C4-5F33-5021-F50B-D4990D392618}"/>
              </a:ext>
            </a:extLst>
          </p:cNvPr>
          <p:cNvGraphicFramePr>
            <a:graphicFrameLocks noGrp="1"/>
          </p:cNvGraphicFramePr>
          <p:nvPr>
            <p:extLst>
              <p:ext uri="{D42A27DB-BD31-4B8C-83A1-F6EECF244321}">
                <p14:modId xmlns:p14="http://schemas.microsoft.com/office/powerpoint/2010/main" val="21166698"/>
              </p:ext>
            </p:extLst>
          </p:nvPr>
        </p:nvGraphicFramePr>
        <p:xfrm>
          <a:off x="220620" y="1258584"/>
          <a:ext cx="11570327" cy="1219200"/>
        </p:xfrm>
        <a:graphic>
          <a:graphicData uri="http://schemas.openxmlformats.org/drawingml/2006/table">
            <a:tbl>
              <a:tblPr firstRow="1" bandRow="1">
                <a:tableStyleId>{5940675A-B579-460E-94D1-54222C63F5DA}</a:tableStyleId>
              </a:tblPr>
              <a:tblGrid>
                <a:gridCol w="2877422">
                  <a:extLst>
                    <a:ext uri="{9D8B030D-6E8A-4147-A177-3AD203B41FA5}">
                      <a16:colId xmlns:a16="http://schemas.microsoft.com/office/drawing/2014/main" val="1829071732"/>
                    </a:ext>
                  </a:extLst>
                </a:gridCol>
                <a:gridCol w="1738581">
                  <a:extLst>
                    <a:ext uri="{9D8B030D-6E8A-4147-A177-3AD203B41FA5}">
                      <a16:colId xmlns:a16="http://schemas.microsoft.com/office/drawing/2014/main" val="2259188579"/>
                    </a:ext>
                  </a:extLst>
                </a:gridCol>
                <a:gridCol w="1738581">
                  <a:extLst>
                    <a:ext uri="{9D8B030D-6E8A-4147-A177-3AD203B41FA5}">
                      <a16:colId xmlns:a16="http://schemas.microsoft.com/office/drawing/2014/main" val="2734345373"/>
                    </a:ext>
                  </a:extLst>
                </a:gridCol>
                <a:gridCol w="1738581">
                  <a:extLst>
                    <a:ext uri="{9D8B030D-6E8A-4147-A177-3AD203B41FA5}">
                      <a16:colId xmlns:a16="http://schemas.microsoft.com/office/drawing/2014/main" val="2791150227"/>
                    </a:ext>
                  </a:extLst>
                </a:gridCol>
                <a:gridCol w="1738581">
                  <a:extLst>
                    <a:ext uri="{9D8B030D-6E8A-4147-A177-3AD203B41FA5}">
                      <a16:colId xmlns:a16="http://schemas.microsoft.com/office/drawing/2014/main" val="1391208075"/>
                    </a:ext>
                  </a:extLst>
                </a:gridCol>
                <a:gridCol w="1738581">
                  <a:extLst>
                    <a:ext uri="{9D8B030D-6E8A-4147-A177-3AD203B41FA5}">
                      <a16:colId xmlns:a16="http://schemas.microsoft.com/office/drawing/2014/main" val="3911677418"/>
                    </a:ext>
                  </a:extLst>
                </a:gridCol>
              </a:tblGrid>
              <a:tr h="370840">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dirty="0"/>
                        <a:t>Users and Activity</a:t>
                      </a:r>
                    </a:p>
                  </a:txBody>
                  <a:tcPr/>
                </a:tc>
                <a:tc hMerge="1">
                  <a:txBody>
                    <a:bodyPr/>
                    <a:lstStyle/>
                    <a:p>
                      <a:endParaRPr lang="en-PH"/>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solidFill>
                            <a:schemeClr val="accent1"/>
                          </a:solidFill>
                        </a:rPr>
                        <a:t>Total number of active users</a:t>
                      </a:r>
                    </a:p>
                    <a:p>
                      <a:r>
                        <a:rPr lang="en-AU" sz="1600" b="1" dirty="0">
                          <a:solidFill>
                            <a:schemeClr val="accent1"/>
                          </a:solidFill>
                        </a:rPr>
                        <a:t>(% compared to total no. of staff)</a:t>
                      </a:r>
                      <a:endParaRPr lang="en-PH"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Total number of staff</a:t>
                      </a:r>
                    </a:p>
                    <a:p>
                      <a:endParaRPr lang="en-PH" sz="1600" dirty="0"/>
                    </a:p>
                  </a:txBody>
                  <a:tcPr/>
                </a:tc>
                <a:tc>
                  <a:txBody>
                    <a:bodyPr/>
                    <a:lstStyle/>
                    <a:p>
                      <a:r>
                        <a:rPr lang="en-US" sz="1600" dirty="0"/>
                        <a:t>Total number of staff</a:t>
                      </a:r>
                    </a:p>
                    <a:p>
                      <a:r>
                        <a:rPr lang="en-US" sz="1600" dirty="0"/>
                        <a:t>(#, %)</a:t>
                      </a:r>
                    </a:p>
                  </a:txBody>
                  <a:tcPr/>
                </a:tc>
                <a:tc>
                  <a:txBody>
                    <a:bodyPr/>
                    <a:lstStyle/>
                    <a:p>
                      <a:r>
                        <a:rPr lang="en-US" sz="1600" dirty="0"/>
                        <a:t>Total number of contractors</a:t>
                      </a:r>
                    </a:p>
                    <a:p>
                      <a:r>
                        <a:rPr lang="en-US" sz="1600" dirty="0"/>
                        <a:t>(#, %)</a:t>
                      </a:r>
                    </a:p>
                  </a:txBody>
                  <a:tcPr/>
                </a:tc>
                <a:tc>
                  <a:txBody>
                    <a:bodyPr/>
                    <a:lstStyle/>
                    <a:p>
                      <a:r>
                        <a:rPr lang="en-US" sz="1600" dirty="0"/>
                        <a:t>Total number of consultants</a:t>
                      </a:r>
                    </a:p>
                    <a:p>
                      <a:r>
                        <a:rPr lang="en-US" sz="1600"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accent2"/>
                          </a:solidFill>
                          <a:latin typeface="Arial" panose="020B0604020202020204" pitchFamily="34" charset="0"/>
                          <a:cs typeface="Arial" panose="020B0604020202020204" pitchFamily="34" charset="0"/>
                        </a:rPr>
                        <a:t>Training completion rate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accent2"/>
                          </a:solidFill>
                          <a:latin typeface="Arial" panose="020B0604020202020204" pitchFamily="34" charset="0"/>
                          <a:cs typeface="Arial" panose="020B0604020202020204" pitchFamily="34" charset="0"/>
                        </a:rPr>
                        <a:t>(%)</a:t>
                      </a:r>
                      <a:endParaRPr lang="en-PH" sz="1600" dirty="0"/>
                    </a:p>
                  </a:txBody>
                  <a:tcPr/>
                </a:tc>
                <a:extLst>
                  <a:ext uri="{0D108BD9-81ED-4DB2-BD59-A6C34878D82A}">
                    <a16:rowId xmlns:a16="http://schemas.microsoft.com/office/drawing/2014/main" val="1407182121"/>
                  </a:ext>
                </a:extLst>
              </a:tr>
            </a:tbl>
          </a:graphicData>
        </a:graphic>
      </p:graphicFrame>
      <p:sp>
        <p:nvSpPr>
          <p:cNvPr id="6" name="Freeform: Shape 5">
            <a:extLst>
              <a:ext uri="{FF2B5EF4-FFF2-40B4-BE49-F238E27FC236}">
                <a16:creationId xmlns:a16="http://schemas.microsoft.com/office/drawing/2014/main" id="{5EBC6FF9-74AA-8E1B-79C0-84F75A840295}"/>
              </a:ext>
            </a:extLst>
          </p:cNvPr>
          <p:cNvSpPr/>
          <p:nvPr/>
        </p:nvSpPr>
        <p:spPr>
          <a:xfrm>
            <a:off x="220620" y="186395"/>
            <a:ext cx="9629233"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lvl="0" defTabSz="1200150">
              <a:lnSpc>
                <a:spcPct val="90000"/>
              </a:lnSpc>
              <a:spcBef>
                <a:spcPct val="0"/>
              </a:spcBef>
              <a:spcAft>
                <a:spcPct val="35000"/>
              </a:spcAft>
              <a:defRPr/>
            </a:pPr>
            <a:r>
              <a:rPr lang="en-US" sz="2700" kern="0" dirty="0">
                <a:solidFill>
                  <a:prstClr val="white"/>
                </a:solidFill>
              </a:rPr>
              <a:t>BPMSD - Budget, People, and Management Systems Department</a:t>
            </a:r>
          </a:p>
        </p:txBody>
      </p:sp>
      <p:graphicFrame>
        <p:nvGraphicFramePr>
          <p:cNvPr id="5" name="Table 4">
            <a:extLst>
              <a:ext uri="{FF2B5EF4-FFF2-40B4-BE49-F238E27FC236}">
                <a16:creationId xmlns:a16="http://schemas.microsoft.com/office/drawing/2014/main" id="{1DE9942A-C769-A7D2-9C62-384F8F3C1B7D}"/>
              </a:ext>
            </a:extLst>
          </p:cNvPr>
          <p:cNvGraphicFramePr>
            <a:graphicFrameLocks noGrp="1"/>
          </p:cNvGraphicFramePr>
          <p:nvPr>
            <p:extLst>
              <p:ext uri="{D42A27DB-BD31-4B8C-83A1-F6EECF244321}">
                <p14:modId xmlns:p14="http://schemas.microsoft.com/office/powerpoint/2010/main" val="1405816369"/>
              </p:ext>
            </p:extLst>
          </p:nvPr>
        </p:nvGraphicFramePr>
        <p:xfrm>
          <a:off x="753981" y="2595766"/>
          <a:ext cx="10360426" cy="2701731"/>
        </p:xfrm>
        <a:graphic>
          <a:graphicData uri="http://schemas.openxmlformats.org/drawingml/2006/table">
            <a:tbl>
              <a:tblPr firstRow="1" firstCol="1" bandRow="1"/>
              <a:tblGrid>
                <a:gridCol w="1963801">
                  <a:extLst>
                    <a:ext uri="{9D8B030D-6E8A-4147-A177-3AD203B41FA5}">
                      <a16:colId xmlns:a16="http://schemas.microsoft.com/office/drawing/2014/main" val="384871762"/>
                    </a:ext>
                  </a:extLst>
                </a:gridCol>
                <a:gridCol w="1679325">
                  <a:extLst>
                    <a:ext uri="{9D8B030D-6E8A-4147-A177-3AD203B41FA5}">
                      <a16:colId xmlns:a16="http://schemas.microsoft.com/office/drawing/2014/main" val="591196838"/>
                    </a:ext>
                  </a:extLst>
                </a:gridCol>
                <a:gridCol w="1679325">
                  <a:extLst>
                    <a:ext uri="{9D8B030D-6E8A-4147-A177-3AD203B41FA5}">
                      <a16:colId xmlns:a16="http://schemas.microsoft.com/office/drawing/2014/main" val="1168279934"/>
                    </a:ext>
                  </a:extLst>
                </a:gridCol>
                <a:gridCol w="1679325">
                  <a:extLst>
                    <a:ext uri="{9D8B030D-6E8A-4147-A177-3AD203B41FA5}">
                      <a16:colId xmlns:a16="http://schemas.microsoft.com/office/drawing/2014/main" val="3404563213"/>
                    </a:ext>
                  </a:extLst>
                </a:gridCol>
                <a:gridCol w="1679325">
                  <a:extLst>
                    <a:ext uri="{9D8B030D-6E8A-4147-A177-3AD203B41FA5}">
                      <a16:colId xmlns:a16="http://schemas.microsoft.com/office/drawing/2014/main" val="2280140058"/>
                    </a:ext>
                  </a:extLst>
                </a:gridCol>
                <a:gridCol w="1679325">
                  <a:extLst>
                    <a:ext uri="{9D8B030D-6E8A-4147-A177-3AD203B41FA5}">
                      <a16:colId xmlns:a16="http://schemas.microsoft.com/office/drawing/2014/main" val="96822938"/>
                    </a:ext>
                  </a:extLst>
                </a:gridCol>
              </a:tblGrid>
              <a:tr h="70783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Total number of users (staff)</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Total number of users (Contractors)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Total number of users (Consultants)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Completion of training</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Onboarded since go-live.</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69269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0" indent="0">
                        <a:buFont typeface="Arial" panose="020B0604020202020204" pitchFamily="34" charset="0"/>
                        <a:buNone/>
                      </a:pPr>
                      <a:r>
                        <a:rPr lang="en-US" sz="1600" dirty="0">
                          <a:solidFill>
                            <a:schemeClr val="tx1"/>
                          </a:solidFill>
                        </a:rPr>
                        <a:t>Division 1</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617946">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US" sz="1600" dirty="0">
                          <a:solidFill>
                            <a:schemeClr val="tx1"/>
                          </a:solidFill>
                        </a:rPr>
                        <a:t>Division</a:t>
                      </a: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2</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28591595"/>
                  </a:ext>
                </a:extLst>
              </a:tr>
              <a:tr h="61722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US" sz="1600" dirty="0">
                          <a:solidFill>
                            <a:schemeClr val="tx1"/>
                          </a:solidFill>
                        </a:rPr>
                        <a:t>Division</a:t>
                      </a: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3</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68771723"/>
                  </a:ext>
                </a:extLst>
              </a:tr>
            </a:tbl>
          </a:graphicData>
        </a:graphic>
      </p:graphicFrame>
      <p:graphicFrame>
        <p:nvGraphicFramePr>
          <p:cNvPr id="8" name="Table 7">
            <a:extLst>
              <a:ext uri="{FF2B5EF4-FFF2-40B4-BE49-F238E27FC236}">
                <a16:creationId xmlns:a16="http://schemas.microsoft.com/office/drawing/2014/main" id="{486EE88F-C060-5094-1ECF-941BB4515233}"/>
              </a:ext>
            </a:extLst>
          </p:cNvPr>
          <p:cNvGraphicFramePr>
            <a:graphicFrameLocks noGrp="1"/>
          </p:cNvGraphicFramePr>
          <p:nvPr/>
        </p:nvGraphicFramePr>
        <p:xfrm>
          <a:off x="753981" y="5289561"/>
          <a:ext cx="10428373" cy="1529080"/>
        </p:xfrm>
        <a:graphic>
          <a:graphicData uri="http://schemas.openxmlformats.org/drawingml/2006/table">
            <a:tbl>
              <a:tblPr firstRow="1" bandRow="1">
                <a:tableStyleId>{5940675A-B579-460E-94D1-54222C63F5DA}</a:tableStyleId>
              </a:tblPr>
              <a:tblGrid>
                <a:gridCol w="1757207">
                  <a:extLst>
                    <a:ext uri="{9D8B030D-6E8A-4147-A177-3AD203B41FA5}">
                      <a16:colId xmlns:a16="http://schemas.microsoft.com/office/drawing/2014/main" val="3539578089"/>
                    </a:ext>
                  </a:extLst>
                </a:gridCol>
                <a:gridCol w="1897039">
                  <a:extLst>
                    <a:ext uri="{9D8B030D-6E8A-4147-A177-3AD203B41FA5}">
                      <a16:colId xmlns:a16="http://schemas.microsoft.com/office/drawing/2014/main" val="1807933546"/>
                    </a:ext>
                  </a:extLst>
                </a:gridCol>
                <a:gridCol w="1897039">
                  <a:extLst>
                    <a:ext uri="{9D8B030D-6E8A-4147-A177-3AD203B41FA5}">
                      <a16:colId xmlns:a16="http://schemas.microsoft.com/office/drawing/2014/main" val="2057010187"/>
                    </a:ext>
                  </a:extLst>
                </a:gridCol>
                <a:gridCol w="1897039">
                  <a:extLst>
                    <a:ext uri="{9D8B030D-6E8A-4147-A177-3AD203B41FA5}">
                      <a16:colId xmlns:a16="http://schemas.microsoft.com/office/drawing/2014/main" val="3916520638"/>
                    </a:ext>
                  </a:extLst>
                </a:gridCol>
                <a:gridCol w="1897039">
                  <a:extLst>
                    <a:ext uri="{9D8B030D-6E8A-4147-A177-3AD203B41FA5}">
                      <a16:colId xmlns:a16="http://schemas.microsoft.com/office/drawing/2014/main" val="2197749933"/>
                    </a:ext>
                  </a:extLst>
                </a:gridCol>
                <a:gridCol w="1083010">
                  <a:extLst>
                    <a:ext uri="{9D8B030D-6E8A-4147-A177-3AD203B41FA5}">
                      <a16:colId xmlns:a16="http://schemas.microsoft.com/office/drawing/2014/main" val="2897364677"/>
                    </a:ext>
                  </a:extLst>
                </a:gridCol>
              </a:tblGrid>
              <a:tr h="370840">
                <a:tc gridSpan="6">
                  <a:txBody>
                    <a:bodyPr/>
                    <a:lstStyle/>
                    <a:p>
                      <a:r>
                        <a:rPr lang="en-US" sz="1400" dirty="0">
                          <a:solidFill>
                            <a:schemeClr val="accent2"/>
                          </a:solidFill>
                        </a:rPr>
                        <a:t>Source: Database of end users? Owned and maintained by?</a:t>
                      </a:r>
                      <a:endParaRPr lang="en-PH" sz="1400" dirty="0">
                        <a:solidFill>
                          <a:schemeClr val="accent2"/>
                        </a:solidFill>
                      </a:endParaRPr>
                    </a:p>
                  </a:txBody>
                  <a:tcPr/>
                </a:tc>
                <a:tc hMerge="1">
                  <a:txBody>
                    <a:bodyPr/>
                    <a:lstStyle/>
                    <a:p>
                      <a:endParaRPr lang="en-PH" dirty="0"/>
                    </a:p>
                  </a:txBody>
                  <a:tcPr/>
                </a:tc>
                <a:tc hMerge="1">
                  <a:txBody>
                    <a:bodyPr/>
                    <a:lstStyle/>
                    <a:p>
                      <a:endParaRPr lang="en-PH"/>
                    </a:p>
                  </a:txBody>
                  <a:tcPr/>
                </a:tc>
                <a:tc hMerge="1">
                  <a:txBody>
                    <a:bodyPr/>
                    <a:lstStyle/>
                    <a:p>
                      <a:endParaRPr lang="en-PH"/>
                    </a:p>
                  </a:txBody>
                  <a:tcPr/>
                </a:tc>
                <a:tc hMerge="1">
                  <a:txBody>
                    <a:bodyPr/>
                    <a:lstStyle/>
                    <a:p>
                      <a:endParaRPr lang="en-PH"/>
                    </a:p>
                  </a:txBody>
                  <a:tcPr/>
                </a:tc>
                <a:tc hMerge="1">
                  <a:txBody>
                    <a:bodyPr/>
                    <a:lstStyle/>
                    <a:p>
                      <a:endParaRPr lang="en-PH" dirty="0"/>
                    </a:p>
                  </a:txBody>
                  <a:tcPr/>
                </a:tc>
                <a:extLst>
                  <a:ext uri="{0D108BD9-81ED-4DB2-BD59-A6C34878D82A}">
                    <a16:rowId xmlns:a16="http://schemas.microsoft.com/office/drawing/2014/main" val="3799737232"/>
                  </a:ext>
                </a:extLst>
              </a:tr>
              <a:tr h="370840">
                <a:tc>
                  <a:txBody>
                    <a:bodyPr/>
                    <a:lstStyle/>
                    <a:p>
                      <a:r>
                        <a:rPr lang="en-US" sz="1400" b="1" dirty="0"/>
                        <a:t>Name</a:t>
                      </a:r>
                      <a:endParaRPr lang="en-PH" sz="1400" b="1" dirty="0"/>
                    </a:p>
                  </a:txBody>
                  <a:tcPr/>
                </a:tc>
                <a:tc>
                  <a:txBody>
                    <a:bodyPr/>
                    <a:lstStyle/>
                    <a:p>
                      <a:r>
                        <a:rPr lang="en-US" sz="1400" b="1" dirty="0"/>
                        <a:t>Staff status</a:t>
                      </a:r>
                    </a:p>
                    <a:p>
                      <a:r>
                        <a:rPr lang="en-US" sz="1400" dirty="0"/>
                        <a:t>Dropdown: Staff, Contractor, Consultant, </a:t>
                      </a:r>
                      <a:r>
                        <a:rPr lang="en-US" sz="1400" dirty="0">
                          <a:solidFill>
                            <a:schemeClr val="accent2"/>
                          </a:solidFill>
                        </a:rPr>
                        <a:t>External party given access?</a:t>
                      </a:r>
                      <a:endParaRPr lang="en-PH" sz="1400" dirty="0">
                        <a:solidFill>
                          <a:schemeClr val="accent2"/>
                        </a:solidFill>
                      </a:endParaRPr>
                    </a:p>
                  </a:txBody>
                  <a:tcPr/>
                </a:tc>
                <a:tc>
                  <a:txBody>
                    <a:bodyPr/>
                    <a:lstStyle/>
                    <a:p>
                      <a:r>
                        <a:rPr lang="en-US" sz="1400" b="1" dirty="0"/>
                        <a:t>Onboarded since go-live</a:t>
                      </a:r>
                    </a:p>
                    <a:p>
                      <a:r>
                        <a:rPr lang="en-US" sz="1400" dirty="0"/>
                        <a:t>(yes / no)</a:t>
                      </a:r>
                      <a:endParaRPr lang="en-PH" sz="1400" dirty="0"/>
                    </a:p>
                  </a:txBody>
                  <a:tcPr/>
                </a:tc>
                <a:tc>
                  <a:txBody>
                    <a:bodyPr/>
                    <a:lstStyle/>
                    <a:p>
                      <a:r>
                        <a:rPr lang="en-US" sz="1400" b="1" dirty="0"/>
                        <a:t>Training completed?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(yes / no)</a:t>
                      </a:r>
                      <a:endParaRPr lang="en-PH" sz="1400" dirty="0"/>
                    </a:p>
                  </a:txBody>
                  <a:tcPr/>
                </a:tc>
                <a:tc>
                  <a:txBody>
                    <a:bodyPr/>
                    <a:lstStyle/>
                    <a:p>
                      <a:r>
                        <a:rPr lang="en-US" sz="1400" b="1" dirty="0"/>
                        <a:t>Date completed</a:t>
                      </a:r>
                    </a:p>
                    <a:p>
                      <a:r>
                        <a:rPr lang="en-US" sz="1400" dirty="0"/>
                        <a:t>(dd-mmm-</a:t>
                      </a:r>
                      <a:r>
                        <a:rPr lang="en-US" sz="1400" dirty="0" err="1"/>
                        <a:t>yy</a:t>
                      </a:r>
                      <a:r>
                        <a:rPr lang="en-US" sz="1400" dirty="0"/>
                        <a:t>)</a:t>
                      </a:r>
                      <a:endParaRPr lang="en-PH" sz="1400" dirty="0"/>
                    </a:p>
                  </a:txBody>
                  <a:tcPr/>
                </a:tc>
                <a:tc>
                  <a:txBody>
                    <a:bodyPr/>
                    <a:lstStyle/>
                    <a:p>
                      <a:r>
                        <a:rPr lang="en-US" sz="1400" b="1" dirty="0"/>
                        <a:t>Notes</a:t>
                      </a:r>
                      <a:endParaRPr lang="en-PH" sz="1400" b="1" dirty="0"/>
                    </a:p>
                  </a:txBody>
                  <a:tcPr/>
                </a:tc>
                <a:extLst>
                  <a:ext uri="{0D108BD9-81ED-4DB2-BD59-A6C34878D82A}">
                    <a16:rowId xmlns:a16="http://schemas.microsoft.com/office/drawing/2014/main" val="573806374"/>
                  </a:ext>
                </a:extLst>
              </a:tr>
            </a:tbl>
          </a:graphicData>
        </a:graphic>
      </p:graphicFrame>
      <p:sp>
        <p:nvSpPr>
          <p:cNvPr id="16" name="Rectangle: Rounded Corners 15">
            <a:hlinkClick r:id="rId3" action="ppaction://hlinksldjump"/>
            <a:extLst>
              <a:ext uri="{FF2B5EF4-FFF2-40B4-BE49-F238E27FC236}">
                <a16:creationId xmlns:a16="http://schemas.microsoft.com/office/drawing/2014/main" id="{78FF079E-3962-E487-A8B0-C0D377434738}"/>
              </a:ext>
            </a:extLst>
          </p:cNvPr>
          <p:cNvSpPr/>
          <p:nvPr/>
        </p:nvSpPr>
        <p:spPr>
          <a:xfrm>
            <a:off x="9561095" y="104273"/>
            <a:ext cx="2518609" cy="433137"/>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AU" sz="1400" dirty="0">
                <a:latin typeface="Arial" panose="020B0604020202020204" pitchFamily="34" charset="0"/>
                <a:cs typeface="Arial" panose="020B0604020202020204" pitchFamily="34" charset="0"/>
              </a:rPr>
              <a:t>EDRMS Department insights</a:t>
            </a:r>
            <a:endParaRPr lang="en-AU" sz="1400" b="1" dirty="0">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9556652F-124F-3862-C657-E4A5444AABA6}"/>
              </a:ext>
            </a:extLst>
          </p:cNvPr>
          <p:cNvSpPr/>
          <p:nvPr/>
        </p:nvSpPr>
        <p:spPr>
          <a:xfrm>
            <a:off x="7356143" y="3768417"/>
            <a:ext cx="4558355" cy="1521144"/>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Include indicators for month-on-month per department, division: no. of active users, no. of users who have not accessed their site (is this possible? This is to track those that may have already transferred or left the Bank), no. of new users (to list for onboarding) </a:t>
            </a:r>
          </a:p>
        </p:txBody>
      </p:sp>
    </p:spTree>
    <p:extLst>
      <p:ext uri="{BB962C8B-B14F-4D97-AF65-F5344CB8AC3E}">
        <p14:creationId xmlns:p14="http://schemas.microsoft.com/office/powerpoint/2010/main" val="628714080"/>
      </p:ext>
    </p:extLst>
  </p:cSld>
  <p:clrMapOvr>
    <a:masterClrMapping/>
  </p:clrMapOvr>
  <p:extLst>
    <p:ext uri="{6950BFC3-D8DA-4A85-94F7-54DA5524770B}">
      <p188:commentRel xmlns:p188="http://schemas.microsoft.com/office/powerpoint/2018/8/main" r:id="rId2"/>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B9EC8-B92F-C096-2A76-8B3DCF61EC86}"/>
            </a:ext>
          </a:extLst>
        </p:cNvPr>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FB118B77-A8C3-CE5F-E55B-94E5FCEC6D2D}"/>
              </a:ext>
            </a:extLst>
          </p:cNvPr>
          <p:cNvGraphicFramePr>
            <a:graphicFrameLocks noGrp="1"/>
          </p:cNvGraphicFramePr>
          <p:nvPr/>
        </p:nvGraphicFramePr>
        <p:xfrm>
          <a:off x="1017000" y="3045561"/>
          <a:ext cx="10157999" cy="2701731"/>
        </p:xfrm>
        <a:graphic>
          <a:graphicData uri="http://schemas.openxmlformats.org/drawingml/2006/table">
            <a:tbl>
              <a:tblPr firstRow="1" firstCol="1" bandRow="1"/>
              <a:tblGrid>
                <a:gridCol w="2379230">
                  <a:extLst>
                    <a:ext uri="{9D8B030D-6E8A-4147-A177-3AD203B41FA5}">
                      <a16:colId xmlns:a16="http://schemas.microsoft.com/office/drawing/2014/main" val="384871762"/>
                    </a:ext>
                  </a:extLst>
                </a:gridCol>
                <a:gridCol w="1466115">
                  <a:extLst>
                    <a:ext uri="{9D8B030D-6E8A-4147-A177-3AD203B41FA5}">
                      <a16:colId xmlns:a16="http://schemas.microsoft.com/office/drawing/2014/main" val="591196838"/>
                    </a:ext>
                  </a:extLst>
                </a:gridCol>
                <a:gridCol w="1231983">
                  <a:extLst>
                    <a:ext uri="{9D8B030D-6E8A-4147-A177-3AD203B41FA5}">
                      <a16:colId xmlns:a16="http://schemas.microsoft.com/office/drawing/2014/main" val="1168279934"/>
                    </a:ext>
                  </a:extLst>
                </a:gridCol>
                <a:gridCol w="1693557">
                  <a:extLst>
                    <a:ext uri="{9D8B030D-6E8A-4147-A177-3AD203B41FA5}">
                      <a16:colId xmlns:a16="http://schemas.microsoft.com/office/drawing/2014/main" val="2280140058"/>
                    </a:ext>
                  </a:extLst>
                </a:gridCol>
                <a:gridCol w="1693557">
                  <a:extLst>
                    <a:ext uri="{9D8B030D-6E8A-4147-A177-3AD203B41FA5}">
                      <a16:colId xmlns:a16="http://schemas.microsoft.com/office/drawing/2014/main" val="96822938"/>
                    </a:ext>
                  </a:extLst>
                </a:gridCol>
                <a:gridCol w="1693557">
                  <a:extLst>
                    <a:ext uri="{9D8B030D-6E8A-4147-A177-3AD203B41FA5}">
                      <a16:colId xmlns:a16="http://schemas.microsoft.com/office/drawing/2014/main" val="1572033501"/>
                    </a:ext>
                  </a:extLst>
                </a:gridCol>
              </a:tblGrid>
              <a:tr h="70783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Name of sites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Site owners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records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physical counterparts</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600" dirty="0">
                          <a:solidFill>
                            <a:schemeClr val="accent2"/>
                          </a:solidFill>
                          <a:latin typeface="Arial" panose="020B0604020202020204" pitchFamily="34" charset="0"/>
                          <a:cs typeface="Arial" panose="020B0604020202020204" pitchFamily="34" charset="0"/>
                        </a:rPr>
                        <a:t>Number of records due for disposal</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69269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0" indent="0">
                        <a:buFont typeface="Arial" panose="020B0604020202020204" pitchFamily="34" charset="0"/>
                        <a:buNone/>
                      </a:pPr>
                      <a:r>
                        <a:rPr lang="en-AU" sz="1600" dirty="0">
                          <a:hlinkClick r:id="rId3" action="ppaction://hlinksldjump"/>
                        </a:rPr>
                        <a:t>Institutional Management</a:t>
                      </a:r>
                      <a:r>
                        <a:rPr lang="en-US" sz="1600" dirty="0"/>
                        <a:t> </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Names</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617946">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2</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Names</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28591595"/>
                  </a:ext>
                </a:extLst>
              </a:tr>
              <a:tr h="61722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3</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Names</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68771723"/>
                  </a:ext>
                </a:extLst>
              </a:tr>
            </a:tbl>
          </a:graphicData>
        </a:graphic>
      </p:graphicFrame>
      <p:graphicFrame>
        <p:nvGraphicFramePr>
          <p:cNvPr id="10" name="Table 9">
            <a:extLst>
              <a:ext uri="{FF2B5EF4-FFF2-40B4-BE49-F238E27FC236}">
                <a16:creationId xmlns:a16="http://schemas.microsoft.com/office/drawing/2014/main" id="{84F49A4E-A3C0-AD2E-6FE5-B3B89AAA3F91}"/>
              </a:ext>
            </a:extLst>
          </p:cNvPr>
          <p:cNvGraphicFramePr>
            <a:graphicFrameLocks noGrp="1"/>
          </p:cNvGraphicFramePr>
          <p:nvPr/>
        </p:nvGraphicFramePr>
        <p:xfrm>
          <a:off x="220619" y="1260098"/>
          <a:ext cx="11570330" cy="158496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dirty="0"/>
                        <a:t>EDRMS sites</a:t>
                      </a:r>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number of sites created</a:t>
                      </a:r>
                    </a:p>
                    <a:p>
                      <a:endParaRPr lang="en-PH" dirty="0"/>
                    </a:p>
                  </a:txBody>
                  <a:tcPr/>
                </a:tc>
                <a:tc>
                  <a:txBody>
                    <a:bodyPr/>
                    <a:lstStyle/>
                    <a:p>
                      <a:r>
                        <a:rPr lang="en-US" dirty="0"/>
                        <a:t>Total number of documents in EDRMS</a:t>
                      </a:r>
                    </a:p>
                  </a:txBody>
                  <a:tcPr/>
                </a:tc>
                <a:tc>
                  <a:txBody>
                    <a:bodyPr/>
                    <a:lstStyle/>
                    <a:p>
                      <a:r>
                        <a:rPr lang="en-US" dirty="0"/>
                        <a:t>Total number of records declared in EDRMS</a:t>
                      </a:r>
                    </a:p>
                  </a:txBody>
                  <a:tcPr/>
                </a:tc>
                <a:tc>
                  <a:txBody>
                    <a:bodyPr/>
                    <a:lstStyle/>
                    <a:p>
                      <a:r>
                        <a:rPr lang="en-US" dirty="0"/>
                        <a:t>Total number of physical counterparts identified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accent2"/>
                          </a:solidFill>
                          <a:latin typeface="Arial" panose="020B0604020202020204" pitchFamily="34" charset="0"/>
                          <a:cs typeface="Arial" panose="020B0604020202020204" pitchFamily="34" charset="0"/>
                        </a:rPr>
                        <a:t>Total number of records due for disposal</a:t>
                      </a:r>
                    </a:p>
                    <a:p>
                      <a:endParaRPr lang="en-PH" dirty="0"/>
                    </a:p>
                  </a:txBody>
                  <a:tcPr/>
                </a:tc>
                <a:extLst>
                  <a:ext uri="{0D108BD9-81ED-4DB2-BD59-A6C34878D82A}">
                    <a16:rowId xmlns:a16="http://schemas.microsoft.com/office/drawing/2014/main" val="1407182121"/>
                  </a:ext>
                </a:extLst>
              </a:tr>
            </a:tbl>
          </a:graphicData>
        </a:graphic>
      </p:graphicFrame>
      <p:sp>
        <p:nvSpPr>
          <p:cNvPr id="13" name="Freeform: Shape 12">
            <a:extLst>
              <a:ext uri="{FF2B5EF4-FFF2-40B4-BE49-F238E27FC236}">
                <a16:creationId xmlns:a16="http://schemas.microsoft.com/office/drawing/2014/main" id="{4DBBF619-49CA-7D7A-4C61-3BF850E775BC}"/>
              </a:ext>
            </a:extLst>
          </p:cNvPr>
          <p:cNvSpPr/>
          <p:nvPr/>
        </p:nvSpPr>
        <p:spPr>
          <a:xfrm>
            <a:off x="220620" y="186395"/>
            <a:ext cx="9629233"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defTabSz="1200150" eaLnBrk="1" fontAlgn="auto" latinLnBrk="0" hangingPunct="1">
              <a:lnSpc>
                <a:spcPct val="90000"/>
              </a:lnSpc>
              <a:spcBef>
                <a:spcPct val="0"/>
              </a:spcBef>
              <a:spcAft>
                <a:spcPct val="35000"/>
              </a:spcAft>
              <a:buClrTx/>
              <a:buSzTx/>
              <a:buFontTx/>
              <a:buNone/>
              <a:tabLst/>
              <a:defRPr/>
            </a:pPr>
            <a:r>
              <a:rPr kumimoji="0" lang="en-US" sz="2700" b="0" i="0" u="none" strike="noStrike" kern="0" cap="none" spc="0" normalizeH="0" baseline="0" noProof="0" dirty="0">
                <a:ln>
                  <a:noFill/>
                </a:ln>
                <a:solidFill>
                  <a:prstClr val="white"/>
                </a:solidFill>
                <a:effectLst/>
                <a:uLnTx/>
                <a:uFillTx/>
                <a:latin typeface="Aptos" panose="02110004020202020204"/>
                <a:ea typeface="+mn-ea"/>
                <a:cs typeface="+mn-cs"/>
              </a:rPr>
              <a:t>BPMSD - Budget, People, and Management Systems Department</a:t>
            </a:r>
          </a:p>
        </p:txBody>
      </p:sp>
      <p:sp>
        <p:nvSpPr>
          <p:cNvPr id="4" name="Rectangle: Rounded Corners 3">
            <a:hlinkClick r:id="rId4" action="ppaction://hlinksldjump"/>
            <a:extLst>
              <a:ext uri="{FF2B5EF4-FFF2-40B4-BE49-F238E27FC236}">
                <a16:creationId xmlns:a16="http://schemas.microsoft.com/office/drawing/2014/main" id="{1BFC5D80-736C-7AA1-68C1-18683D13BFC9}"/>
              </a:ext>
            </a:extLst>
          </p:cNvPr>
          <p:cNvSpPr/>
          <p:nvPr/>
        </p:nvSpPr>
        <p:spPr>
          <a:xfrm>
            <a:off x="9561095" y="104273"/>
            <a:ext cx="2518609" cy="433137"/>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AU" sz="1400" dirty="0">
                <a:latin typeface="Arial" panose="020B0604020202020204" pitchFamily="34" charset="0"/>
                <a:cs typeface="Arial" panose="020B0604020202020204" pitchFamily="34" charset="0"/>
              </a:rPr>
              <a:t>EDRMS Department insights</a:t>
            </a:r>
            <a:endParaRPr lang="en-AU" sz="1400" b="1" dirty="0">
              <a:latin typeface="Arial" panose="020B0604020202020204" pitchFamily="34" charset="0"/>
              <a:cs typeface="Arial" panose="020B0604020202020204" pitchFamily="34" charset="0"/>
            </a:endParaRPr>
          </a:p>
        </p:txBody>
      </p:sp>
      <p:sp>
        <p:nvSpPr>
          <p:cNvPr id="3" name="Rectangle: Rounded Corners 2">
            <a:extLst>
              <a:ext uri="{FF2B5EF4-FFF2-40B4-BE49-F238E27FC236}">
                <a16:creationId xmlns:a16="http://schemas.microsoft.com/office/drawing/2014/main" id="{79115668-3B1F-37D6-EF97-1836655400AF}"/>
              </a:ext>
            </a:extLst>
          </p:cNvPr>
          <p:cNvSpPr/>
          <p:nvPr/>
        </p:nvSpPr>
        <p:spPr>
          <a:xfrm>
            <a:off x="7069540" y="5118930"/>
            <a:ext cx="4558355" cy="995267"/>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r>
              <a:rPr lang="en-US" sz="1400" dirty="0">
                <a:latin typeface="Arial" panose="020B0604020202020204" pitchFamily="34" charset="0"/>
                <a:cs typeface="Arial" panose="020B0604020202020204" pitchFamily="34" charset="0"/>
              </a:rPr>
              <a:t>Include indicators per department, division: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No. and list of sites with no activity in 90 days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Records declared month-on-month</a:t>
            </a:r>
          </a:p>
        </p:txBody>
      </p:sp>
    </p:spTree>
    <p:extLst>
      <p:ext uri="{BB962C8B-B14F-4D97-AF65-F5344CB8AC3E}">
        <p14:creationId xmlns:p14="http://schemas.microsoft.com/office/powerpoint/2010/main" val="21167394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1D0BB-FF3C-E2B2-E08A-7B4E2B543298}"/>
            </a:ext>
          </a:extLst>
        </p:cNvPr>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B3731C1E-7E85-3F3F-E03B-1A58642880A0}"/>
              </a:ext>
            </a:extLst>
          </p:cNvPr>
          <p:cNvGraphicFramePr>
            <a:graphicFrameLocks noGrp="1"/>
          </p:cNvGraphicFramePr>
          <p:nvPr/>
        </p:nvGraphicFramePr>
        <p:xfrm>
          <a:off x="231141" y="1251818"/>
          <a:ext cx="11570330" cy="131064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dirty="0"/>
                        <a:t>Site visitors</a:t>
                      </a:r>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number of visitors</a:t>
                      </a:r>
                    </a:p>
                    <a:p>
                      <a:endParaRPr lang="en-P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number of v</a:t>
                      </a:r>
                      <a:r>
                        <a:rPr lang="en-AU" sz="1800" kern="100" dirty="0" err="1">
                          <a:effectLst/>
                        </a:rPr>
                        <a:t>isitors</a:t>
                      </a:r>
                      <a:r>
                        <a:rPr lang="en-AU" sz="1800" kern="100" dirty="0">
                          <a:effectLst/>
                        </a:rPr>
                        <a:t> (external)</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US" dirty="0"/>
                        <a:t>(#, %)</a:t>
                      </a:r>
                    </a:p>
                  </a:txBody>
                  <a:tcPr/>
                </a:tc>
                <a:tc>
                  <a:txBody>
                    <a:bodyPr/>
                    <a:lstStyle/>
                    <a:p>
                      <a:r>
                        <a:rPr lang="en-US" dirty="0"/>
                        <a:t>Total number of v</a:t>
                      </a:r>
                      <a:r>
                        <a:rPr lang="en-AU" sz="1800" kern="100" dirty="0" err="1">
                          <a:effectLst/>
                        </a:rPr>
                        <a:t>isitors</a:t>
                      </a:r>
                      <a:r>
                        <a:rPr lang="en-AU" sz="1800" kern="100" dirty="0">
                          <a:effectLst/>
                        </a:rPr>
                        <a:t> (internal) </a:t>
                      </a:r>
                    </a:p>
                    <a:p>
                      <a:r>
                        <a:rPr lang="en-US" dirty="0"/>
                        <a:t>(#, %)</a:t>
                      </a:r>
                    </a:p>
                  </a:txBody>
                  <a:tcPr/>
                </a:tc>
                <a:tc>
                  <a:txBody>
                    <a:bodyPr/>
                    <a:lstStyle/>
                    <a:p>
                      <a:r>
                        <a:rPr lang="en-US" dirty="0"/>
                        <a:t>Total number of access requests granted (#, %)</a:t>
                      </a:r>
                    </a:p>
                  </a:txBody>
                  <a:tcPr/>
                </a:tc>
                <a:tc>
                  <a:txBody>
                    <a:bodyPr/>
                    <a:lstStyle/>
                    <a:p>
                      <a:r>
                        <a:rPr lang="en-US" dirty="0"/>
                        <a:t>Total number of access requests denied (#, %)</a:t>
                      </a:r>
                    </a:p>
                  </a:txBody>
                  <a:tcPr/>
                </a:tc>
                <a:extLst>
                  <a:ext uri="{0D108BD9-81ED-4DB2-BD59-A6C34878D82A}">
                    <a16:rowId xmlns:a16="http://schemas.microsoft.com/office/drawing/2014/main" val="1407182121"/>
                  </a:ext>
                </a:extLst>
              </a:tr>
            </a:tbl>
          </a:graphicData>
        </a:graphic>
      </p:graphicFrame>
      <p:sp>
        <p:nvSpPr>
          <p:cNvPr id="6" name="Freeform: Shape 5">
            <a:extLst>
              <a:ext uri="{FF2B5EF4-FFF2-40B4-BE49-F238E27FC236}">
                <a16:creationId xmlns:a16="http://schemas.microsoft.com/office/drawing/2014/main" id="{47D31DE6-F779-5A2D-79A0-FE71FB5033CC}"/>
              </a:ext>
            </a:extLst>
          </p:cNvPr>
          <p:cNvSpPr/>
          <p:nvPr/>
        </p:nvSpPr>
        <p:spPr>
          <a:xfrm>
            <a:off x="220620" y="186395"/>
            <a:ext cx="9629233"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lvl="0" defTabSz="1200150">
              <a:lnSpc>
                <a:spcPct val="90000"/>
              </a:lnSpc>
              <a:spcBef>
                <a:spcPct val="0"/>
              </a:spcBef>
              <a:spcAft>
                <a:spcPct val="35000"/>
              </a:spcAft>
              <a:defRPr/>
            </a:pPr>
            <a:r>
              <a:rPr lang="en-US" sz="2700" kern="0" dirty="0">
                <a:solidFill>
                  <a:prstClr val="white"/>
                </a:solidFill>
              </a:rPr>
              <a:t>BPMSD - Budget, People, and Management Systems Department</a:t>
            </a:r>
          </a:p>
        </p:txBody>
      </p:sp>
      <p:graphicFrame>
        <p:nvGraphicFramePr>
          <p:cNvPr id="11" name="Table 10">
            <a:extLst>
              <a:ext uri="{FF2B5EF4-FFF2-40B4-BE49-F238E27FC236}">
                <a16:creationId xmlns:a16="http://schemas.microsoft.com/office/drawing/2014/main" id="{5ADE2474-2672-C06F-3C1B-9EDD8C75823B}"/>
              </a:ext>
            </a:extLst>
          </p:cNvPr>
          <p:cNvGraphicFramePr>
            <a:graphicFrameLocks noGrp="1"/>
          </p:cNvGraphicFramePr>
          <p:nvPr/>
        </p:nvGraphicFramePr>
        <p:xfrm>
          <a:off x="1009061" y="3416281"/>
          <a:ext cx="9741534" cy="2701731"/>
        </p:xfrm>
        <a:graphic>
          <a:graphicData uri="http://schemas.openxmlformats.org/drawingml/2006/table">
            <a:tbl>
              <a:tblPr firstRow="1" firstCol="1" bandRow="1"/>
              <a:tblGrid>
                <a:gridCol w="1410619">
                  <a:extLst>
                    <a:ext uri="{9D8B030D-6E8A-4147-A177-3AD203B41FA5}">
                      <a16:colId xmlns:a16="http://schemas.microsoft.com/office/drawing/2014/main" val="384871762"/>
                    </a:ext>
                  </a:extLst>
                </a:gridCol>
                <a:gridCol w="1666183">
                  <a:extLst>
                    <a:ext uri="{9D8B030D-6E8A-4147-A177-3AD203B41FA5}">
                      <a16:colId xmlns:a16="http://schemas.microsoft.com/office/drawing/2014/main" val="591196838"/>
                    </a:ext>
                  </a:extLst>
                </a:gridCol>
                <a:gridCol w="1666183">
                  <a:extLst>
                    <a:ext uri="{9D8B030D-6E8A-4147-A177-3AD203B41FA5}">
                      <a16:colId xmlns:a16="http://schemas.microsoft.com/office/drawing/2014/main" val="1168279934"/>
                    </a:ext>
                  </a:extLst>
                </a:gridCol>
                <a:gridCol w="1666183">
                  <a:extLst>
                    <a:ext uri="{9D8B030D-6E8A-4147-A177-3AD203B41FA5}">
                      <a16:colId xmlns:a16="http://schemas.microsoft.com/office/drawing/2014/main" val="2280140058"/>
                    </a:ext>
                  </a:extLst>
                </a:gridCol>
                <a:gridCol w="1666183">
                  <a:extLst>
                    <a:ext uri="{9D8B030D-6E8A-4147-A177-3AD203B41FA5}">
                      <a16:colId xmlns:a16="http://schemas.microsoft.com/office/drawing/2014/main" val="745181094"/>
                    </a:ext>
                  </a:extLst>
                </a:gridCol>
                <a:gridCol w="1666183">
                  <a:extLst>
                    <a:ext uri="{9D8B030D-6E8A-4147-A177-3AD203B41FA5}">
                      <a16:colId xmlns:a16="http://schemas.microsoft.com/office/drawing/2014/main" val="3487380979"/>
                    </a:ext>
                  </a:extLst>
                </a:gridCol>
              </a:tblGrid>
              <a:tr h="70783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Total number of visitors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Visitors (external)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Visitors (internal) by department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accent2"/>
                          </a:solidFill>
                          <a:effectLst/>
                        </a:rPr>
                        <a:t>Access requests granted</a:t>
                      </a:r>
                      <a:endPar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AU" sz="1600" b="1" kern="100" dirty="0">
                          <a:solidFill>
                            <a:schemeClr val="accent2"/>
                          </a:solidFill>
                          <a:effectLst/>
                        </a:rPr>
                        <a:t>Access requests denied</a:t>
                      </a:r>
                      <a:endPar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69269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0" indent="0">
                        <a:buFont typeface="Arial" panose="020B0604020202020204" pitchFamily="34" charset="0"/>
                        <a:buNone/>
                      </a:pPr>
                      <a:r>
                        <a:rPr lang="en-AU" sz="1600" dirty="0">
                          <a:hlinkClick r:id="rId2" action="ppaction://hlinksldjump"/>
                        </a:rPr>
                        <a:t>Institutional Management</a:t>
                      </a:r>
                      <a:r>
                        <a:rPr lang="en-US" sz="1600" dirty="0"/>
                        <a:t> </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617946">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2</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28591595"/>
                  </a:ext>
                </a:extLst>
              </a:tr>
              <a:tr h="61722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3</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68771723"/>
                  </a:ext>
                </a:extLst>
              </a:tr>
            </a:tbl>
          </a:graphicData>
        </a:graphic>
      </p:graphicFrame>
      <p:sp>
        <p:nvSpPr>
          <p:cNvPr id="13" name="Callout: Line 12">
            <a:extLst>
              <a:ext uri="{FF2B5EF4-FFF2-40B4-BE49-F238E27FC236}">
                <a16:creationId xmlns:a16="http://schemas.microsoft.com/office/drawing/2014/main" id="{B59D8F68-D9B4-85BC-CBE7-5010FDE49B8A}"/>
              </a:ext>
            </a:extLst>
          </p:cNvPr>
          <p:cNvSpPr/>
          <p:nvPr/>
        </p:nvSpPr>
        <p:spPr>
          <a:xfrm>
            <a:off x="8707273" y="2682194"/>
            <a:ext cx="3235954" cy="583612"/>
          </a:xfrm>
          <a:prstGeom prst="borderCallout1">
            <a:avLst>
              <a:gd name="adj1" fmla="val 13059"/>
              <a:gd name="adj2" fmla="val -3340"/>
              <a:gd name="adj3" fmla="val 109315"/>
              <a:gd name="adj4" fmla="val -20013"/>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400" kern="100" dirty="0"/>
              <a:t>Is this data available in SharePoint/</a:t>
            </a:r>
            <a:r>
              <a:rPr lang="en-US" sz="1400" kern="100"/>
              <a:t>Cloud Governance?</a:t>
            </a:r>
            <a:endParaRPr lang="en-AU" sz="14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17" name="Rectangle: Rounded Corners 16">
            <a:hlinkClick r:id="rId3" action="ppaction://hlinksldjump"/>
            <a:extLst>
              <a:ext uri="{FF2B5EF4-FFF2-40B4-BE49-F238E27FC236}">
                <a16:creationId xmlns:a16="http://schemas.microsoft.com/office/drawing/2014/main" id="{1FC63E72-3554-6E09-130B-8D2D1A07BCD6}"/>
              </a:ext>
            </a:extLst>
          </p:cNvPr>
          <p:cNvSpPr/>
          <p:nvPr/>
        </p:nvSpPr>
        <p:spPr>
          <a:xfrm>
            <a:off x="9561095" y="104273"/>
            <a:ext cx="2518609" cy="433137"/>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AU" sz="1400" dirty="0">
                <a:latin typeface="Arial" panose="020B0604020202020204" pitchFamily="34" charset="0"/>
                <a:cs typeface="Arial" panose="020B0604020202020204" pitchFamily="34" charset="0"/>
              </a:rPr>
              <a:t>EDRMS Department insights</a:t>
            </a:r>
            <a:endParaRPr lang="en-AU"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98172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1A20C-15E5-461E-0A8A-7FEC36E21E3C}"/>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EFC7A3D7-8D42-CBB6-5351-42F1F073BAF8}"/>
              </a:ext>
            </a:extLst>
          </p:cNvPr>
          <p:cNvSpPr/>
          <p:nvPr/>
        </p:nvSpPr>
        <p:spPr>
          <a:xfrm>
            <a:off x="220620" y="186395"/>
            <a:ext cx="9629233"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lvl="0" defTabSz="1200150">
              <a:lnSpc>
                <a:spcPct val="90000"/>
              </a:lnSpc>
              <a:spcBef>
                <a:spcPct val="0"/>
              </a:spcBef>
              <a:spcAft>
                <a:spcPct val="35000"/>
              </a:spcAft>
              <a:defRPr/>
            </a:pPr>
            <a:r>
              <a:rPr lang="en-US" sz="2700" kern="0" dirty="0">
                <a:solidFill>
                  <a:prstClr val="white"/>
                </a:solidFill>
              </a:rPr>
              <a:t>BPMSD - Budget, People, and Management Systems Department</a:t>
            </a:r>
          </a:p>
        </p:txBody>
      </p:sp>
      <p:graphicFrame>
        <p:nvGraphicFramePr>
          <p:cNvPr id="5" name="Table 4">
            <a:extLst>
              <a:ext uri="{FF2B5EF4-FFF2-40B4-BE49-F238E27FC236}">
                <a16:creationId xmlns:a16="http://schemas.microsoft.com/office/drawing/2014/main" id="{2C4146C7-16C3-E0B4-08D2-8A2F868D11E3}"/>
              </a:ext>
            </a:extLst>
          </p:cNvPr>
          <p:cNvGraphicFramePr>
            <a:graphicFrameLocks noGrp="1"/>
          </p:cNvGraphicFramePr>
          <p:nvPr/>
        </p:nvGraphicFramePr>
        <p:xfrm>
          <a:off x="231141" y="1251818"/>
          <a:ext cx="11570330" cy="131064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Total number of documents in EDRMS</a:t>
                      </a:r>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number of </a:t>
                      </a:r>
                      <a:r>
                        <a:rPr lang="en-AU" b="1" dirty="0" err="1">
                          <a:solidFill>
                            <a:schemeClr val="accent1"/>
                          </a:solidFill>
                        </a:rPr>
                        <a:t>of</a:t>
                      </a:r>
                      <a:r>
                        <a:rPr lang="en-AU" b="1" dirty="0">
                          <a:solidFill>
                            <a:schemeClr val="accent1"/>
                          </a:solidFill>
                        </a:rPr>
                        <a:t> documents migrated</a:t>
                      </a:r>
                      <a:endParaRPr lang="en-P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number of users migrating documents</a:t>
                      </a:r>
                    </a:p>
                  </a:txBody>
                  <a:tcPr/>
                </a:tc>
                <a:tc>
                  <a:txBody>
                    <a:bodyPr/>
                    <a:lstStyle/>
                    <a:p>
                      <a:r>
                        <a:rPr lang="en-US" dirty="0"/>
                        <a:t>Total migrated documents size (in GB?)</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407182121"/>
                  </a:ext>
                </a:extLst>
              </a:tr>
            </a:tbl>
          </a:graphicData>
        </a:graphic>
      </p:graphicFrame>
      <p:graphicFrame>
        <p:nvGraphicFramePr>
          <p:cNvPr id="8" name="Table 7">
            <a:extLst>
              <a:ext uri="{FF2B5EF4-FFF2-40B4-BE49-F238E27FC236}">
                <a16:creationId xmlns:a16="http://schemas.microsoft.com/office/drawing/2014/main" id="{B16ACFEA-B062-4A85-4538-63697F178197}"/>
              </a:ext>
            </a:extLst>
          </p:cNvPr>
          <p:cNvGraphicFramePr>
            <a:graphicFrameLocks noGrp="1"/>
          </p:cNvGraphicFramePr>
          <p:nvPr>
            <p:extLst>
              <p:ext uri="{D42A27DB-BD31-4B8C-83A1-F6EECF244321}">
                <p14:modId xmlns:p14="http://schemas.microsoft.com/office/powerpoint/2010/main" val="3997934047"/>
              </p:ext>
            </p:extLst>
          </p:nvPr>
        </p:nvGraphicFramePr>
        <p:xfrm>
          <a:off x="835166" y="2752759"/>
          <a:ext cx="7509604" cy="2289955"/>
        </p:xfrm>
        <a:graphic>
          <a:graphicData uri="http://schemas.openxmlformats.org/drawingml/2006/table">
            <a:tbl>
              <a:tblPr firstRow="1" firstCol="1" bandRow="1"/>
              <a:tblGrid>
                <a:gridCol w="1877401">
                  <a:extLst>
                    <a:ext uri="{9D8B030D-6E8A-4147-A177-3AD203B41FA5}">
                      <a16:colId xmlns:a16="http://schemas.microsoft.com/office/drawing/2014/main" val="384871762"/>
                    </a:ext>
                  </a:extLst>
                </a:gridCol>
                <a:gridCol w="1877401">
                  <a:extLst>
                    <a:ext uri="{9D8B030D-6E8A-4147-A177-3AD203B41FA5}">
                      <a16:colId xmlns:a16="http://schemas.microsoft.com/office/drawing/2014/main" val="591196838"/>
                    </a:ext>
                  </a:extLst>
                </a:gridCol>
                <a:gridCol w="1877401">
                  <a:extLst>
                    <a:ext uri="{9D8B030D-6E8A-4147-A177-3AD203B41FA5}">
                      <a16:colId xmlns:a16="http://schemas.microsoft.com/office/drawing/2014/main" val="1168279934"/>
                    </a:ext>
                  </a:extLst>
                </a:gridCol>
                <a:gridCol w="1877401">
                  <a:extLst>
                    <a:ext uri="{9D8B030D-6E8A-4147-A177-3AD203B41FA5}">
                      <a16:colId xmlns:a16="http://schemas.microsoft.com/office/drawing/2014/main" val="2280140058"/>
                    </a:ext>
                  </a:extLst>
                </a:gridCol>
              </a:tblGrid>
              <a:tr h="976225">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documents created /uploaded</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users creating documents</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Documents size  (in GB)</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463255">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0" indent="0">
                        <a:buFont typeface="Arial" panose="020B0604020202020204" pitchFamily="34" charset="0"/>
                        <a:buNone/>
                      </a:pPr>
                      <a:r>
                        <a:rPr lang="en-AU" sz="1600" dirty="0">
                          <a:hlinkClick r:id="rId2" action="ppaction://hlinksldjump"/>
                        </a:rPr>
                        <a:t>Institutional Management</a:t>
                      </a:r>
                      <a:r>
                        <a:rPr lang="en-US" sz="1600" dirty="0"/>
                        <a:t> </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413268">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2</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28591595"/>
                  </a:ext>
                </a:extLst>
              </a:tr>
              <a:tr h="412782">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3</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68771723"/>
                  </a:ext>
                </a:extLst>
              </a:tr>
            </a:tbl>
          </a:graphicData>
        </a:graphic>
      </p:graphicFrame>
      <p:sp>
        <p:nvSpPr>
          <p:cNvPr id="11" name="Rectangle: Rounded Corners 10">
            <a:hlinkClick r:id="rId3" action="ppaction://hlinksldjump"/>
            <a:extLst>
              <a:ext uri="{FF2B5EF4-FFF2-40B4-BE49-F238E27FC236}">
                <a16:creationId xmlns:a16="http://schemas.microsoft.com/office/drawing/2014/main" id="{39E1DB70-C780-297C-7AB5-7DA2DAC00586}"/>
              </a:ext>
            </a:extLst>
          </p:cNvPr>
          <p:cNvSpPr/>
          <p:nvPr/>
        </p:nvSpPr>
        <p:spPr>
          <a:xfrm>
            <a:off x="9561095" y="104273"/>
            <a:ext cx="2518609" cy="433137"/>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AU" sz="1400" dirty="0">
                <a:latin typeface="Arial" panose="020B0604020202020204" pitchFamily="34" charset="0"/>
                <a:cs typeface="Arial" panose="020B0604020202020204" pitchFamily="34" charset="0"/>
              </a:rPr>
              <a:t>EDRMS Department insights</a:t>
            </a:r>
            <a:endParaRPr lang="en-AU"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687160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3E7C6-1C62-DF61-AD9F-EE328895A2C6}"/>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279CD010-DB5F-2E46-0357-2F5865270215}"/>
              </a:ext>
            </a:extLst>
          </p:cNvPr>
          <p:cNvSpPr/>
          <p:nvPr/>
        </p:nvSpPr>
        <p:spPr>
          <a:xfrm>
            <a:off x="220620" y="186395"/>
            <a:ext cx="9629233"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lvl="0" defTabSz="1200150">
              <a:lnSpc>
                <a:spcPct val="90000"/>
              </a:lnSpc>
              <a:spcBef>
                <a:spcPct val="0"/>
              </a:spcBef>
              <a:spcAft>
                <a:spcPct val="35000"/>
              </a:spcAft>
              <a:defRPr/>
            </a:pPr>
            <a:r>
              <a:rPr lang="en-US" sz="2700" kern="0" dirty="0">
                <a:solidFill>
                  <a:prstClr val="white"/>
                </a:solidFill>
              </a:rPr>
              <a:t>BPMSD - Budget, People, and Management Systems Department</a:t>
            </a:r>
          </a:p>
        </p:txBody>
      </p:sp>
      <p:graphicFrame>
        <p:nvGraphicFramePr>
          <p:cNvPr id="2" name="Table 1">
            <a:extLst>
              <a:ext uri="{FF2B5EF4-FFF2-40B4-BE49-F238E27FC236}">
                <a16:creationId xmlns:a16="http://schemas.microsoft.com/office/drawing/2014/main" id="{D3C9B91B-9608-1578-B14A-901EEE67A45C}"/>
              </a:ext>
            </a:extLst>
          </p:cNvPr>
          <p:cNvGraphicFramePr>
            <a:graphicFrameLocks noGrp="1"/>
          </p:cNvGraphicFramePr>
          <p:nvPr/>
        </p:nvGraphicFramePr>
        <p:xfrm>
          <a:off x="234664" y="2637982"/>
          <a:ext cx="6725695" cy="2609448"/>
        </p:xfrm>
        <a:graphic>
          <a:graphicData uri="http://schemas.openxmlformats.org/drawingml/2006/table">
            <a:tbl>
              <a:tblPr firstRow="1" firstCol="1" bandRow="1"/>
              <a:tblGrid>
                <a:gridCol w="1416715">
                  <a:extLst>
                    <a:ext uri="{9D8B030D-6E8A-4147-A177-3AD203B41FA5}">
                      <a16:colId xmlns:a16="http://schemas.microsoft.com/office/drawing/2014/main" val="384871762"/>
                    </a:ext>
                  </a:extLst>
                </a:gridCol>
                <a:gridCol w="1273563">
                  <a:extLst>
                    <a:ext uri="{9D8B030D-6E8A-4147-A177-3AD203B41FA5}">
                      <a16:colId xmlns:a16="http://schemas.microsoft.com/office/drawing/2014/main" val="591196838"/>
                    </a:ext>
                  </a:extLst>
                </a:gridCol>
                <a:gridCol w="1345139">
                  <a:extLst>
                    <a:ext uri="{9D8B030D-6E8A-4147-A177-3AD203B41FA5}">
                      <a16:colId xmlns:a16="http://schemas.microsoft.com/office/drawing/2014/main" val="1168279934"/>
                    </a:ext>
                  </a:extLst>
                </a:gridCol>
                <a:gridCol w="1345139">
                  <a:extLst>
                    <a:ext uri="{9D8B030D-6E8A-4147-A177-3AD203B41FA5}">
                      <a16:colId xmlns:a16="http://schemas.microsoft.com/office/drawing/2014/main" val="2280140058"/>
                    </a:ext>
                  </a:extLst>
                </a:gridCol>
                <a:gridCol w="1345139">
                  <a:extLst>
                    <a:ext uri="{9D8B030D-6E8A-4147-A177-3AD203B41FA5}">
                      <a16:colId xmlns:a16="http://schemas.microsoft.com/office/drawing/2014/main" val="96822938"/>
                    </a:ext>
                  </a:extLst>
                </a:gridCol>
              </a:tblGrid>
              <a:tr h="104050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Total number of records declared</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Total number of users declaring records</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records declared per division</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users declaring records per division</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463255">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0" indent="0">
                        <a:buFont typeface="Arial" panose="020B0604020202020204" pitchFamily="34" charset="0"/>
                        <a:buNone/>
                      </a:pPr>
                      <a:r>
                        <a:rPr lang="en-AU" sz="1600" dirty="0">
                          <a:hlinkClick r:id="rId3" action="ppaction://hlinksldjump"/>
                        </a:rPr>
                        <a:t>Institutional Management</a:t>
                      </a:r>
                      <a:r>
                        <a:rPr lang="en-US" sz="1600" dirty="0"/>
                        <a:t> </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413268">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2</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28591595"/>
                  </a:ext>
                </a:extLst>
              </a:tr>
              <a:tr h="412782">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3</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68771723"/>
                  </a:ext>
                </a:extLst>
              </a:tr>
            </a:tbl>
          </a:graphicData>
        </a:graphic>
      </p:graphicFrame>
      <p:graphicFrame>
        <p:nvGraphicFramePr>
          <p:cNvPr id="5" name="Table 4">
            <a:extLst>
              <a:ext uri="{FF2B5EF4-FFF2-40B4-BE49-F238E27FC236}">
                <a16:creationId xmlns:a16="http://schemas.microsoft.com/office/drawing/2014/main" id="{0EDF6B7F-27C7-D282-9928-0311713B6323}"/>
              </a:ext>
            </a:extLst>
          </p:cNvPr>
          <p:cNvGraphicFramePr>
            <a:graphicFrameLocks noGrp="1"/>
          </p:cNvGraphicFramePr>
          <p:nvPr/>
        </p:nvGraphicFramePr>
        <p:xfrm>
          <a:off x="231141" y="1251818"/>
          <a:ext cx="11570330" cy="103632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dirty="0"/>
                        <a:t>Records declaration</a:t>
                      </a:r>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number of </a:t>
                      </a:r>
                      <a:r>
                        <a:rPr lang="en-AU" b="1" dirty="0" err="1">
                          <a:solidFill>
                            <a:schemeClr val="accent1"/>
                          </a:solidFill>
                        </a:rPr>
                        <a:t>of</a:t>
                      </a:r>
                      <a:r>
                        <a:rPr lang="en-AU" b="1" dirty="0">
                          <a:solidFill>
                            <a:schemeClr val="accent1"/>
                          </a:solidFill>
                        </a:rPr>
                        <a:t> records declared</a:t>
                      </a:r>
                      <a:endParaRPr lang="en-P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number of users declaring records</a:t>
                      </a:r>
                    </a:p>
                  </a:txBody>
                  <a:tcPr/>
                </a:tc>
                <a:tc>
                  <a:txBody>
                    <a:bodyPr/>
                    <a:lstStyle/>
                    <a:p>
                      <a:r>
                        <a:rPr lang="en-US" dirty="0"/>
                        <a:t>Total declared record size (in GB)</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407182121"/>
                  </a:ext>
                </a:extLst>
              </a:tr>
            </a:tbl>
          </a:graphicData>
        </a:graphic>
      </p:graphicFrame>
      <p:graphicFrame>
        <p:nvGraphicFramePr>
          <p:cNvPr id="7" name="Table 6">
            <a:extLst>
              <a:ext uri="{FF2B5EF4-FFF2-40B4-BE49-F238E27FC236}">
                <a16:creationId xmlns:a16="http://schemas.microsoft.com/office/drawing/2014/main" id="{8C8FB302-3551-7B6D-FE43-30A5C4B566AC}"/>
              </a:ext>
            </a:extLst>
          </p:cNvPr>
          <p:cNvGraphicFramePr>
            <a:graphicFrameLocks noGrp="1"/>
          </p:cNvGraphicFramePr>
          <p:nvPr>
            <p:extLst>
              <p:ext uri="{D42A27DB-BD31-4B8C-83A1-F6EECF244321}">
                <p14:modId xmlns:p14="http://schemas.microsoft.com/office/powerpoint/2010/main" val="3487180"/>
              </p:ext>
            </p:extLst>
          </p:nvPr>
        </p:nvGraphicFramePr>
        <p:xfrm>
          <a:off x="7356143" y="2453640"/>
          <a:ext cx="4601193" cy="4475800"/>
        </p:xfrm>
        <a:graphic>
          <a:graphicData uri="http://schemas.openxmlformats.org/drawingml/2006/table">
            <a:tbl>
              <a:tblPr firstRow="1" bandRow="1">
                <a:tableStyleId>{5940675A-B579-460E-94D1-54222C63F5DA}</a:tableStyleId>
              </a:tblPr>
              <a:tblGrid>
                <a:gridCol w="1533731">
                  <a:extLst>
                    <a:ext uri="{9D8B030D-6E8A-4147-A177-3AD203B41FA5}">
                      <a16:colId xmlns:a16="http://schemas.microsoft.com/office/drawing/2014/main" val="4211634648"/>
                    </a:ext>
                  </a:extLst>
                </a:gridCol>
                <a:gridCol w="1533731">
                  <a:extLst>
                    <a:ext uri="{9D8B030D-6E8A-4147-A177-3AD203B41FA5}">
                      <a16:colId xmlns:a16="http://schemas.microsoft.com/office/drawing/2014/main" val="1957158719"/>
                    </a:ext>
                  </a:extLst>
                </a:gridCol>
                <a:gridCol w="1533731">
                  <a:extLst>
                    <a:ext uri="{9D8B030D-6E8A-4147-A177-3AD203B41FA5}">
                      <a16:colId xmlns:a16="http://schemas.microsoft.com/office/drawing/2014/main" val="3835220036"/>
                    </a:ext>
                  </a:extLst>
                </a:gridCol>
              </a:tblGrid>
              <a:tr h="370840">
                <a:tc gridSpan="3">
                  <a:txBody>
                    <a:bodyPr/>
                    <a:lstStyle/>
                    <a:p>
                      <a:r>
                        <a:rPr lang="en-US" sz="1600" b="1" dirty="0">
                          <a:solidFill>
                            <a:schemeClr val="bg1"/>
                          </a:solidFill>
                        </a:rPr>
                        <a:t>Proposed table:</a:t>
                      </a:r>
                      <a:endParaRPr lang="en-PH" sz="1600" b="1" dirty="0">
                        <a:solidFill>
                          <a:schemeClr val="bg1"/>
                        </a:solidFill>
                      </a:endParaRPr>
                    </a:p>
                  </a:txBody>
                  <a:tcPr>
                    <a:solidFill>
                      <a:schemeClr val="accent2"/>
                    </a:solidFill>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4001954738"/>
                  </a:ext>
                </a:extLst>
              </a:tr>
              <a:tr h="370840">
                <a:tc>
                  <a:txBody>
                    <a:bodyPr/>
                    <a:lstStyle/>
                    <a:p>
                      <a:endParaRPr lang="en-PH" sz="1600" b="1" dirty="0">
                        <a:solidFill>
                          <a:schemeClr val="bg1"/>
                        </a:solidFill>
                      </a:endParaRPr>
                    </a:p>
                  </a:txBody>
                  <a:tcPr>
                    <a:solidFill>
                      <a:schemeClr val="accent2"/>
                    </a:solidFill>
                  </a:tcPr>
                </a:tc>
                <a:tc>
                  <a:txBody>
                    <a:bodyPr/>
                    <a:lstStyle/>
                    <a:p>
                      <a:r>
                        <a:rPr lang="en-US" sz="1600" b="1" dirty="0">
                          <a:solidFill>
                            <a:schemeClr val="bg1"/>
                          </a:solidFill>
                        </a:rPr>
                        <a:t>Number of records declared</a:t>
                      </a:r>
                      <a:endParaRPr lang="en-PH" sz="1600" b="1" dirty="0">
                        <a:solidFill>
                          <a:schemeClr val="bg1"/>
                        </a:solidFill>
                      </a:endParaRPr>
                    </a:p>
                  </a:txBody>
                  <a:tcPr>
                    <a:solidFill>
                      <a:schemeClr val="accent2"/>
                    </a:solidFill>
                  </a:tcPr>
                </a:tc>
                <a:tc>
                  <a:txBody>
                    <a:bodyPr/>
                    <a:lstStyle/>
                    <a:p>
                      <a:r>
                        <a:rPr lang="en-US" sz="1600" b="1" dirty="0">
                          <a:solidFill>
                            <a:schemeClr val="bg1"/>
                          </a:solidFill>
                        </a:rPr>
                        <a:t>Number of users declaring records</a:t>
                      </a:r>
                      <a:endParaRPr lang="en-PH" sz="1600" b="1" dirty="0">
                        <a:solidFill>
                          <a:schemeClr val="bg1"/>
                        </a:solidFill>
                      </a:endParaRPr>
                    </a:p>
                  </a:txBody>
                  <a:tcPr>
                    <a:solidFill>
                      <a:schemeClr val="accent2"/>
                    </a:solidFill>
                  </a:tcPr>
                </a:tc>
                <a:extLst>
                  <a:ext uri="{0D108BD9-81ED-4DB2-BD59-A6C34878D82A}">
                    <a16:rowId xmlns:a16="http://schemas.microsoft.com/office/drawing/2014/main" val="2322044405"/>
                  </a:ext>
                </a:extLst>
              </a:tr>
              <a:tr h="360000">
                <a:tc>
                  <a:txBody>
                    <a:bodyPr/>
                    <a:lstStyle/>
                    <a:p>
                      <a:pPr marL="0" indent="0">
                        <a:buFont typeface="Arial" panose="020B0604020202020204" pitchFamily="34" charset="0"/>
                        <a:buNone/>
                      </a:pPr>
                      <a:r>
                        <a:rPr lang="en-AU" sz="1400" dirty="0">
                          <a:hlinkClick r:id="rId3" action="ppaction://hlinksldjump"/>
                        </a:rPr>
                        <a:t>Institutional Management</a:t>
                      </a:r>
                      <a:r>
                        <a:rPr lang="en-US" sz="1400" dirty="0"/>
                        <a:t> </a:t>
                      </a:r>
                    </a:p>
                  </a:txBody>
                  <a:tcPr/>
                </a:tc>
                <a:tc>
                  <a:txBody>
                    <a:bodyPr/>
                    <a:lstStyle/>
                    <a:p>
                      <a:endParaRPr lang="en-PH" sz="1400" dirty="0"/>
                    </a:p>
                  </a:txBody>
                  <a:tcPr/>
                </a:tc>
                <a:tc>
                  <a:txBody>
                    <a:bodyPr/>
                    <a:lstStyle/>
                    <a:p>
                      <a:endParaRPr lang="en-PH" sz="1400"/>
                    </a:p>
                  </a:txBody>
                  <a:tcPr/>
                </a:tc>
                <a:extLst>
                  <a:ext uri="{0D108BD9-81ED-4DB2-BD59-A6C34878D82A}">
                    <a16:rowId xmlns:a16="http://schemas.microsoft.com/office/drawing/2014/main" val="2551917305"/>
                  </a:ext>
                </a:extLst>
              </a:tr>
              <a:tr h="360000">
                <a:tc>
                  <a:txBody>
                    <a:bodyPr/>
                    <a:lstStyle/>
                    <a:p>
                      <a:pPr marL="457200" lvl="1" indent="-279400"/>
                      <a:r>
                        <a:rPr lang="en-US" sz="1400" dirty="0"/>
                        <a:t>Division 1</a:t>
                      </a:r>
                      <a:endParaRPr lang="en-PH" sz="1400" dirty="0"/>
                    </a:p>
                  </a:txBody>
                  <a:tcPr/>
                </a:tc>
                <a:tc>
                  <a:txBody>
                    <a:bodyPr/>
                    <a:lstStyle/>
                    <a:p>
                      <a:endParaRPr lang="en-PH" sz="1400" dirty="0"/>
                    </a:p>
                  </a:txBody>
                  <a:tcPr/>
                </a:tc>
                <a:tc>
                  <a:txBody>
                    <a:bodyPr/>
                    <a:lstStyle/>
                    <a:p>
                      <a:endParaRPr lang="en-PH" sz="1400" dirty="0"/>
                    </a:p>
                  </a:txBody>
                  <a:tcPr/>
                </a:tc>
                <a:extLst>
                  <a:ext uri="{0D108BD9-81ED-4DB2-BD59-A6C34878D82A}">
                    <a16:rowId xmlns:a16="http://schemas.microsoft.com/office/drawing/2014/main" val="4166346306"/>
                  </a:ext>
                </a:extLst>
              </a:tr>
              <a:tr h="360000">
                <a:tc>
                  <a:txBody>
                    <a:bodyPr/>
                    <a:lstStyle/>
                    <a:p>
                      <a:pPr marL="457200" marR="0" lvl="1" indent="-279400" algn="l" defTabSz="914400" rtl="0" eaLnBrk="1" fontAlgn="auto" latinLnBrk="0" hangingPunct="1">
                        <a:lnSpc>
                          <a:spcPct val="100000"/>
                        </a:lnSpc>
                        <a:spcBef>
                          <a:spcPts val="0"/>
                        </a:spcBef>
                        <a:spcAft>
                          <a:spcPts val="0"/>
                        </a:spcAft>
                        <a:buClrTx/>
                        <a:buSzTx/>
                        <a:buFontTx/>
                        <a:buNone/>
                        <a:tabLst/>
                        <a:defRPr/>
                      </a:pPr>
                      <a:r>
                        <a:rPr lang="en-US" sz="1400" dirty="0"/>
                        <a:t>Division 2</a:t>
                      </a:r>
                      <a:endParaRPr lang="en-PH" sz="1400" dirty="0"/>
                    </a:p>
                  </a:txBody>
                  <a:tcPr/>
                </a:tc>
                <a:tc>
                  <a:txBody>
                    <a:bodyPr/>
                    <a:lstStyle/>
                    <a:p>
                      <a:endParaRPr lang="en-PH" sz="1400" dirty="0"/>
                    </a:p>
                  </a:txBody>
                  <a:tcPr/>
                </a:tc>
                <a:tc>
                  <a:txBody>
                    <a:bodyPr/>
                    <a:lstStyle/>
                    <a:p>
                      <a:endParaRPr lang="en-PH" sz="1400" dirty="0"/>
                    </a:p>
                  </a:txBody>
                  <a:tcPr/>
                </a:tc>
                <a:extLst>
                  <a:ext uri="{0D108BD9-81ED-4DB2-BD59-A6C34878D82A}">
                    <a16:rowId xmlns:a16="http://schemas.microsoft.com/office/drawing/2014/main" val="1240784040"/>
                  </a:ext>
                </a:extLst>
              </a:tr>
              <a:tr h="360000">
                <a:tc>
                  <a:txBody>
                    <a:bodyPr/>
                    <a:lstStyle/>
                    <a:p>
                      <a:pPr marL="457200" marR="0" lvl="1" indent="-279400" algn="l" defTabSz="914400" rtl="0" eaLnBrk="1" fontAlgn="auto" latinLnBrk="0" hangingPunct="1">
                        <a:lnSpc>
                          <a:spcPct val="100000"/>
                        </a:lnSpc>
                        <a:spcBef>
                          <a:spcPts val="0"/>
                        </a:spcBef>
                        <a:spcAft>
                          <a:spcPts val="0"/>
                        </a:spcAft>
                        <a:buClrTx/>
                        <a:buSzTx/>
                        <a:buFontTx/>
                        <a:buNone/>
                        <a:tabLst/>
                        <a:defRPr/>
                      </a:pPr>
                      <a:r>
                        <a:rPr lang="en-US" sz="1400" dirty="0"/>
                        <a:t>Division 3</a:t>
                      </a:r>
                      <a:endParaRPr lang="en-PH" sz="1400" dirty="0"/>
                    </a:p>
                  </a:txBody>
                  <a:tcPr/>
                </a:tc>
                <a:tc>
                  <a:txBody>
                    <a:bodyPr/>
                    <a:lstStyle/>
                    <a:p>
                      <a:endParaRPr lang="en-PH" sz="1400" dirty="0"/>
                    </a:p>
                  </a:txBody>
                  <a:tcPr/>
                </a:tc>
                <a:tc>
                  <a:txBody>
                    <a:bodyPr/>
                    <a:lstStyle/>
                    <a:p>
                      <a:endParaRPr lang="en-PH" sz="1400" dirty="0"/>
                    </a:p>
                  </a:txBody>
                  <a:tcPr/>
                </a:tc>
                <a:extLst>
                  <a:ext uri="{0D108BD9-81ED-4DB2-BD59-A6C34878D82A}">
                    <a16:rowId xmlns:a16="http://schemas.microsoft.com/office/drawing/2014/main" val="1228641043"/>
                  </a:ext>
                </a:extLst>
              </a:tr>
              <a:tr h="360000">
                <a:tc>
                  <a:txBody>
                    <a:bodyPr/>
                    <a:lstStyle/>
                    <a:p>
                      <a:r>
                        <a:rPr lang="en-US" sz="1400" dirty="0"/>
                        <a:t>Site 2</a:t>
                      </a:r>
                      <a:endParaRPr lang="en-PH" sz="1400" dirty="0"/>
                    </a:p>
                  </a:txBody>
                  <a:tcPr/>
                </a:tc>
                <a:tc>
                  <a:txBody>
                    <a:bodyPr/>
                    <a:lstStyle/>
                    <a:p>
                      <a:endParaRPr lang="en-PH" sz="1400" dirty="0"/>
                    </a:p>
                  </a:txBody>
                  <a:tcPr/>
                </a:tc>
                <a:tc>
                  <a:txBody>
                    <a:bodyPr/>
                    <a:lstStyle/>
                    <a:p>
                      <a:endParaRPr lang="en-PH" sz="1400" dirty="0"/>
                    </a:p>
                  </a:txBody>
                  <a:tcPr/>
                </a:tc>
                <a:extLst>
                  <a:ext uri="{0D108BD9-81ED-4DB2-BD59-A6C34878D82A}">
                    <a16:rowId xmlns:a16="http://schemas.microsoft.com/office/drawing/2014/main" val="135805873"/>
                  </a:ext>
                </a:extLst>
              </a:tr>
              <a:tr h="360000">
                <a:tc>
                  <a:txBody>
                    <a:bodyPr/>
                    <a:lstStyle/>
                    <a:p>
                      <a:pPr marL="457200" lvl="1" indent="-279400"/>
                      <a:r>
                        <a:rPr lang="en-US" sz="1400" dirty="0"/>
                        <a:t>Division 1</a:t>
                      </a:r>
                      <a:endParaRPr lang="en-PH" sz="1400" dirty="0"/>
                    </a:p>
                  </a:txBody>
                  <a:tcPr/>
                </a:tc>
                <a:tc>
                  <a:txBody>
                    <a:bodyPr/>
                    <a:lstStyle/>
                    <a:p>
                      <a:endParaRPr lang="en-PH" sz="1400" dirty="0"/>
                    </a:p>
                  </a:txBody>
                  <a:tcPr/>
                </a:tc>
                <a:tc>
                  <a:txBody>
                    <a:bodyPr/>
                    <a:lstStyle/>
                    <a:p>
                      <a:endParaRPr lang="en-PH" sz="1400" dirty="0"/>
                    </a:p>
                  </a:txBody>
                  <a:tcPr/>
                </a:tc>
                <a:extLst>
                  <a:ext uri="{0D108BD9-81ED-4DB2-BD59-A6C34878D82A}">
                    <a16:rowId xmlns:a16="http://schemas.microsoft.com/office/drawing/2014/main" val="784023188"/>
                  </a:ext>
                </a:extLst>
              </a:tr>
              <a:tr h="360000">
                <a:tc>
                  <a:txBody>
                    <a:bodyPr/>
                    <a:lstStyle/>
                    <a:p>
                      <a:pPr marL="457200" marR="0" lvl="1" indent="-279400" algn="l" defTabSz="914400" rtl="0" eaLnBrk="1" fontAlgn="auto" latinLnBrk="0" hangingPunct="1">
                        <a:lnSpc>
                          <a:spcPct val="100000"/>
                        </a:lnSpc>
                        <a:spcBef>
                          <a:spcPts val="0"/>
                        </a:spcBef>
                        <a:spcAft>
                          <a:spcPts val="0"/>
                        </a:spcAft>
                        <a:buClrTx/>
                        <a:buSzTx/>
                        <a:buFontTx/>
                        <a:buNone/>
                        <a:tabLst/>
                        <a:defRPr/>
                      </a:pPr>
                      <a:r>
                        <a:rPr lang="en-US" sz="1400" dirty="0"/>
                        <a:t>Division 2</a:t>
                      </a:r>
                      <a:endParaRPr lang="en-PH" sz="1400" dirty="0"/>
                    </a:p>
                  </a:txBody>
                  <a:tcPr/>
                </a:tc>
                <a:tc>
                  <a:txBody>
                    <a:bodyPr/>
                    <a:lstStyle/>
                    <a:p>
                      <a:endParaRPr lang="en-PH" sz="1400"/>
                    </a:p>
                  </a:txBody>
                  <a:tcPr/>
                </a:tc>
                <a:tc>
                  <a:txBody>
                    <a:bodyPr/>
                    <a:lstStyle/>
                    <a:p>
                      <a:endParaRPr lang="en-PH" sz="1400" dirty="0"/>
                    </a:p>
                  </a:txBody>
                  <a:tcPr/>
                </a:tc>
                <a:extLst>
                  <a:ext uri="{0D108BD9-81ED-4DB2-BD59-A6C34878D82A}">
                    <a16:rowId xmlns:a16="http://schemas.microsoft.com/office/drawing/2014/main" val="445583634"/>
                  </a:ext>
                </a:extLst>
              </a:tr>
              <a:tr h="360000">
                <a:tc>
                  <a:txBody>
                    <a:bodyPr/>
                    <a:lstStyle/>
                    <a:p>
                      <a:pPr marL="457200" marR="0" lvl="1" indent="-279400" algn="l" defTabSz="914400" rtl="0" eaLnBrk="1" fontAlgn="auto" latinLnBrk="0" hangingPunct="1">
                        <a:lnSpc>
                          <a:spcPct val="100000"/>
                        </a:lnSpc>
                        <a:spcBef>
                          <a:spcPts val="0"/>
                        </a:spcBef>
                        <a:spcAft>
                          <a:spcPts val="0"/>
                        </a:spcAft>
                        <a:buClrTx/>
                        <a:buSzTx/>
                        <a:buFontTx/>
                        <a:buNone/>
                        <a:tabLst/>
                        <a:defRPr/>
                      </a:pPr>
                      <a:r>
                        <a:rPr lang="en-US" sz="1400" dirty="0"/>
                        <a:t>Division 3</a:t>
                      </a:r>
                      <a:endParaRPr lang="en-PH" sz="1400" dirty="0"/>
                    </a:p>
                  </a:txBody>
                  <a:tcPr/>
                </a:tc>
                <a:tc>
                  <a:txBody>
                    <a:bodyPr/>
                    <a:lstStyle/>
                    <a:p>
                      <a:endParaRPr lang="en-PH" sz="1400"/>
                    </a:p>
                  </a:txBody>
                  <a:tcPr/>
                </a:tc>
                <a:tc>
                  <a:txBody>
                    <a:bodyPr/>
                    <a:lstStyle/>
                    <a:p>
                      <a:endParaRPr lang="en-PH" sz="1400" dirty="0"/>
                    </a:p>
                  </a:txBody>
                  <a:tcPr/>
                </a:tc>
                <a:extLst>
                  <a:ext uri="{0D108BD9-81ED-4DB2-BD59-A6C34878D82A}">
                    <a16:rowId xmlns:a16="http://schemas.microsoft.com/office/drawing/2014/main" val="588251628"/>
                  </a:ext>
                </a:extLst>
              </a:tr>
            </a:tbl>
          </a:graphicData>
        </a:graphic>
      </p:graphicFrame>
      <p:sp>
        <p:nvSpPr>
          <p:cNvPr id="9" name="Callout: Line 8">
            <a:extLst>
              <a:ext uri="{FF2B5EF4-FFF2-40B4-BE49-F238E27FC236}">
                <a16:creationId xmlns:a16="http://schemas.microsoft.com/office/drawing/2014/main" id="{A3FEB8B9-A677-7550-D11C-F403F7DDFF06}"/>
              </a:ext>
            </a:extLst>
          </p:cNvPr>
          <p:cNvSpPr/>
          <p:nvPr/>
        </p:nvSpPr>
        <p:spPr>
          <a:xfrm>
            <a:off x="4517408" y="5554652"/>
            <a:ext cx="2538485" cy="532249"/>
          </a:xfrm>
          <a:prstGeom prst="borderCallout1">
            <a:avLst>
              <a:gd name="adj1" fmla="val 54021"/>
              <a:gd name="adj2" fmla="val 100447"/>
              <a:gd name="adj3" fmla="val -202330"/>
              <a:gd name="adj4" fmla="val 120749"/>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AU" i="1" dirty="0">
                <a:latin typeface="Aptos" panose="020B0004020202020204" pitchFamily="34" charset="0"/>
                <a:ea typeface="Aptos" panose="020B0004020202020204" pitchFamily="34" charset="0"/>
                <a:cs typeface="Times New Roman" panose="02020603050405020304" pitchFamily="18" charset="0"/>
              </a:rPr>
              <a:t>Note: Collapsible rows for divisions</a:t>
            </a:r>
            <a:endParaRPr lang="en-AU" i="1" dirty="0"/>
          </a:p>
        </p:txBody>
      </p:sp>
      <p:sp>
        <p:nvSpPr>
          <p:cNvPr id="13" name="Rectangle: Rounded Corners 12">
            <a:hlinkClick r:id="rId4" action="ppaction://hlinksldjump"/>
            <a:extLst>
              <a:ext uri="{FF2B5EF4-FFF2-40B4-BE49-F238E27FC236}">
                <a16:creationId xmlns:a16="http://schemas.microsoft.com/office/drawing/2014/main" id="{DAD15C49-2FFB-F40B-29E0-5C80727D6CCA}"/>
              </a:ext>
            </a:extLst>
          </p:cNvPr>
          <p:cNvSpPr/>
          <p:nvPr/>
        </p:nvSpPr>
        <p:spPr>
          <a:xfrm>
            <a:off x="9561095" y="104273"/>
            <a:ext cx="2518609" cy="433137"/>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AU" sz="1400" dirty="0">
                <a:latin typeface="Arial" panose="020B0604020202020204" pitchFamily="34" charset="0"/>
                <a:cs typeface="Arial" panose="020B0604020202020204" pitchFamily="34" charset="0"/>
              </a:rPr>
              <a:t>EDRMS Department insights</a:t>
            </a:r>
            <a:endParaRPr lang="en-AU" sz="1400" b="1" dirty="0">
              <a:latin typeface="Arial" panose="020B0604020202020204" pitchFamily="34" charset="0"/>
              <a:cs typeface="Arial" panose="020B0604020202020204" pitchFamily="34" charset="0"/>
            </a:endParaRPr>
          </a:p>
        </p:txBody>
      </p:sp>
      <p:sp>
        <p:nvSpPr>
          <p:cNvPr id="8" name="Rectangle: Rounded Corners 7">
            <a:extLst>
              <a:ext uri="{FF2B5EF4-FFF2-40B4-BE49-F238E27FC236}">
                <a16:creationId xmlns:a16="http://schemas.microsoft.com/office/drawing/2014/main" id="{89DECA3C-84F4-8AD5-2C54-7AAA5A9EE33A}"/>
              </a:ext>
            </a:extLst>
          </p:cNvPr>
          <p:cNvSpPr/>
          <p:nvPr/>
        </p:nvSpPr>
        <p:spPr>
          <a:xfrm>
            <a:off x="220621" y="5432828"/>
            <a:ext cx="3996538" cy="1238777"/>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r>
              <a:rPr lang="en-US" sz="1400" dirty="0">
                <a:latin typeface="Arial" panose="020B0604020202020204" pitchFamily="34" charset="0"/>
                <a:cs typeface="Arial" panose="020B0604020202020204" pitchFamily="34" charset="0"/>
              </a:rPr>
              <a:t>Include indicators per site, per division: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No. and list of sites with no declared record in 90 days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Records declared month-on-month, declaration rate per site (%)</a:t>
            </a:r>
          </a:p>
        </p:txBody>
      </p:sp>
    </p:spTree>
    <p:extLst>
      <p:ext uri="{BB962C8B-B14F-4D97-AF65-F5344CB8AC3E}">
        <p14:creationId xmlns:p14="http://schemas.microsoft.com/office/powerpoint/2010/main" val="1697978547"/>
      </p:ext>
    </p:extLst>
  </p:cSld>
  <p:clrMapOvr>
    <a:masterClrMapping/>
  </p:clrMapOvr>
  <p:extLst>
    <p:ext uri="{6950BFC3-D8DA-4A85-94F7-54DA5524770B}">
      <p188:commentRel xmlns:p188="http://schemas.microsoft.com/office/powerpoint/2018/8/main" r:id="rId2"/>
    </p:ext>
  </p:extLs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D2BA4-3C91-F0D1-A52D-D7E179ABA940}"/>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B696752E-7B07-889D-C8D5-2E2D7A5A1B8D}"/>
              </a:ext>
            </a:extLst>
          </p:cNvPr>
          <p:cNvSpPr/>
          <p:nvPr/>
        </p:nvSpPr>
        <p:spPr>
          <a:xfrm>
            <a:off x="220620" y="186395"/>
            <a:ext cx="9629233"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lvl="0" defTabSz="1200150">
              <a:lnSpc>
                <a:spcPct val="90000"/>
              </a:lnSpc>
              <a:spcBef>
                <a:spcPct val="0"/>
              </a:spcBef>
              <a:spcAft>
                <a:spcPct val="35000"/>
              </a:spcAft>
              <a:defRPr/>
            </a:pPr>
            <a:r>
              <a:rPr lang="en-US" sz="2700" kern="0" dirty="0">
                <a:solidFill>
                  <a:prstClr val="white"/>
                </a:solidFill>
              </a:rPr>
              <a:t>BPMSD - Budget, People, and Management Systems Department</a:t>
            </a:r>
          </a:p>
        </p:txBody>
      </p:sp>
      <p:graphicFrame>
        <p:nvGraphicFramePr>
          <p:cNvPr id="2" name="Table 1">
            <a:extLst>
              <a:ext uri="{FF2B5EF4-FFF2-40B4-BE49-F238E27FC236}">
                <a16:creationId xmlns:a16="http://schemas.microsoft.com/office/drawing/2014/main" id="{7E851BB0-774C-42F5-4AE3-A83DE92E765C}"/>
              </a:ext>
            </a:extLst>
          </p:cNvPr>
          <p:cNvGraphicFramePr>
            <a:graphicFrameLocks noGrp="1"/>
          </p:cNvGraphicFramePr>
          <p:nvPr/>
        </p:nvGraphicFramePr>
        <p:xfrm>
          <a:off x="1145539" y="2365025"/>
          <a:ext cx="9066509" cy="3223574"/>
        </p:xfrm>
        <a:graphic>
          <a:graphicData uri="http://schemas.openxmlformats.org/drawingml/2006/table">
            <a:tbl>
              <a:tblPr firstRow="1" firstCol="1" bandRow="1"/>
              <a:tblGrid>
                <a:gridCol w="1588136">
                  <a:extLst>
                    <a:ext uri="{9D8B030D-6E8A-4147-A177-3AD203B41FA5}">
                      <a16:colId xmlns:a16="http://schemas.microsoft.com/office/drawing/2014/main" val="384871762"/>
                    </a:ext>
                  </a:extLst>
                </a:gridCol>
                <a:gridCol w="2530724">
                  <a:extLst>
                    <a:ext uri="{9D8B030D-6E8A-4147-A177-3AD203B41FA5}">
                      <a16:colId xmlns:a16="http://schemas.microsoft.com/office/drawing/2014/main" val="591196838"/>
                    </a:ext>
                  </a:extLst>
                </a:gridCol>
                <a:gridCol w="1319613">
                  <a:extLst>
                    <a:ext uri="{9D8B030D-6E8A-4147-A177-3AD203B41FA5}">
                      <a16:colId xmlns:a16="http://schemas.microsoft.com/office/drawing/2014/main" val="1168279934"/>
                    </a:ext>
                  </a:extLst>
                </a:gridCol>
                <a:gridCol w="1814018">
                  <a:extLst>
                    <a:ext uri="{9D8B030D-6E8A-4147-A177-3AD203B41FA5}">
                      <a16:colId xmlns:a16="http://schemas.microsoft.com/office/drawing/2014/main" val="2280140058"/>
                    </a:ext>
                  </a:extLst>
                </a:gridCol>
                <a:gridCol w="1814018">
                  <a:extLst>
                    <a:ext uri="{9D8B030D-6E8A-4147-A177-3AD203B41FA5}">
                      <a16:colId xmlns:a16="http://schemas.microsoft.com/office/drawing/2014/main" val="96822938"/>
                    </a:ext>
                  </a:extLst>
                </a:gridCol>
              </a:tblGrid>
              <a:tr h="70783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Total number of records declared</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Total number of users declaring records</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records declared per division</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users declaring records per division</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69269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0" indent="0">
                        <a:buFont typeface="Arial" panose="020B0604020202020204" pitchFamily="34" charset="0"/>
                        <a:buNone/>
                      </a:pPr>
                      <a:r>
                        <a:rPr lang="en-AU" sz="1600" dirty="0">
                          <a:hlinkClick r:id="rId2" action="ppaction://hlinksldjump"/>
                        </a:rPr>
                        <a:t>Institutional Management</a:t>
                      </a:r>
                      <a:r>
                        <a:rPr lang="en-US" sz="1600" dirty="0"/>
                        <a:t> </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617946">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2</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28591595"/>
                  </a:ext>
                </a:extLst>
              </a:tr>
              <a:tr h="61722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Site 3</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68771723"/>
                  </a:ext>
                </a:extLst>
              </a:tr>
            </a:tbl>
          </a:graphicData>
        </a:graphic>
      </p:graphicFrame>
      <p:graphicFrame>
        <p:nvGraphicFramePr>
          <p:cNvPr id="5" name="Table 4">
            <a:extLst>
              <a:ext uri="{FF2B5EF4-FFF2-40B4-BE49-F238E27FC236}">
                <a16:creationId xmlns:a16="http://schemas.microsoft.com/office/drawing/2014/main" id="{67D1DEDB-4A67-DA68-5007-F817550547B7}"/>
              </a:ext>
            </a:extLst>
          </p:cNvPr>
          <p:cNvGraphicFramePr>
            <a:graphicFrameLocks noGrp="1"/>
          </p:cNvGraphicFramePr>
          <p:nvPr/>
        </p:nvGraphicFramePr>
        <p:xfrm>
          <a:off x="231141" y="1251818"/>
          <a:ext cx="11570330" cy="103632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dirty="0"/>
                        <a:t>Physical Counterpart</a:t>
                      </a:r>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number of </a:t>
                      </a:r>
                      <a:r>
                        <a:rPr lang="en-AU" b="1" dirty="0" err="1">
                          <a:solidFill>
                            <a:schemeClr val="accent1"/>
                          </a:solidFill>
                        </a:rPr>
                        <a:t>of</a:t>
                      </a:r>
                      <a:r>
                        <a:rPr lang="en-AU" b="1" dirty="0">
                          <a:solidFill>
                            <a:schemeClr val="accent1"/>
                          </a:solidFill>
                        </a:rPr>
                        <a:t> records declared</a:t>
                      </a:r>
                      <a:endParaRPr lang="en-P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number of users declaring records</a:t>
                      </a:r>
                    </a:p>
                  </a:txBody>
                  <a:tcPr/>
                </a:tc>
                <a:tc>
                  <a:txBody>
                    <a:bodyPr/>
                    <a:lstStyle/>
                    <a:p>
                      <a:r>
                        <a:rPr lang="en-US" dirty="0"/>
                        <a:t>Total declared record size (in GB)</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407182121"/>
                  </a:ext>
                </a:extLst>
              </a:tr>
            </a:tbl>
          </a:graphicData>
        </a:graphic>
      </p:graphicFrame>
      <p:sp>
        <p:nvSpPr>
          <p:cNvPr id="8" name="Rectangle: Rounded Corners 7">
            <a:hlinkClick r:id="rId3" action="ppaction://hlinksldjump"/>
            <a:extLst>
              <a:ext uri="{FF2B5EF4-FFF2-40B4-BE49-F238E27FC236}">
                <a16:creationId xmlns:a16="http://schemas.microsoft.com/office/drawing/2014/main" id="{57F00082-E20A-A153-2B25-38F14B979B01}"/>
              </a:ext>
            </a:extLst>
          </p:cNvPr>
          <p:cNvSpPr/>
          <p:nvPr/>
        </p:nvSpPr>
        <p:spPr>
          <a:xfrm>
            <a:off x="9561095" y="104273"/>
            <a:ext cx="2518609" cy="433137"/>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AU" sz="1400" dirty="0">
                <a:latin typeface="Arial" panose="020B0604020202020204" pitchFamily="34" charset="0"/>
                <a:cs typeface="Arial" panose="020B0604020202020204" pitchFamily="34" charset="0"/>
              </a:rPr>
              <a:t>EDRMS Department insights</a:t>
            </a:r>
            <a:endParaRPr lang="en-AU" sz="1400" b="1" dirty="0">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51F68C15-04FB-80D9-D799-99EB26128FA4}"/>
              </a:ext>
            </a:extLst>
          </p:cNvPr>
          <p:cNvSpPr/>
          <p:nvPr/>
        </p:nvSpPr>
        <p:spPr>
          <a:xfrm>
            <a:off x="9031193" y="3813814"/>
            <a:ext cx="2766447" cy="2641578"/>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Include indicators for no. of physical records declared month-on-month per division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Physical counterpart completion rate (no. of records turned over for RAC storage vs. no. of records declared with physical counterpart)</a:t>
            </a:r>
          </a:p>
        </p:txBody>
      </p:sp>
    </p:spTree>
    <p:extLst>
      <p:ext uri="{BB962C8B-B14F-4D97-AF65-F5344CB8AC3E}">
        <p14:creationId xmlns:p14="http://schemas.microsoft.com/office/powerpoint/2010/main" val="35016047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DEB8D-5454-65ED-EBAF-863BE7C89BAE}"/>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035CE761-7D71-DCA0-DBBC-10AD84162A6D}"/>
              </a:ext>
            </a:extLst>
          </p:cNvPr>
          <p:cNvSpPr/>
          <p:nvPr/>
        </p:nvSpPr>
        <p:spPr>
          <a:xfrm>
            <a:off x="220620" y="186395"/>
            <a:ext cx="9629233"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lvl="0" defTabSz="1200150">
              <a:lnSpc>
                <a:spcPct val="90000"/>
              </a:lnSpc>
              <a:spcBef>
                <a:spcPct val="0"/>
              </a:spcBef>
              <a:spcAft>
                <a:spcPct val="35000"/>
              </a:spcAft>
              <a:defRPr/>
            </a:pPr>
            <a:r>
              <a:rPr lang="en-US" sz="2700" kern="0" dirty="0">
                <a:solidFill>
                  <a:prstClr val="white"/>
                </a:solidFill>
              </a:rPr>
              <a:t>BPMSD - Budget, People, and Management Systems Department</a:t>
            </a:r>
          </a:p>
        </p:txBody>
      </p:sp>
      <p:graphicFrame>
        <p:nvGraphicFramePr>
          <p:cNvPr id="5" name="Table 4">
            <a:extLst>
              <a:ext uri="{FF2B5EF4-FFF2-40B4-BE49-F238E27FC236}">
                <a16:creationId xmlns:a16="http://schemas.microsoft.com/office/drawing/2014/main" id="{EC3D415B-1AEB-896B-C5B8-20FB4DC029EB}"/>
              </a:ext>
            </a:extLst>
          </p:cNvPr>
          <p:cNvGraphicFramePr>
            <a:graphicFrameLocks noGrp="1"/>
          </p:cNvGraphicFramePr>
          <p:nvPr/>
        </p:nvGraphicFramePr>
        <p:xfrm>
          <a:off x="231141" y="1251818"/>
          <a:ext cx="11570330" cy="185928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dirty="0"/>
                        <a:t>Disposal</a:t>
                      </a:r>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number of records due for disposal</a:t>
                      </a:r>
                      <a:endParaRPr lang="en-P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number of records disposed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accent2"/>
                          </a:solidFill>
                        </a:rPr>
                        <a:t>(can this be expanded per year, month)</a:t>
                      </a:r>
                    </a:p>
                  </a:txBody>
                  <a:tcPr/>
                </a:tc>
                <a:tc>
                  <a:txBody>
                    <a:bodyPr/>
                    <a:lstStyle/>
                    <a:p>
                      <a:r>
                        <a:rPr lang="en-US" dirty="0"/>
                        <a:t>Total disposed record size (in GB)</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407182121"/>
                  </a:ext>
                </a:extLst>
              </a:tr>
            </a:tbl>
          </a:graphicData>
        </a:graphic>
      </p:graphicFrame>
      <p:graphicFrame>
        <p:nvGraphicFramePr>
          <p:cNvPr id="10" name="Table 9">
            <a:extLst>
              <a:ext uri="{FF2B5EF4-FFF2-40B4-BE49-F238E27FC236}">
                <a16:creationId xmlns:a16="http://schemas.microsoft.com/office/drawing/2014/main" id="{47EB0858-6E14-3DC4-7111-825962E2CE5A}"/>
              </a:ext>
            </a:extLst>
          </p:cNvPr>
          <p:cNvGraphicFramePr>
            <a:graphicFrameLocks noGrp="1"/>
          </p:cNvGraphicFramePr>
          <p:nvPr/>
        </p:nvGraphicFramePr>
        <p:xfrm>
          <a:off x="341193" y="3429000"/>
          <a:ext cx="11460276" cy="2701731"/>
        </p:xfrm>
        <a:graphic>
          <a:graphicData uri="http://schemas.openxmlformats.org/drawingml/2006/table">
            <a:tbl>
              <a:tblPr firstRow="1" firstCol="1" bandRow="1"/>
              <a:tblGrid>
                <a:gridCol w="1730536">
                  <a:extLst>
                    <a:ext uri="{9D8B030D-6E8A-4147-A177-3AD203B41FA5}">
                      <a16:colId xmlns:a16="http://schemas.microsoft.com/office/drawing/2014/main" val="384871762"/>
                    </a:ext>
                  </a:extLst>
                </a:gridCol>
                <a:gridCol w="1730536">
                  <a:extLst>
                    <a:ext uri="{9D8B030D-6E8A-4147-A177-3AD203B41FA5}">
                      <a16:colId xmlns:a16="http://schemas.microsoft.com/office/drawing/2014/main" val="591196838"/>
                    </a:ext>
                  </a:extLst>
                </a:gridCol>
                <a:gridCol w="1730536">
                  <a:extLst>
                    <a:ext uri="{9D8B030D-6E8A-4147-A177-3AD203B41FA5}">
                      <a16:colId xmlns:a16="http://schemas.microsoft.com/office/drawing/2014/main" val="1168279934"/>
                    </a:ext>
                  </a:extLst>
                </a:gridCol>
                <a:gridCol w="1304727">
                  <a:extLst>
                    <a:ext uri="{9D8B030D-6E8A-4147-A177-3AD203B41FA5}">
                      <a16:colId xmlns:a16="http://schemas.microsoft.com/office/drawing/2014/main" val="2280140058"/>
                    </a:ext>
                  </a:extLst>
                </a:gridCol>
                <a:gridCol w="1446663">
                  <a:extLst>
                    <a:ext uri="{9D8B030D-6E8A-4147-A177-3AD203B41FA5}">
                      <a16:colId xmlns:a16="http://schemas.microsoft.com/office/drawing/2014/main" val="2457143932"/>
                    </a:ext>
                  </a:extLst>
                </a:gridCol>
                <a:gridCol w="1172426">
                  <a:extLst>
                    <a:ext uri="{9D8B030D-6E8A-4147-A177-3AD203B41FA5}">
                      <a16:colId xmlns:a16="http://schemas.microsoft.com/office/drawing/2014/main" val="2888182889"/>
                    </a:ext>
                  </a:extLst>
                </a:gridCol>
                <a:gridCol w="1172426">
                  <a:extLst>
                    <a:ext uri="{9D8B030D-6E8A-4147-A177-3AD203B41FA5}">
                      <a16:colId xmlns:a16="http://schemas.microsoft.com/office/drawing/2014/main" val="2916653759"/>
                    </a:ext>
                  </a:extLst>
                </a:gridCol>
                <a:gridCol w="1172426">
                  <a:extLst>
                    <a:ext uri="{9D8B030D-6E8A-4147-A177-3AD203B41FA5}">
                      <a16:colId xmlns:a16="http://schemas.microsoft.com/office/drawing/2014/main" val="3010636533"/>
                    </a:ext>
                  </a:extLst>
                </a:gridCol>
              </a:tblGrid>
              <a:tr h="70783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Library name</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Number of records due for disposal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Next due date for disposal</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Disposal approver</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With physical counterpart?</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p>
                      <a:pPr>
                        <a:lnSpc>
                          <a:spcPct val="107000"/>
                        </a:lnSpc>
                        <a:spcAft>
                          <a:spcPts val="800"/>
                        </a:spcAft>
                        <a:buNone/>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Status</a:t>
                      </a:r>
                    </a:p>
                    <a:p>
                      <a:pPr marL="0" marR="0" lvl="0" indent="0" algn="l" defTabSz="914400" rtl="0" eaLnBrk="1" fontAlgn="auto" latinLnBrk="0" hangingPunct="1">
                        <a:lnSpc>
                          <a:spcPct val="107000"/>
                        </a:lnSpc>
                        <a:spcBef>
                          <a:spcPts val="0"/>
                        </a:spcBef>
                        <a:spcAft>
                          <a:spcPts val="800"/>
                        </a:spcAft>
                        <a:buClrTx/>
                        <a:buSzTx/>
                        <a:buFontTx/>
                        <a:buNone/>
                        <a:tabLst/>
                        <a:defRPr/>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(Approved)</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AU" sz="1600" b="1" i="0" u="none" strike="noStrike" kern="100" cap="none" spc="0" normalizeH="0" baseline="0" noProof="0" dirty="0">
                          <a:ln>
                            <a:noFill/>
                          </a:ln>
                          <a:solidFill>
                            <a:srgbClr val="ED7D31"/>
                          </a:solidFill>
                          <a:effectLst/>
                          <a:uLnTx/>
                          <a:uFillTx/>
                          <a:latin typeface="Aptos" panose="020B0004020202020204" pitchFamily="34" charset="0"/>
                          <a:ea typeface="Aptos" panose="020B0004020202020204" pitchFamily="34" charset="0"/>
                          <a:cs typeface="Times New Roman" panose="02020603050405020304" pitchFamily="18" charset="0"/>
                        </a:rPr>
                        <a:t>Status</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AU" sz="1600" b="1" i="0" u="none" strike="noStrike" kern="100" cap="none" spc="0" normalizeH="0" baseline="0" noProof="0" dirty="0">
                          <a:ln>
                            <a:noFill/>
                          </a:ln>
                          <a:solidFill>
                            <a:srgbClr val="ED7D31"/>
                          </a:solidFill>
                          <a:effectLst/>
                          <a:uLnTx/>
                          <a:uFillTx/>
                          <a:latin typeface="Aptos" panose="020B0004020202020204" pitchFamily="34" charset="0"/>
                          <a:ea typeface="Aptos" panose="020B0004020202020204" pitchFamily="34" charset="0"/>
                          <a:cs typeface="Times New Roman" panose="02020603050405020304" pitchFamily="18" charset="0"/>
                        </a:rPr>
                        <a:t>(Declined)</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AU" sz="1600" b="1" i="0" u="none" strike="noStrike" kern="100" cap="none" spc="0" normalizeH="0" baseline="0" noProof="0" dirty="0">
                          <a:ln>
                            <a:noFill/>
                          </a:ln>
                          <a:solidFill>
                            <a:srgbClr val="ED7D31"/>
                          </a:solidFill>
                          <a:effectLst/>
                          <a:uLnTx/>
                          <a:uFillTx/>
                          <a:latin typeface="Aptos" panose="020B0004020202020204" pitchFamily="34" charset="0"/>
                          <a:ea typeface="Aptos" panose="020B0004020202020204" pitchFamily="34" charset="0"/>
                          <a:cs typeface="Times New Roman" panose="02020603050405020304" pitchFamily="18" charset="0"/>
                        </a:rPr>
                        <a:t>Status</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AU" sz="1600" b="1" i="0" u="none" strike="noStrike" kern="100" cap="none" spc="0" normalizeH="0" baseline="0" noProof="0" dirty="0">
                          <a:ln>
                            <a:noFill/>
                          </a:ln>
                          <a:solidFill>
                            <a:srgbClr val="ED7D31"/>
                          </a:solidFill>
                          <a:effectLst/>
                          <a:uLnTx/>
                          <a:uFillTx/>
                          <a:latin typeface="Aptos" panose="020B0004020202020204" pitchFamily="34" charset="0"/>
                          <a:ea typeface="Aptos" panose="020B0004020202020204" pitchFamily="34" charset="0"/>
                          <a:cs typeface="Times New Roman" panose="02020603050405020304" pitchFamily="18" charset="0"/>
                        </a:rPr>
                        <a:t>(Extended)</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14282666"/>
                  </a:ext>
                </a:extLst>
              </a:tr>
              <a:tr h="69269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e.g. Country planning</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Date</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Name</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(Yes/No)</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AU" sz="1600" b="1" kern="100" dirty="0">
                          <a:solidFill>
                            <a:schemeClr val="accent2"/>
                          </a:solidFill>
                          <a:effectLst/>
                          <a:latin typeface="Aptos" panose="020B0004020202020204" pitchFamily="34" charset="0"/>
                          <a:ea typeface="Aptos" panose="020B0004020202020204" pitchFamily="34" charset="0"/>
                          <a:cs typeface="Times New Roman" panose="02020603050405020304" pitchFamily="18" charset="0"/>
                        </a:rPr>
                        <a:t>#</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3176347642"/>
                  </a:ext>
                </a:extLst>
              </a:tr>
              <a:tr h="617946">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1128591595"/>
                  </a:ext>
                </a:extLst>
              </a:tr>
              <a:tr h="61722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tc>
                  <a:txBody>
                    <a:bodyPr/>
                    <a:lstStyle/>
                    <a:p>
                      <a:pPr>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D7D7"/>
                    </a:solidFill>
                  </a:tcPr>
                </a:tc>
                <a:extLst>
                  <a:ext uri="{0D108BD9-81ED-4DB2-BD59-A6C34878D82A}">
                    <a16:rowId xmlns:a16="http://schemas.microsoft.com/office/drawing/2014/main" val="668771723"/>
                  </a:ext>
                </a:extLst>
              </a:tr>
            </a:tbl>
          </a:graphicData>
        </a:graphic>
      </p:graphicFrame>
      <p:sp>
        <p:nvSpPr>
          <p:cNvPr id="12" name="Rectangle: Rounded Corners 11">
            <a:hlinkClick r:id="rId2" action="ppaction://hlinksldjump"/>
            <a:extLst>
              <a:ext uri="{FF2B5EF4-FFF2-40B4-BE49-F238E27FC236}">
                <a16:creationId xmlns:a16="http://schemas.microsoft.com/office/drawing/2014/main" id="{0F352A7E-E85E-7C68-1088-77A3BDAC7ECE}"/>
              </a:ext>
            </a:extLst>
          </p:cNvPr>
          <p:cNvSpPr/>
          <p:nvPr/>
        </p:nvSpPr>
        <p:spPr>
          <a:xfrm>
            <a:off x="9561095" y="104273"/>
            <a:ext cx="2518609" cy="433137"/>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AU" sz="1400" dirty="0">
                <a:latin typeface="Arial" panose="020B0604020202020204" pitchFamily="34" charset="0"/>
                <a:cs typeface="Arial" panose="020B0604020202020204" pitchFamily="34" charset="0"/>
              </a:rPr>
              <a:t>EDRMS Department insights</a:t>
            </a:r>
            <a:endParaRPr lang="en-AU"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61955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C9E50-AD13-327C-0C50-7B01EEDA11E8}"/>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940F406-3D8E-D790-A621-420162715122}"/>
              </a:ext>
            </a:extLst>
          </p:cNvPr>
          <p:cNvGraphicFramePr>
            <a:graphicFrameLocks noGrp="1"/>
          </p:cNvGraphicFramePr>
          <p:nvPr/>
        </p:nvGraphicFramePr>
        <p:xfrm>
          <a:off x="220619" y="1260098"/>
          <a:ext cx="11570330" cy="131064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dirty="0"/>
                        <a:t>Departmental Library usage </a:t>
                      </a:r>
                      <a:r>
                        <a:rPr lang="en-US" sz="2000" b="1" dirty="0"/>
                        <a:t>- </a:t>
                      </a:r>
                      <a:r>
                        <a:rPr lang="en-AU" sz="2000" b="1" dirty="0">
                          <a:solidFill>
                            <a:schemeClr val="accent1"/>
                          </a:solidFill>
                        </a:rPr>
                        <a:t>Institutional Management </a:t>
                      </a:r>
                      <a:endParaRPr lang="en-AU" sz="2000" b="1"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a:t>
                      </a:r>
                      <a:r>
                        <a:rPr lang="en-AU" sz="1800" b="1" kern="1200" dirty="0">
                          <a:solidFill>
                            <a:schemeClr val="accent1"/>
                          </a:solidFill>
                          <a:effectLst/>
                          <a:latin typeface="+mn-lt"/>
                          <a:ea typeface="+mn-ea"/>
                          <a:cs typeface="+mn-cs"/>
                        </a:rPr>
                        <a:t>Library names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libraries provisioned</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documents</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r>
                        <a:rPr lang="en-US" dirty="0"/>
                        <a:t>Total Number of records declared</a:t>
                      </a:r>
                    </a:p>
                  </a:txBody>
                  <a:tcPr/>
                </a:tc>
                <a:tc>
                  <a:txBody>
                    <a:bodyPr/>
                    <a:lstStyle/>
                    <a:p>
                      <a:r>
                        <a:rPr lang="en-US" dirty="0"/>
                        <a:t>Total Number of physical counterparts</a:t>
                      </a:r>
                    </a:p>
                  </a:txBody>
                  <a:tcPr/>
                </a:tc>
                <a:extLst>
                  <a:ext uri="{0D108BD9-81ED-4DB2-BD59-A6C34878D82A}">
                    <a16:rowId xmlns:a16="http://schemas.microsoft.com/office/drawing/2014/main" val="1407182121"/>
                  </a:ext>
                </a:extLst>
              </a:tr>
            </a:tbl>
          </a:graphicData>
        </a:graphic>
      </p:graphicFrame>
      <p:graphicFrame>
        <p:nvGraphicFramePr>
          <p:cNvPr id="14" name="Table 13">
            <a:extLst>
              <a:ext uri="{FF2B5EF4-FFF2-40B4-BE49-F238E27FC236}">
                <a16:creationId xmlns:a16="http://schemas.microsoft.com/office/drawing/2014/main" id="{C8F78991-8CB7-20D0-E6FE-E74382A03C89}"/>
              </a:ext>
            </a:extLst>
          </p:cNvPr>
          <p:cNvGraphicFramePr>
            <a:graphicFrameLocks noGrp="1"/>
          </p:cNvGraphicFramePr>
          <p:nvPr/>
        </p:nvGraphicFramePr>
        <p:xfrm>
          <a:off x="744220" y="3081059"/>
          <a:ext cx="8869469" cy="1286828"/>
        </p:xfrm>
        <a:graphic>
          <a:graphicData uri="http://schemas.openxmlformats.org/drawingml/2006/table">
            <a:tbl>
              <a:tblPr firstRow="1" firstCol="1" bandRow="1"/>
              <a:tblGrid>
                <a:gridCol w="1608428">
                  <a:extLst>
                    <a:ext uri="{9D8B030D-6E8A-4147-A177-3AD203B41FA5}">
                      <a16:colId xmlns:a16="http://schemas.microsoft.com/office/drawing/2014/main" val="3611284804"/>
                    </a:ext>
                  </a:extLst>
                </a:gridCol>
                <a:gridCol w="1850430">
                  <a:extLst>
                    <a:ext uri="{9D8B030D-6E8A-4147-A177-3AD203B41FA5}">
                      <a16:colId xmlns:a16="http://schemas.microsoft.com/office/drawing/2014/main" val="1541412812"/>
                    </a:ext>
                  </a:extLst>
                </a:gridCol>
                <a:gridCol w="1786485">
                  <a:extLst>
                    <a:ext uri="{9D8B030D-6E8A-4147-A177-3AD203B41FA5}">
                      <a16:colId xmlns:a16="http://schemas.microsoft.com/office/drawing/2014/main" val="1270121581"/>
                    </a:ext>
                  </a:extLst>
                </a:gridCol>
                <a:gridCol w="1885844">
                  <a:extLst>
                    <a:ext uri="{9D8B030D-6E8A-4147-A177-3AD203B41FA5}">
                      <a16:colId xmlns:a16="http://schemas.microsoft.com/office/drawing/2014/main" val="442220271"/>
                    </a:ext>
                  </a:extLst>
                </a:gridCol>
                <a:gridCol w="1738282">
                  <a:extLst>
                    <a:ext uri="{9D8B030D-6E8A-4147-A177-3AD203B41FA5}">
                      <a16:colId xmlns:a16="http://schemas.microsoft.com/office/drawing/2014/main" val="34751620"/>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200" dirty="0">
                          <a:solidFill>
                            <a:schemeClr val="bg1"/>
                          </a:solidFill>
                          <a:effectLst/>
                          <a:latin typeface="Aptos" panose="02110004020202020204"/>
                          <a:ea typeface="+mn-ea"/>
                          <a:cs typeface="+mn-cs"/>
                        </a:rPr>
                        <a:t>Library names</a:t>
                      </a:r>
                      <a:endParaRPr lang="en-AU" sz="16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users</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695005427"/>
                  </a:ext>
                </a:extLst>
              </a:tr>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rPr>
                        <a:t> . Annual Meetings</a:t>
                      </a: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8">
                        <a:lumMod val="9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351741260"/>
                  </a:ext>
                </a:extLst>
              </a:tr>
            </a:tbl>
          </a:graphicData>
        </a:graphic>
      </p:graphicFrame>
      <p:sp>
        <p:nvSpPr>
          <p:cNvPr id="6" name="Freeform: Shape 5">
            <a:extLst>
              <a:ext uri="{FF2B5EF4-FFF2-40B4-BE49-F238E27FC236}">
                <a16:creationId xmlns:a16="http://schemas.microsoft.com/office/drawing/2014/main" id="{C21F4032-273E-0624-96B3-544C6AC33DC5}"/>
              </a:ext>
            </a:extLst>
          </p:cNvPr>
          <p:cNvSpPr/>
          <p:nvPr/>
        </p:nvSpPr>
        <p:spPr>
          <a:xfrm>
            <a:off x="220620" y="186395"/>
            <a:ext cx="9629233"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lvl="0" defTabSz="1200150">
              <a:lnSpc>
                <a:spcPct val="90000"/>
              </a:lnSpc>
              <a:spcBef>
                <a:spcPct val="0"/>
              </a:spcBef>
              <a:spcAft>
                <a:spcPct val="35000"/>
              </a:spcAft>
              <a:defRPr/>
            </a:pPr>
            <a:r>
              <a:rPr lang="en-US" sz="2700" kern="0" dirty="0">
                <a:solidFill>
                  <a:prstClr val="white"/>
                </a:solidFill>
              </a:rPr>
              <a:t>BPMSD - Budget, People, and Management Systems Department</a:t>
            </a:r>
          </a:p>
        </p:txBody>
      </p:sp>
      <p:sp>
        <p:nvSpPr>
          <p:cNvPr id="4" name="Rectangle: Rounded Corners 3">
            <a:hlinkClick r:id="rId2" action="ppaction://hlinksldjump"/>
            <a:extLst>
              <a:ext uri="{FF2B5EF4-FFF2-40B4-BE49-F238E27FC236}">
                <a16:creationId xmlns:a16="http://schemas.microsoft.com/office/drawing/2014/main" id="{03950848-FBEB-2299-41A0-F8D7C9EA656C}"/>
              </a:ext>
            </a:extLst>
          </p:cNvPr>
          <p:cNvSpPr/>
          <p:nvPr/>
        </p:nvSpPr>
        <p:spPr>
          <a:xfrm>
            <a:off x="9561095" y="104273"/>
            <a:ext cx="2518609" cy="433137"/>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AU" sz="1400" dirty="0">
                <a:latin typeface="Arial" panose="020B0604020202020204" pitchFamily="34" charset="0"/>
                <a:cs typeface="Arial" panose="020B0604020202020204" pitchFamily="34" charset="0"/>
              </a:rPr>
              <a:t>EDRMS Department insights</a:t>
            </a:r>
            <a:endParaRPr lang="en-AU" sz="1400" b="1" dirty="0">
              <a:latin typeface="Arial" panose="020B0604020202020204" pitchFamily="34" charset="0"/>
              <a:cs typeface="Arial" panose="020B0604020202020204" pitchFamily="34" charset="0"/>
            </a:endParaRPr>
          </a:p>
        </p:txBody>
      </p:sp>
      <p:sp>
        <p:nvSpPr>
          <p:cNvPr id="5" name="Rectangle: Rounded Corners 4">
            <a:extLst>
              <a:ext uri="{FF2B5EF4-FFF2-40B4-BE49-F238E27FC236}">
                <a16:creationId xmlns:a16="http://schemas.microsoft.com/office/drawing/2014/main" id="{1EC43968-F63B-20F7-42ED-8F373DE43EA1}"/>
              </a:ext>
            </a:extLst>
          </p:cNvPr>
          <p:cNvSpPr/>
          <p:nvPr/>
        </p:nvSpPr>
        <p:spPr>
          <a:xfrm>
            <a:off x="7331105" y="4668554"/>
            <a:ext cx="3996538" cy="1238777"/>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r>
              <a:rPr lang="en-US" sz="1400" dirty="0">
                <a:latin typeface="Arial" panose="020B0604020202020204" pitchFamily="34" charset="0"/>
                <a:cs typeface="Arial" panose="020B0604020202020204" pitchFamily="34" charset="0"/>
              </a:rPr>
              <a:t>Include indicators per library, per division: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No. and list of libraries with no declared record in 90 days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Records declared month-on-month, declaration rate per site (%)</a:t>
            </a:r>
          </a:p>
        </p:txBody>
      </p:sp>
    </p:spTree>
    <p:extLst>
      <p:ext uri="{BB962C8B-B14F-4D97-AF65-F5344CB8AC3E}">
        <p14:creationId xmlns:p14="http://schemas.microsoft.com/office/powerpoint/2010/main" val="34640477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7596A-222A-A420-819E-7D2DA864B62B}"/>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174DA28-75EE-1AA6-869A-01B6011C8086}"/>
              </a:ext>
            </a:extLst>
          </p:cNvPr>
          <p:cNvGraphicFramePr>
            <a:graphicFrameLocks noGrp="1"/>
          </p:cNvGraphicFramePr>
          <p:nvPr/>
        </p:nvGraphicFramePr>
        <p:xfrm>
          <a:off x="220619" y="1260098"/>
          <a:ext cx="11570330" cy="131064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dirty="0"/>
                        <a:t>Departmental Library usage </a:t>
                      </a:r>
                      <a:r>
                        <a:rPr lang="en-US" sz="2000" b="1" dirty="0"/>
                        <a:t>- </a:t>
                      </a:r>
                      <a:r>
                        <a:rPr lang="en-AU" sz="2000" b="1" dirty="0">
                          <a:solidFill>
                            <a:schemeClr val="accent1"/>
                          </a:solidFill>
                        </a:rPr>
                        <a:t>Institutional Management </a:t>
                      </a:r>
                      <a:endParaRPr lang="en-AU" sz="2000" b="1"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a:t>
                      </a:r>
                      <a:r>
                        <a:rPr lang="en-AU" sz="1800" b="1" kern="1200" dirty="0">
                          <a:solidFill>
                            <a:schemeClr val="accent1"/>
                          </a:solidFill>
                          <a:effectLst/>
                          <a:latin typeface="+mn-lt"/>
                          <a:ea typeface="+mn-ea"/>
                          <a:cs typeface="+mn-cs"/>
                        </a:rPr>
                        <a:t>Library names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libraries provisioned</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documents</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r>
                        <a:rPr lang="en-US" dirty="0"/>
                        <a:t>Total Number of records declared</a:t>
                      </a:r>
                    </a:p>
                  </a:txBody>
                  <a:tcPr/>
                </a:tc>
                <a:tc>
                  <a:txBody>
                    <a:bodyPr/>
                    <a:lstStyle/>
                    <a:p>
                      <a:r>
                        <a:rPr lang="en-US" dirty="0"/>
                        <a:t>Total Number of physical counterparts</a:t>
                      </a:r>
                    </a:p>
                  </a:txBody>
                  <a:tcPr/>
                </a:tc>
                <a:extLst>
                  <a:ext uri="{0D108BD9-81ED-4DB2-BD59-A6C34878D82A}">
                    <a16:rowId xmlns:a16="http://schemas.microsoft.com/office/drawing/2014/main" val="1407182121"/>
                  </a:ext>
                </a:extLst>
              </a:tr>
            </a:tbl>
          </a:graphicData>
        </a:graphic>
      </p:graphicFrame>
      <p:graphicFrame>
        <p:nvGraphicFramePr>
          <p:cNvPr id="14" name="Table 13">
            <a:extLst>
              <a:ext uri="{FF2B5EF4-FFF2-40B4-BE49-F238E27FC236}">
                <a16:creationId xmlns:a16="http://schemas.microsoft.com/office/drawing/2014/main" id="{41469DB8-CD02-04C9-622A-BED206B505BC}"/>
              </a:ext>
            </a:extLst>
          </p:cNvPr>
          <p:cNvGraphicFramePr>
            <a:graphicFrameLocks noGrp="1"/>
          </p:cNvGraphicFramePr>
          <p:nvPr/>
        </p:nvGraphicFramePr>
        <p:xfrm>
          <a:off x="744220" y="3081059"/>
          <a:ext cx="8869469" cy="1286828"/>
        </p:xfrm>
        <a:graphic>
          <a:graphicData uri="http://schemas.openxmlformats.org/drawingml/2006/table">
            <a:tbl>
              <a:tblPr firstRow="1" firstCol="1" bandRow="1"/>
              <a:tblGrid>
                <a:gridCol w="1608428">
                  <a:extLst>
                    <a:ext uri="{9D8B030D-6E8A-4147-A177-3AD203B41FA5}">
                      <a16:colId xmlns:a16="http://schemas.microsoft.com/office/drawing/2014/main" val="3611284804"/>
                    </a:ext>
                  </a:extLst>
                </a:gridCol>
                <a:gridCol w="1850430">
                  <a:extLst>
                    <a:ext uri="{9D8B030D-6E8A-4147-A177-3AD203B41FA5}">
                      <a16:colId xmlns:a16="http://schemas.microsoft.com/office/drawing/2014/main" val="1541412812"/>
                    </a:ext>
                  </a:extLst>
                </a:gridCol>
                <a:gridCol w="1786485">
                  <a:extLst>
                    <a:ext uri="{9D8B030D-6E8A-4147-A177-3AD203B41FA5}">
                      <a16:colId xmlns:a16="http://schemas.microsoft.com/office/drawing/2014/main" val="1270121581"/>
                    </a:ext>
                  </a:extLst>
                </a:gridCol>
                <a:gridCol w="1885844">
                  <a:extLst>
                    <a:ext uri="{9D8B030D-6E8A-4147-A177-3AD203B41FA5}">
                      <a16:colId xmlns:a16="http://schemas.microsoft.com/office/drawing/2014/main" val="442220271"/>
                    </a:ext>
                  </a:extLst>
                </a:gridCol>
                <a:gridCol w="1738282">
                  <a:extLst>
                    <a:ext uri="{9D8B030D-6E8A-4147-A177-3AD203B41FA5}">
                      <a16:colId xmlns:a16="http://schemas.microsoft.com/office/drawing/2014/main" val="34751620"/>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200" dirty="0">
                          <a:solidFill>
                            <a:schemeClr val="bg1"/>
                          </a:solidFill>
                          <a:effectLst/>
                          <a:latin typeface="Aptos" panose="02110004020202020204"/>
                          <a:ea typeface="+mn-ea"/>
                          <a:cs typeface="+mn-cs"/>
                        </a:rPr>
                        <a:t>Library names</a:t>
                      </a:r>
                      <a:endParaRPr lang="en-AU" sz="16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users</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695005427"/>
                  </a:ext>
                </a:extLst>
              </a:tr>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rPr>
                        <a:t> . Annual Meetings</a:t>
                      </a: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8">
                        <a:lumMod val="9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351741260"/>
                  </a:ext>
                </a:extLst>
              </a:tr>
            </a:tbl>
          </a:graphicData>
        </a:graphic>
      </p:graphicFrame>
      <p:sp>
        <p:nvSpPr>
          <p:cNvPr id="6" name="Freeform: Shape 5">
            <a:extLst>
              <a:ext uri="{FF2B5EF4-FFF2-40B4-BE49-F238E27FC236}">
                <a16:creationId xmlns:a16="http://schemas.microsoft.com/office/drawing/2014/main" id="{8A1CA79F-5B7F-0E26-00E9-57ADF7AC8CF3}"/>
              </a:ext>
            </a:extLst>
          </p:cNvPr>
          <p:cNvSpPr/>
          <p:nvPr/>
        </p:nvSpPr>
        <p:spPr>
          <a:xfrm>
            <a:off x="220620" y="186395"/>
            <a:ext cx="9629233"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lvl="0" defTabSz="1200150">
              <a:lnSpc>
                <a:spcPct val="90000"/>
              </a:lnSpc>
              <a:spcBef>
                <a:spcPct val="0"/>
              </a:spcBef>
              <a:spcAft>
                <a:spcPct val="35000"/>
              </a:spcAft>
              <a:defRPr/>
            </a:pPr>
            <a:r>
              <a:rPr lang="en-US" sz="2700" kern="0" dirty="0">
                <a:solidFill>
                  <a:prstClr val="white"/>
                </a:solidFill>
              </a:rPr>
              <a:t>BPMSD - Budget, People, and Management Systems Department</a:t>
            </a:r>
          </a:p>
        </p:txBody>
      </p:sp>
      <p:sp>
        <p:nvSpPr>
          <p:cNvPr id="8" name="Freeform: Shape 7">
            <a:hlinkClick r:id="rId2" action="ppaction://hlinksldjump"/>
            <a:extLst>
              <a:ext uri="{FF2B5EF4-FFF2-40B4-BE49-F238E27FC236}">
                <a16:creationId xmlns:a16="http://schemas.microsoft.com/office/drawing/2014/main" id="{887FBF79-B48C-34F5-08D1-5C7D142F8AD8}"/>
              </a:ext>
            </a:extLst>
          </p:cNvPr>
          <p:cNvSpPr/>
          <p:nvPr/>
        </p:nvSpPr>
        <p:spPr>
          <a:xfrm>
            <a:off x="9075761" y="143585"/>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7030A0"/>
          </a:solidFill>
          <a:ln/>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192024" tIns="109728" rIns="192024" bIns="109728" numCol="1" spcCol="1270" anchor="ctr" anchorCtr="0">
            <a:noAutofit/>
          </a:bodyPr>
          <a:lstStyle/>
          <a:p>
            <a:pPr lvl="0">
              <a:defRPr/>
            </a:pPr>
            <a:r>
              <a:rPr lang="en-AU" sz="1600" b="1" dirty="0"/>
              <a:t>Departmental Library usage</a:t>
            </a:r>
          </a:p>
        </p:txBody>
      </p:sp>
    </p:spTree>
    <p:extLst>
      <p:ext uri="{BB962C8B-B14F-4D97-AF65-F5344CB8AC3E}">
        <p14:creationId xmlns:p14="http://schemas.microsoft.com/office/powerpoint/2010/main" val="24000082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D4567-756B-CC1A-D8B4-8110B276EE3B}"/>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1E8D365-3740-D0E1-4C96-D0D719BF3703}"/>
              </a:ext>
            </a:extLst>
          </p:cNvPr>
          <p:cNvGraphicFramePr>
            <a:graphicFrameLocks noGrp="1"/>
          </p:cNvGraphicFramePr>
          <p:nvPr/>
        </p:nvGraphicFramePr>
        <p:xfrm>
          <a:off x="220619" y="1260098"/>
          <a:ext cx="11570330" cy="131064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dirty="0"/>
                        <a:t>Departmental Library usage </a:t>
                      </a:r>
                      <a:r>
                        <a:rPr lang="en-US" sz="2000" b="1" dirty="0"/>
                        <a:t>- </a:t>
                      </a:r>
                      <a:r>
                        <a:rPr lang="en-AU" sz="2000" b="1" dirty="0">
                          <a:solidFill>
                            <a:schemeClr val="accent1"/>
                          </a:solidFill>
                        </a:rPr>
                        <a:t>Administration</a:t>
                      </a:r>
                      <a:endParaRPr lang="en-AU" sz="2000" b="1"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a:t>
                      </a:r>
                      <a:r>
                        <a:rPr lang="en-AU" sz="1800" b="1" kern="1200" dirty="0">
                          <a:solidFill>
                            <a:schemeClr val="accent1"/>
                          </a:solidFill>
                          <a:effectLst/>
                          <a:latin typeface="+mn-lt"/>
                          <a:ea typeface="+mn-ea"/>
                          <a:cs typeface="+mn-cs"/>
                        </a:rPr>
                        <a:t>Library names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libraries provisioned</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documents</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r>
                        <a:rPr lang="en-US" dirty="0"/>
                        <a:t>Total Number of records declared</a:t>
                      </a:r>
                    </a:p>
                  </a:txBody>
                  <a:tcPr/>
                </a:tc>
                <a:tc>
                  <a:txBody>
                    <a:bodyPr/>
                    <a:lstStyle/>
                    <a:p>
                      <a:r>
                        <a:rPr lang="en-US" dirty="0"/>
                        <a:t>Total Number of physical counterparts</a:t>
                      </a:r>
                    </a:p>
                  </a:txBody>
                  <a:tcPr/>
                </a:tc>
                <a:extLst>
                  <a:ext uri="{0D108BD9-81ED-4DB2-BD59-A6C34878D82A}">
                    <a16:rowId xmlns:a16="http://schemas.microsoft.com/office/drawing/2014/main" val="1407182121"/>
                  </a:ext>
                </a:extLst>
              </a:tr>
            </a:tbl>
          </a:graphicData>
        </a:graphic>
      </p:graphicFrame>
      <p:graphicFrame>
        <p:nvGraphicFramePr>
          <p:cNvPr id="9" name="Table 8">
            <a:extLst>
              <a:ext uri="{FF2B5EF4-FFF2-40B4-BE49-F238E27FC236}">
                <a16:creationId xmlns:a16="http://schemas.microsoft.com/office/drawing/2014/main" id="{77DC6128-5239-3DE4-8A0B-088C33E1EBD4}"/>
              </a:ext>
            </a:extLst>
          </p:cNvPr>
          <p:cNvGraphicFramePr>
            <a:graphicFrameLocks noGrp="1"/>
          </p:cNvGraphicFramePr>
          <p:nvPr/>
        </p:nvGraphicFramePr>
        <p:xfrm>
          <a:off x="962584" y="3064603"/>
          <a:ext cx="8869469" cy="1025907"/>
        </p:xfrm>
        <a:graphic>
          <a:graphicData uri="http://schemas.openxmlformats.org/drawingml/2006/table">
            <a:tbl>
              <a:tblPr firstRow="1" firstCol="1" bandRow="1"/>
              <a:tblGrid>
                <a:gridCol w="1608428">
                  <a:extLst>
                    <a:ext uri="{9D8B030D-6E8A-4147-A177-3AD203B41FA5}">
                      <a16:colId xmlns:a16="http://schemas.microsoft.com/office/drawing/2014/main" val="3611284804"/>
                    </a:ext>
                  </a:extLst>
                </a:gridCol>
                <a:gridCol w="1850430">
                  <a:extLst>
                    <a:ext uri="{9D8B030D-6E8A-4147-A177-3AD203B41FA5}">
                      <a16:colId xmlns:a16="http://schemas.microsoft.com/office/drawing/2014/main" val="1541412812"/>
                    </a:ext>
                  </a:extLst>
                </a:gridCol>
                <a:gridCol w="1786485">
                  <a:extLst>
                    <a:ext uri="{9D8B030D-6E8A-4147-A177-3AD203B41FA5}">
                      <a16:colId xmlns:a16="http://schemas.microsoft.com/office/drawing/2014/main" val="1270121581"/>
                    </a:ext>
                  </a:extLst>
                </a:gridCol>
                <a:gridCol w="1885844">
                  <a:extLst>
                    <a:ext uri="{9D8B030D-6E8A-4147-A177-3AD203B41FA5}">
                      <a16:colId xmlns:a16="http://schemas.microsoft.com/office/drawing/2014/main" val="442220271"/>
                    </a:ext>
                  </a:extLst>
                </a:gridCol>
                <a:gridCol w="1738282">
                  <a:extLst>
                    <a:ext uri="{9D8B030D-6E8A-4147-A177-3AD203B41FA5}">
                      <a16:colId xmlns:a16="http://schemas.microsoft.com/office/drawing/2014/main" val="34751620"/>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200" dirty="0">
                          <a:solidFill>
                            <a:schemeClr val="bg1"/>
                          </a:solidFill>
                          <a:effectLst/>
                          <a:latin typeface="Aptos" panose="02110004020202020204"/>
                          <a:ea typeface="+mn-ea"/>
                          <a:cs typeface="+mn-cs"/>
                        </a:rPr>
                        <a:t>Library names</a:t>
                      </a:r>
                      <a:endParaRPr lang="en-AU" sz="16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users</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695005427"/>
                  </a:ext>
                </a:extLst>
              </a:tr>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rPr>
                        <a:t> . Budgeting</a:t>
                      </a: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8">
                        <a:lumMod val="9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351741260"/>
                  </a:ext>
                </a:extLst>
              </a:tr>
            </a:tbl>
          </a:graphicData>
        </a:graphic>
      </p:graphicFrame>
      <p:sp>
        <p:nvSpPr>
          <p:cNvPr id="11" name="Freeform: Shape 10">
            <a:extLst>
              <a:ext uri="{FF2B5EF4-FFF2-40B4-BE49-F238E27FC236}">
                <a16:creationId xmlns:a16="http://schemas.microsoft.com/office/drawing/2014/main" id="{40448259-7B02-1490-07B0-ACB4947FFDBA}"/>
              </a:ext>
            </a:extLst>
          </p:cNvPr>
          <p:cNvSpPr/>
          <p:nvPr/>
        </p:nvSpPr>
        <p:spPr>
          <a:xfrm>
            <a:off x="220620" y="186395"/>
            <a:ext cx="9629233"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lvl="0" defTabSz="1200150">
              <a:lnSpc>
                <a:spcPct val="90000"/>
              </a:lnSpc>
              <a:spcBef>
                <a:spcPct val="0"/>
              </a:spcBef>
              <a:spcAft>
                <a:spcPct val="35000"/>
              </a:spcAft>
              <a:defRPr/>
            </a:pPr>
            <a:r>
              <a:rPr lang="en-US" sz="2700" kern="0" dirty="0">
                <a:solidFill>
                  <a:prstClr val="white"/>
                </a:solidFill>
              </a:rPr>
              <a:t>BPMSD - Budget, People, and Management Systems Department</a:t>
            </a:r>
          </a:p>
        </p:txBody>
      </p:sp>
      <p:sp>
        <p:nvSpPr>
          <p:cNvPr id="15" name="Freeform: Shape 14">
            <a:hlinkClick r:id="rId2" action="ppaction://hlinksldjump"/>
            <a:extLst>
              <a:ext uri="{FF2B5EF4-FFF2-40B4-BE49-F238E27FC236}">
                <a16:creationId xmlns:a16="http://schemas.microsoft.com/office/drawing/2014/main" id="{76726575-06FB-B1C9-3AD1-32DCC019D050}"/>
              </a:ext>
            </a:extLst>
          </p:cNvPr>
          <p:cNvSpPr/>
          <p:nvPr/>
        </p:nvSpPr>
        <p:spPr>
          <a:xfrm>
            <a:off x="9075761" y="143585"/>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7030A0"/>
          </a:solidFill>
          <a:ln/>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192024" tIns="109728" rIns="192024" bIns="109728" numCol="1" spcCol="1270" anchor="ctr" anchorCtr="0">
            <a:noAutofit/>
          </a:bodyPr>
          <a:lstStyle/>
          <a:p>
            <a:pPr lvl="0">
              <a:defRPr/>
            </a:pPr>
            <a:r>
              <a:rPr lang="en-AU" sz="1600" b="1" dirty="0"/>
              <a:t>Departmental Library usage</a:t>
            </a:r>
          </a:p>
        </p:txBody>
      </p:sp>
    </p:spTree>
    <p:extLst>
      <p:ext uri="{BB962C8B-B14F-4D97-AF65-F5344CB8AC3E}">
        <p14:creationId xmlns:p14="http://schemas.microsoft.com/office/powerpoint/2010/main" val="39516044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893B-3C01-095D-2811-A4C8F32636EC}"/>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D6FE5921-2C23-93A9-7173-9F79D3B42192}"/>
              </a:ext>
            </a:extLst>
          </p:cNvPr>
          <p:cNvGraphicFramePr>
            <a:graphicFrameLocks noGrp="1"/>
          </p:cNvGraphicFramePr>
          <p:nvPr/>
        </p:nvGraphicFramePr>
        <p:xfrm>
          <a:off x="220619" y="1260098"/>
          <a:ext cx="11570330" cy="131064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dirty="0"/>
                        <a:t>Departmental Library usage </a:t>
                      </a:r>
                      <a:r>
                        <a:rPr lang="en-US" sz="2000" b="1" dirty="0"/>
                        <a:t>- </a:t>
                      </a:r>
                      <a:r>
                        <a:rPr lang="en-AU" sz="2000" b="1" dirty="0">
                          <a:solidFill>
                            <a:schemeClr val="accent1"/>
                          </a:solidFill>
                        </a:rPr>
                        <a:t>People management</a:t>
                      </a:r>
                      <a:endParaRPr lang="en-AU" sz="2000" b="1"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a:t>
                      </a:r>
                      <a:r>
                        <a:rPr lang="en-AU" sz="1800" b="1" kern="1200" dirty="0">
                          <a:solidFill>
                            <a:schemeClr val="accent1"/>
                          </a:solidFill>
                          <a:effectLst/>
                          <a:latin typeface="+mn-lt"/>
                          <a:ea typeface="+mn-ea"/>
                          <a:cs typeface="+mn-cs"/>
                        </a:rPr>
                        <a:t>Library names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libraries provisioned</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documents</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r>
                        <a:rPr lang="en-US" dirty="0"/>
                        <a:t>Total Number of records declared</a:t>
                      </a:r>
                    </a:p>
                  </a:txBody>
                  <a:tcPr/>
                </a:tc>
                <a:tc>
                  <a:txBody>
                    <a:bodyPr/>
                    <a:lstStyle/>
                    <a:p>
                      <a:r>
                        <a:rPr lang="en-US" dirty="0"/>
                        <a:t>Total Number of physical counterparts</a:t>
                      </a:r>
                    </a:p>
                  </a:txBody>
                  <a:tcPr/>
                </a:tc>
                <a:extLst>
                  <a:ext uri="{0D108BD9-81ED-4DB2-BD59-A6C34878D82A}">
                    <a16:rowId xmlns:a16="http://schemas.microsoft.com/office/drawing/2014/main" val="1407182121"/>
                  </a:ext>
                </a:extLst>
              </a:tr>
            </a:tbl>
          </a:graphicData>
        </a:graphic>
      </p:graphicFrame>
      <p:graphicFrame>
        <p:nvGraphicFramePr>
          <p:cNvPr id="7" name="Table 6">
            <a:extLst>
              <a:ext uri="{FF2B5EF4-FFF2-40B4-BE49-F238E27FC236}">
                <a16:creationId xmlns:a16="http://schemas.microsoft.com/office/drawing/2014/main" id="{3CD25823-3187-5315-6083-F8B90CB313DC}"/>
              </a:ext>
            </a:extLst>
          </p:cNvPr>
          <p:cNvGraphicFramePr>
            <a:graphicFrameLocks noGrp="1"/>
          </p:cNvGraphicFramePr>
          <p:nvPr/>
        </p:nvGraphicFramePr>
        <p:xfrm>
          <a:off x="962584" y="3064603"/>
          <a:ext cx="8869469" cy="1286828"/>
        </p:xfrm>
        <a:graphic>
          <a:graphicData uri="http://schemas.openxmlformats.org/drawingml/2006/table">
            <a:tbl>
              <a:tblPr firstRow="1" firstCol="1" bandRow="1"/>
              <a:tblGrid>
                <a:gridCol w="1608428">
                  <a:extLst>
                    <a:ext uri="{9D8B030D-6E8A-4147-A177-3AD203B41FA5}">
                      <a16:colId xmlns:a16="http://schemas.microsoft.com/office/drawing/2014/main" val="3611284804"/>
                    </a:ext>
                  </a:extLst>
                </a:gridCol>
                <a:gridCol w="1850430">
                  <a:extLst>
                    <a:ext uri="{9D8B030D-6E8A-4147-A177-3AD203B41FA5}">
                      <a16:colId xmlns:a16="http://schemas.microsoft.com/office/drawing/2014/main" val="1541412812"/>
                    </a:ext>
                  </a:extLst>
                </a:gridCol>
                <a:gridCol w="1786485">
                  <a:extLst>
                    <a:ext uri="{9D8B030D-6E8A-4147-A177-3AD203B41FA5}">
                      <a16:colId xmlns:a16="http://schemas.microsoft.com/office/drawing/2014/main" val="1270121581"/>
                    </a:ext>
                  </a:extLst>
                </a:gridCol>
                <a:gridCol w="1885844">
                  <a:extLst>
                    <a:ext uri="{9D8B030D-6E8A-4147-A177-3AD203B41FA5}">
                      <a16:colId xmlns:a16="http://schemas.microsoft.com/office/drawing/2014/main" val="442220271"/>
                    </a:ext>
                  </a:extLst>
                </a:gridCol>
                <a:gridCol w="1738282">
                  <a:extLst>
                    <a:ext uri="{9D8B030D-6E8A-4147-A177-3AD203B41FA5}">
                      <a16:colId xmlns:a16="http://schemas.microsoft.com/office/drawing/2014/main" val="34751620"/>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200" dirty="0">
                          <a:solidFill>
                            <a:schemeClr val="bg1"/>
                          </a:solidFill>
                          <a:effectLst/>
                          <a:latin typeface="Aptos" panose="02110004020202020204"/>
                          <a:ea typeface="+mn-ea"/>
                          <a:cs typeface="+mn-cs"/>
                        </a:rPr>
                        <a:t>Library names</a:t>
                      </a:r>
                      <a:endParaRPr lang="en-AU" sz="16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users</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695005427"/>
                  </a:ext>
                </a:extLst>
              </a:tr>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rPr>
                        <a:t> . Learning and Development</a:t>
                      </a: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8">
                        <a:lumMod val="9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351741260"/>
                  </a:ext>
                </a:extLst>
              </a:tr>
            </a:tbl>
          </a:graphicData>
        </a:graphic>
      </p:graphicFrame>
      <p:sp>
        <p:nvSpPr>
          <p:cNvPr id="9" name="Freeform: Shape 8">
            <a:extLst>
              <a:ext uri="{FF2B5EF4-FFF2-40B4-BE49-F238E27FC236}">
                <a16:creationId xmlns:a16="http://schemas.microsoft.com/office/drawing/2014/main" id="{42B9BD6C-198A-65F5-46B8-52CA1F78083F}"/>
              </a:ext>
            </a:extLst>
          </p:cNvPr>
          <p:cNvSpPr/>
          <p:nvPr/>
        </p:nvSpPr>
        <p:spPr>
          <a:xfrm>
            <a:off x="220620" y="186395"/>
            <a:ext cx="9629233"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lvl="0" defTabSz="1200150">
              <a:lnSpc>
                <a:spcPct val="90000"/>
              </a:lnSpc>
              <a:spcBef>
                <a:spcPct val="0"/>
              </a:spcBef>
              <a:spcAft>
                <a:spcPct val="35000"/>
              </a:spcAft>
              <a:defRPr/>
            </a:pPr>
            <a:r>
              <a:rPr lang="en-US" sz="2700" kern="0" dirty="0">
                <a:solidFill>
                  <a:prstClr val="white"/>
                </a:solidFill>
              </a:rPr>
              <a:t>BPMSD - Budget, People, and Management Systems Department</a:t>
            </a:r>
          </a:p>
        </p:txBody>
      </p:sp>
      <p:sp>
        <p:nvSpPr>
          <p:cNvPr id="13" name="Freeform: Shape 12">
            <a:hlinkClick r:id="rId2" action="ppaction://hlinksldjump"/>
            <a:extLst>
              <a:ext uri="{FF2B5EF4-FFF2-40B4-BE49-F238E27FC236}">
                <a16:creationId xmlns:a16="http://schemas.microsoft.com/office/drawing/2014/main" id="{7CD66EFE-2580-CB83-2628-D2D1CAB2A48A}"/>
              </a:ext>
            </a:extLst>
          </p:cNvPr>
          <p:cNvSpPr/>
          <p:nvPr/>
        </p:nvSpPr>
        <p:spPr>
          <a:xfrm>
            <a:off x="9075761" y="143585"/>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7030A0"/>
          </a:solidFill>
          <a:ln/>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192024" tIns="109728" rIns="192024" bIns="109728" numCol="1" spcCol="1270" anchor="ctr" anchorCtr="0">
            <a:noAutofit/>
          </a:bodyPr>
          <a:lstStyle/>
          <a:p>
            <a:pPr lvl="0">
              <a:defRPr/>
            </a:pPr>
            <a:r>
              <a:rPr lang="en-AU" sz="1600" b="1" dirty="0"/>
              <a:t>Departmental Library usage</a:t>
            </a:r>
          </a:p>
        </p:txBody>
      </p:sp>
    </p:spTree>
    <p:extLst>
      <p:ext uri="{BB962C8B-B14F-4D97-AF65-F5344CB8AC3E}">
        <p14:creationId xmlns:p14="http://schemas.microsoft.com/office/powerpoint/2010/main" val="596282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90A0B-6919-5BD6-2728-BEC7E858E37F}"/>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DAFF288E-25A5-BBE8-5B72-C61D50EFA326}"/>
              </a:ext>
            </a:extLst>
          </p:cNvPr>
          <p:cNvGraphicFramePr>
            <a:graphicFrameLocks noGrp="1"/>
          </p:cNvGraphicFramePr>
          <p:nvPr/>
        </p:nvGraphicFramePr>
        <p:xfrm>
          <a:off x="220619" y="1260098"/>
          <a:ext cx="11570330" cy="131064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dirty="0"/>
                        <a:t>Departmental Library usage </a:t>
                      </a:r>
                      <a:r>
                        <a:rPr lang="en-US" sz="2000" b="1" dirty="0"/>
                        <a:t>- </a:t>
                      </a:r>
                      <a:r>
                        <a:rPr lang="en-AU" sz="2000" b="1" dirty="0">
                          <a:solidFill>
                            <a:schemeClr val="accent1"/>
                          </a:solidFill>
                        </a:rPr>
                        <a:t>Programs and operations terms</a:t>
                      </a:r>
                      <a:endParaRPr lang="en-AU" sz="2000" b="1"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a:t>
                      </a:r>
                      <a:r>
                        <a:rPr lang="en-AU" sz="1800" b="1" kern="1200" dirty="0">
                          <a:solidFill>
                            <a:schemeClr val="accent1"/>
                          </a:solidFill>
                          <a:effectLst/>
                          <a:latin typeface="+mn-lt"/>
                          <a:ea typeface="+mn-ea"/>
                          <a:cs typeface="+mn-cs"/>
                        </a:rPr>
                        <a:t>Library names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libraries provisioned</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documents</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r>
                        <a:rPr lang="en-US" dirty="0"/>
                        <a:t>Total Number of records declared</a:t>
                      </a:r>
                    </a:p>
                  </a:txBody>
                  <a:tcPr/>
                </a:tc>
                <a:tc>
                  <a:txBody>
                    <a:bodyPr/>
                    <a:lstStyle/>
                    <a:p>
                      <a:r>
                        <a:rPr lang="en-US" dirty="0"/>
                        <a:t>Total Number of physical counterparts</a:t>
                      </a:r>
                    </a:p>
                  </a:txBody>
                  <a:tcPr/>
                </a:tc>
                <a:extLst>
                  <a:ext uri="{0D108BD9-81ED-4DB2-BD59-A6C34878D82A}">
                    <a16:rowId xmlns:a16="http://schemas.microsoft.com/office/drawing/2014/main" val="1407182121"/>
                  </a:ext>
                </a:extLst>
              </a:tr>
            </a:tbl>
          </a:graphicData>
        </a:graphic>
      </p:graphicFrame>
      <p:graphicFrame>
        <p:nvGraphicFramePr>
          <p:cNvPr id="6" name="Table 5">
            <a:extLst>
              <a:ext uri="{FF2B5EF4-FFF2-40B4-BE49-F238E27FC236}">
                <a16:creationId xmlns:a16="http://schemas.microsoft.com/office/drawing/2014/main" id="{FA6B8EFB-5D27-78EF-91A3-700E52CAF551}"/>
              </a:ext>
            </a:extLst>
          </p:cNvPr>
          <p:cNvGraphicFramePr>
            <a:graphicFrameLocks noGrp="1"/>
          </p:cNvGraphicFramePr>
          <p:nvPr/>
        </p:nvGraphicFramePr>
        <p:xfrm>
          <a:off x="962584" y="3064603"/>
          <a:ext cx="8869469" cy="1286828"/>
        </p:xfrm>
        <a:graphic>
          <a:graphicData uri="http://schemas.openxmlformats.org/drawingml/2006/table">
            <a:tbl>
              <a:tblPr firstRow="1" firstCol="1" bandRow="1"/>
              <a:tblGrid>
                <a:gridCol w="1608428">
                  <a:extLst>
                    <a:ext uri="{9D8B030D-6E8A-4147-A177-3AD203B41FA5}">
                      <a16:colId xmlns:a16="http://schemas.microsoft.com/office/drawing/2014/main" val="3611284804"/>
                    </a:ext>
                  </a:extLst>
                </a:gridCol>
                <a:gridCol w="1850430">
                  <a:extLst>
                    <a:ext uri="{9D8B030D-6E8A-4147-A177-3AD203B41FA5}">
                      <a16:colId xmlns:a16="http://schemas.microsoft.com/office/drawing/2014/main" val="1541412812"/>
                    </a:ext>
                  </a:extLst>
                </a:gridCol>
                <a:gridCol w="1786485">
                  <a:extLst>
                    <a:ext uri="{9D8B030D-6E8A-4147-A177-3AD203B41FA5}">
                      <a16:colId xmlns:a16="http://schemas.microsoft.com/office/drawing/2014/main" val="1270121581"/>
                    </a:ext>
                  </a:extLst>
                </a:gridCol>
                <a:gridCol w="1885844">
                  <a:extLst>
                    <a:ext uri="{9D8B030D-6E8A-4147-A177-3AD203B41FA5}">
                      <a16:colId xmlns:a16="http://schemas.microsoft.com/office/drawing/2014/main" val="442220271"/>
                    </a:ext>
                  </a:extLst>
                </a:gridCol>
                <a:gridCol w="1738282">
                  <a:extLst>
                    <a:ext uri="{9D8B030D-6E8A-4147-A177-3AD203B41FA5}">
                      <a16:colId xmlns:a16="http://schemas.microsoft.com/office/drawing/2014/main" val="34751620"/>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200" dirty="0">
                          <a:solidFill>
                            <a:schemeClr val="bg1"/>
                          </a:solidFill>
                          <a:effectLst/>
                          <a:latin typeface="Aptos" panose="02110004020202020204"/>
                          <a:ea typeface="+mn-ea"/>
                          <a:cs typeface="+mn-cs"/>
                        </a:rPr>
                        <a:t>Library names</a:t>
                      </a:r>
                      <a:endParaRPr lang="en-AU" sz="16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users</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695005427"/>
                  </a:ext>
                </a:extLst>
              </a:tr>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rPr>
                        <a:t> . Portfolio Management</a:t>
                      </a: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8">
                        <a:lumMod val="9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351741260"/>
                  </a:ext>
                </a:extLst>
              </a:tr>
            </a:tbl>
          </a:graphicData>
        </a:graphic>
      </p:graphicFrame>
      <p:sp>
        <p:nvSpPr>
          <p:cNvPr id="8" name="Freeform: Shape 7">
            <a:extLst>
              <a:ext uri="{FF2B5EF4-FFF2-40B4-BE49-F238E27FC236}">
                <a16:creationId xmlns:a16="http://schemas.microsoft.com/office/drawing/2014/main" id="{E32F6D60-0888-6A69-E61C-26D5B8E828BC}"/>
              </a:ext>
            </a:extLst>
          </p:cNvPr>
          <p:cNvSpPr/>
          <p:nvPr/>
        </p:nvSpPr>
        <p:spPr>
          <a:xfrm>
            <a:off x="220620" y="186395"/>
            <a:ext cx="9629233"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lvl="0" defTabSz="1200150">
              <a:lnSpc>
                <a:spcPct val="90000"/>
              </a:lnSpc>
              <a:spcBef>
                <a:spcPct val="0"/>
              </a:spcBef>
              <a:spcAft>
                <a:spcPct val="35000"/>
              </a:spcAft>
              <a:defRPr/>
            </a:pPr>
            <a:r>
              <a:rPr lang="en-US" sz="2700" kern="0" dirty="0">
                <a:solidFill>
                  <a:prstClr val="white"/>
                </a:solidFill>
              </a:rPr>
              <a:t>BPMSD - Budget, People, and Management Systems Department</a:t>
            </a:r>
          </a:p>
        </p:txBody>
      </p:sp>
      <p:sp>
        <p:nvSpPr>
          <p:cNvPr id="10" name="Freeform: Shape 9">
            <a:hlinkClick r:id="rId2" action="ppaction://hlinksldjump"/>
            <a:extLst>
              <a:ext uri="{FF2B5EF4-FFF2-40B4-BE49-F238E27FC236}">
                <a16:creationId xmlns:a16="http://schemas.microsoft.com/office/drawing/2014/main" id="{4EACAC16-C194-989C-99C9-DEBF52372C3B}"/>
              </a:ext>
            </a:extLst>
          </p:cNvPr>
          <p:cNvSpPr/>
          <p:nvPr/>
        </p:nvSpPr>
        <p:spPr>
          <a:xfrm>
            <a:off x="9075761" y="143585"/>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7030A0"/>
          </a:solidFill>
          <a:ln/>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192024" tIns="109728" rIns="192024" bIns="109728" numCol="1" spcCol="1270" anchor="ctr" anchorCtr="0">
            <a:noAutofit/>
          </a:bodyPr>
          <a:lstStyle/>
          <a:p>
            <a:pPr lvl="0">
              <a:defRPr/>
            </a:pPr>
            <a:r>
              <a:rPr lang="en-AU" sz="1600" b="1" dirty="0"/>
              <a:t>Departmental Library usage</a:t>
            </a:r>
          </a:p>
        </p:txBody>
      </p:sp>
    </p:spTree>
    <p:extLst>
      <p:ext uri="{BB962C8B-B14F-4D97-AF65-F5344CB8AC3E}">
        <p14:creationId xmlns:p14="http://schemas.microsoft.com/office/powerpoint/2010/main" val="28995937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9CF59-D004-D151-63A6-C7A3BF936ED1}"/>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C19EB37E-73DE-9230-0403-FBC3249F1BA2}"/>
              </a:ext>
            </a:extLst>
          </p:cNvPr>
          <p:cNvSpPr/>
          <p:nvPr/>
        </p:nvSpPr>
        <p:spPr>
          <a:xfrm>
            <a:off x="220620" y="186395"/>
            <a:ext cx="9629233"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lvl="0" defTabSz="1200150">
              <a:lnSpc>
                <a:spcPct val="90000"/>
              </a:lnSpc>
              <a:spcBef>
                <a:spcPct val="0"/>
              </a:spcBef>
              <a:spcAft>
                <a:spcPct val="35000"/>
              </a:spcAft>
              <a:defRPr/>
            </a:pPr>
            <a:r>
              <a:rPr lang="en-US" sz="2700" kern="0" dirty="0">
                <a:solidFill>
                  <a:prstClr val="white"/>
                </a:solidFill>
              </a:rPr>
              <a:t>BPMSD - Budget, People, and Management Systems Department</a:t>
            </a:r>
          </a:p>
        </p:txBody>
      </p:sp>
      <p:graphicFrame>
        <p:nvGraphicFramePr>
          <p:cNvPr id="11" name="Table 10">
            <a:extLst>
              <a:ext uri="{FF2B5EF4-FFF2-40B4-BE49-F238E27FC236}">
                <a16:creationId xmlns:a16="http://schemas.microsoft.com/office/drawing/2014/main" id="{47D22EB2-64CB-4CF7-28C2-7B90DACE7EB4}"/>
              </a:ext>
            </a:extLst>
          </p:cNvPr>
          <p:cNvGraphicFramePr>
            <a:graphicFrameLocks noGrp="1"/>
          </p:cNvGraphicFramePr>
          <p:nvPr/>
        </p:nvGraphicFramePr>
        <p:xfrm>
          <a:off x="220619" y="1260098"/>
          <a:ext cx="11570330" cy="131064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dirty="0"/>
                        <a:t>Departmental Library usage </a:t>
                      </a:r>
                      <a:r>
                        <a:rPr lang="en-US" sz="2000" b="1" dirty="0"/>
                        <a:t>- </a:t>
                      </a:r>
                      <a:r>
                        <a:rPr lang="en-AU" sz="2000" b="1" dirty="0">
                          <a:solidFill>
                            <a:schemeClr val="accent1"/>
                          </a:solidFill>
                        </a:rPr>
                        <a:t>Other terms</a:t>
                      </a:r>
                      <a:endParaRPr lang="en-AU" sz="2000" b="1"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a:t>
                      </a:r>
                      <a:r>
                        <a:rPr lang="en-AU" sz="1800" b="1" kern="1200" dirty="0">
                          <a:solidFill>
                            <a:schemeClr val="accent1"/>
                          </a:solidFill>
                          <a:effectLst/>
                          <a:latin typeface="+mn-lt"/>
                          <a:ea typeface="+mn-ea"/>
                          <a:cs typeface="+mn-cs"/>
                        </a:rPr>
                        <a:t>Library names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libraries provisioned</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documents</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r>
                        <a:rPr lang="en-US" dirty="0"/>
                        <a:t>Total Number of records declared</a:t>
                      </a:r>
                    </a:p>
                  </a:txBody>
                  <a:tcPr/>
                </a:tc>
                <a:tc>
                  <a:txBody>
                    <a:bodyPr/>
                    <a:lstStyle/>
                    <a:p>
                      <a:r>
                        <a:rPr lang="en-US" dirty="0"/>
                        <a:t>Total Number of physical counterparts</a:t>
                      </a:r>
                    </a:p>
                  </a:txBody>
                  <a:tcPr/>
                </a:tc>
                <a:extLst>
                  <a:ext uri="{0D108BD9-81ED-4DB2-BD59-A6C34878D82A}">
                    <a16:rowId xmlns:a16="http://schemas.microsoft.com/office/drawing/2014/main" val="1407182121"/>
                  </a:ext>
                </a:extLst>
              </a:tr>
            </a:tbl>
          </a:graphicData>
        </a:graphic>
      </p:graphicFrame>
      <p:graphicFrame>
        <p:nvGraphicFramePr>
          <p:cNvPr id="6" name="Table 5">
            <a:extLst>
              <a:ext uri="{FF2B5EF4-FFF2-40B4-BE49-F238E27FC236}">
                <a16:creationId xmlns:a16="http://schemas.microsoft.com/office/drawing/2014/main" id="{76DA5E7A-C193-B737-8B2D-53A9D8C318E8}"/>
              </a:ext>
            </a:extLst>
          </p:cNvPr>
          <p:cNvGraphicFramePr>
            <a:graphicFrameLocks noGrp="1"/>
          </p:cNvGraphicFramePr>
          <p:nvPr/>
        </p:nvGraphicFramePr>
        <p:xfrm>
          <a:off x="962584" y="3064603"/>
          <a:ext cx="8869469" cy="1286828"/>
        </p:xfrm>
        <a:graphic>
          <a:graphicData uri="http://schemas.openxmlformats.org/drawingml/2006/table">
            <a:tbl>
              <a:tblPr firstRow="1" firstCol="1" bandRow="1"/>
              <a:tblGrid>
                <a:gridCol w="1608428">
                  <a:extLst>
                    <a:ext uri="{9D8B030D-6E8A-4147-A177-3AD203B41FA5}">
                      <a16:colId xmlns:a16="http://schemas.microsoft.com/office/drawing/2014/main" val="3611284804"/>
                    </a:ext>
                  </a:extLst>
                </a:gridCol>
                <a:gridCol w="1850430">
                  <a:extLst>
                    <a:ext uri="{9D8B030D-6E8A-4147-A177-3AD203B41FA5}">
                      <a16:colId xmlns:a16="http://schemas.microsoft.com/office/drawing/2014/main" val="1541412812"/>
                    </a:ext>
                  </a:extLst>
                </a:gridCol>
                <a:gridCol w="1786485">
                  <a:extLst>
                    <a:ext uri="{9D8B030D-6E8A-4147-A177-3AD203B41FA5}">
                      <a16:colId xmlns:a16="http://schemas.microsoft.com/office/drawing/2014/main" val="1270121581"/>
                    </a:ext>
                  </a:extLst>
                </a:gridCol>
                <a:gridCol w="1885844">
                  <a:extLst>
                    <a:ext uri="{9D8B030D-6E8A-4147-A177-3AD203B41FA5}">
                      <a16:colId xmlns:a16="http://schemas.microsoft.com/office/drawing/2014/main" val="442220271"/>
                    </a:ext>
                  </a:extLst>
                </a:gridCol>
                <a:gridCol w="1738282">
                  <a:extLst>
                    <a:ext uri="{9D8B030D-6E8A-4147-A177-3AD203B41FA5}">
                      <a16:colId xmlns:a16="http://schemas.microsoft.com/office/drawing/2014/main" val="34751620"/>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b="1" kern="1200" dirty="0">
                          <a:solidFill>
                            <a:schemeClr val="bg1"/>
                          </a:solidFill>
                          <a:effectLst/>
                          <a:latin typeface="Aptos" panose="02110004020202020204"/>
                          <a:ea typeface="+mn-ea"/>
                          <a:cs typeface="+mn-cs"/>
                        </a:rPr>
                        <a:t>Library names</a:t>
                      </a:r>
                      <a:endParaRPr lang="en-AU" sz="16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latin typeface="Aptos" panose="020B0004020202020204" pitchFamily="34" charset="0"/>
                          <a:ea typeface="Aptos" panose="020B0004020202020204" pitchFamily="34" charset="0"/>
                          <a:cs typeface="Times New Roman" panose="02020603050405020304" pitchFamily="18" charset="0"/>
                        </a:rPr>
                        <a:t>Number of users</a:t>
                      </a: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documents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records declared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effectLst/>
                        </a:rPr>
                        <a:t>Number of physical counterparts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695005427"/>
                  </a:ext>
                </a:extLst>
              </a:tr>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nSpc>
                          <a:spcPct val="107000"/>
                        </a:lnSpc>
                        <a:spcAft>
                          <a:spcPts val="800"/>
                        </a:spcAft>
                        <a:buNone/>
                      </a:pPr>
                      <a:r>
                        <a:rPr lang="en-AU" sz="1600" kern="100" dirty="0">
                          <a:solidFill>
                            <a:schemeClr val="tx1"/>
                          </a:solidFill>
                          <a:effectLst/>
                        </a:rPr>
                        <a:t> . Photos and Audiovisual</a:t>
                      </a:r>
                      <a:endParaRPr lang="en-AU"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E8E8">
                        <a:lumMod val="9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107000"/>
                        </a:lnSpc>
                        <a:spcAft>
                          <a:spcPts val="800"/>
                        </a:spcAft>
                        <a:buNone/>
                      </a:pPr>
                      <a:r>
                        <a:rPr lang="en-AU" sz="1600" kern="100" dirty="0">
                          <a:effectLst/>
                        </a:rPr>
                        <a:t>#</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351741260"/>
                  </a:ext>
                </a:extLst>
              </a:tr>
            </a:tbl>
          </a:graphicData>
        </a:graphic>
      </p:graphicFrame>
      <p:sp>
        <p:nvSpPr>
          <p:cNvPr id="10" name="Freeform: Shape 9">
            <a:hlinkClick r:id="rId2" action="ppaction://hlinksldjump"/>
            <a:extLst>
              <a:ext uri="{FF2B5EF4-FFF2-40B4-BE49-F238E27FC236}">
                <a16:creationId xmlns:a16="http://schemas.microsoft.com/office/drawing/2014/main" id="{9309A9F3-DADF-6279-0B4D-487140C15BB2}"/>
              </a:ext>
            </a:extLst>
          </p:cNvPr>
          <p:cNvSpPr/>
          <p:nvPr/>
        </p:nvSpPr>
        <p:spPr>
          <a:xfrm>
            <a:off x="9075761" y="143585"/>
            <a:ext cx="3116239"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7030A0"/>
          </a:solidFill>
          <a:ln/>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192024" tIns="109728" rIns="192024" bIns="109728" numCol="1" spcCol="1270" anchor="ctr" anchorCtr="0">
            <a:noAutofit/>
          </a:bodyPr>
          <a:lstStyle/>
          <a:p>
            <a:pPr lvl="0">
              <a:defRPr/>
            </a:pPr>
            <a:r>
              <a:rPr lang="en-AU" sz="1600" b="1" dirty="0"/>
              <a:t>Departmental Library usage</a:t>
            </a:r>
          </a:p>
        </p:txBody>
      </p:sp>
    </p:spTree>
    <p:extLst>
      <p:ext uri="{BB962C8B-B14F-4D97-AF65-F5344CB8AC3E}">
        <p14:creationId xmlns:p14="http://schemas.microsoft.com/office/powerpoint/2010/main" val="21561232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92211232-75A6-A251-F8CC-41A920453F88}"/>
              </a:ext>
            </a:extLst>
          </p:cNvPr>
          <p:cNvSpPr/>
          <p:nvPr/>
        </p:nvSpPr>
        <p:spPr>
          <a:xfrm>
            <a:off x="249753" y="188063"/>
            <a:ext cx="3360449"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AU" sz="2700" b="0" i="0" u="none" strike="noStrike" kern="0" cap="none" spc="0" normalizeH="0" baseline="0" noProof="0" dirty="0">
                <a:ln>
                  <a:noFill/>
                </a:ln>
                <a:solidFill>
                  <a:prstClr val="white"/>
                </a:solidFill>
                <a:effectLst/>
                <a:uLnTx/>
                <a:uFillTx/>
                <a:latin typeface="Aptos" panose="02110004020202020204"/>
                <a:ea typeface="+mn-ea"/>
                <a:cs typeface="+mn-cs"/>
              </a:rPr>
              <a:t>Records and archive holdings</a:t>
            </a:r>
          </a:p>
        </p:txBody>
      </p:sp>
      <p:sp>
        <p:nvSpPr>
          <p:cNvPr id="4" name="Freeform: Shape 3">
            <a:hlinkClick r:id="rId2" action="ppaction://hlinksldjump"/>
            <a:extLst>
              <a:ext uri="{FF2B5EF4-FFF2-40B4-BE49-F238E27FC236}">
                <a16:creationId xmlns:a16="http://schemas.microsoft.com/office/drawing/2014/main" id="{641FF7E1-2C79-A1E9-DAFD-C99A48A689F2}"/>
              </a:ext>
            </a:extLst>
          </p:cNvPr>
          <p:cNvSpPr/>
          <p:nvPr/>
        </p:nvSpPr>
        <p:spPr>
          <a:xfrm>
            <a:off x="10290412" y="69544"/>
            <a:ext cx="1901588"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chemeClr val="tx1"/>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lang="en-AU" sz="1600" b="1" kern="0" dirty="0">
                <a:solidFill>
                  <a:prstClr val="white"/>
                </a:solidFill>
                <a:latin typeface="Aptos" panose="02110004020202020204"/>
              </a:rPr>
              <a:t>Slide 1</a:t>
            </a:r>
            <a:endParaRPr kumimoji="0" lang="en-AU" sz="1600" b="1"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11" name="Picture 10">
            <a:extLst>
              <a:ext uri="{FF2B5EF4-FFF2-40B4-BE49-F238E27FC236}">
                <a16:creationId xmlns:a16="http://schemas.microsoft.com/office/drawing/2014/main" id="{92864916-14EA-35F8-1EA4-7FBBA5ECABE0}"/>
              </a:ext>
            </a:extLst>
          </p:cNvPr>
          <p:cNvPicPr>
            <a:picLocks noChangeAspect="1"/>
          </p:cNvPicPr>
          <p:nvPr/>
        </p:nvPicPr>
        <p:blipFill>
          <a:blip r:embed="rId3"/>
          <a:stretch>
            <a:fillRect/>
          </a:stretch>
        </p:blipFill>
        <p:spPr>
          <a:xfrm>
            <a:off x="504967" y="1461589"/>
            <a:ext cx="9396188" cy="5112814"/>
          </a:xfrm>
          <a:prstGeom prst="rect">
            <a:avLst/>
          </a:prstGeom>
        </p:spPr>
      </p:pic>
      <p:sp>
        <p:nvSpPr>
          <p:cNvPr id="13" name="Rectangle: Rounded Corners 12">
            <a:extLst>
              <a:ext uri="{FF2B5EF4-FFF2-40B4-BE49-F238E27FC236}">
                <a16:creationId xmlns:a16="http://schemas.microsoft.com/office/drawing/2014/main" id="{67A2A1BA-B38D-D265-063E-8171EB886824}"/>
              </a:ext>
            </a:extLst>
          </p:cNvPr>
          <p:cNvSpPr/>
          <p:nvPr/>
        </p:nvSpPr>
        <p:spPr>
          <a:xfrm>
            <a:off x="6373504" y="736980"/>
            <a:ext cx="5568743" cy="1310184"/>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285750" lvl="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Screenshot from IR Dashboard</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We would also like to learn what is available in Opus and how we can apply the features for our dashboard.</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Retrieval as processed from </a:t>
            </a:r>
            <a:r>
              <a:rPr lang="en-US" sz="1400" dirty="0" err="1">
                <a:latin typeface="Arial" panose="020B0604020202020204" pitchFamily="34" charset="0"/>
                <a:cs typeface="Arial" panose="020B0604020202020204" pitchFamily="34" charset="0"/>
              </a:rPr>
              <a:t>eServe</a:t>
            </a:r>
            <a:r>
              <a:rPr lang="en-US" sz="1400" dirty="0">
                <a:latin typeface="Arial" panose="020B0604020202020204" pitchFamily="34" charset="0"/>
                <a:cs typeface="Arial" panose="020B0604020202020204" pitchFamily="34" charset="0"/>
              </a:rPr>
              <a:t>, retrieval here should reflect physical records/archives that are removed from the holdings</a:t>
            </a:r>
          </a:p>
        </p:txBody>
      </p:sp>
    </p:spTree>
    <p:extLst>
      <p:ext uri="{BB962C8B-B14F-4D97-AF65-F5344CB8AC3E}">
        <p14:creationId xmlns:p14="http://schemas.microsoft.com/office/powerpoint/2010/main" val="38660090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8643A-6C05-25B4-DFC2-849AA2611038}"/>
            </a:ext>
          </a:extLst>
        </p:cNvPr>
        <p:cNvGrpSpPr/>
        <p:nvPr/>
      </p:nvGrpSpPr>
      <p:grpSpPr>
        <a:xfrm>
          <a:off x="0" y="0"/>
          <a:ext cx="0" cy="0"/>
          <a:chOff x="0" y="0"/>
          <a:chExt cx="0" cy="0"/>
        </a:xfrm>
      </p:grpSpPr>
      <p:sp>
        <p:nvSpPr>
          <p:cNvPr id="2" name="Freeform: Shape 1">
            <a:extLst>
              <a:ext uri="{FF2B5EF4-FFF2-40B4-BE49-F238E27FC236}">
                <a16:creationId xmlns:a16="http://schemas.microsoft.com/office/drawing/2014/main" id="{9C616C8E-734E-4AE5-AF96-554B582B5B32}"/>
              </a:ext>
            </a:extLst>
          </p:cNvPr>
          <p:cNvSpPr/>
          <p:nvPr/>
        </p:nvSpPr>
        <p:spPr>
          <a:xfrm>
            <a:off x="249753" y="188063"/>
            <a:ext cx="3360449"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AU" sz="2700" b="0" i="0" u="none" strike="noStrike" kern="0" cap="none" spc="0" normalizeH="0" baseline="0" noProof="0" dirty="0">
                <a:ln>
                  <a:noFill/>
                </a:ln>
                <a:solidFill>
                  <a:prstClr val="white"/>
                </a:solidFill>
                <a:effectLst/>
                <a:uLnTx/>
                <a:uFillTx/>
                <a:latin typeface="Aptos" panose="02110004020202020204"/>
                <a:ea typeface="+mn-ea"/>
                <a:cs typeface="+mn-cs"/>
              </a:rPr>
              <a:t>Records and archive holdings</a:t>
            </a:r>
          </a:p>
        </p:txBody>
      </p:sp>
      <p:sp>
        <p:nvSpPr>
          <p:cNvPr id="4" name="Freeform: Shape 3">
            <a:hlinkClick r:id="rId2" action="ppaction://hlinksldjump"/>
            <a:extLst>
              <a:ext uri="{FF2B5EF4-FFF2-40B4-BE49-F238E27FC236}">
                <a16:creationId xmlns:a16="http://schemas.microsoft.com/office/drawing/2014/main" id="{6D586F69-290E-A466-5629-5BC6F03B4286}"/>
              </a:ext>
            </a:extLst>
          </p:cNvPr>
          <p:cNvSpPr/>
          <p:nvPr/>
        </p:nvSpPr>
        <p:spPr>
          <a:xfrm>
            <a:off x="9949218" y="69544"/>
            <a:ext cx="2242782"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92D050"/>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lang="en-AU" sz="1600" b="1" kern="0" dirty="0">
                <a:latin typeface="Aptos" panose="02110004020202020204"/>
              </a:rPr>
              <a:t>Records and Archives holdings</a:t>
            </a:r>
            <a:endParaRPr kumimoji="0" lang="en-AU" sz="1600" b="1" i="0" u="none" strike="noStrike" kern="0" cap="none" spc="0" normalizeH="0" baseline="0" noProof="0" dirty="0">
              <a:ln>
                <a:noFill/>
              </a:ln>
              <a:effectLst/>
              <a:uLnTx/>
              <a:uFillTx/>
              <a:latin typeface="Aptos" panose="02110004020202020204"/>
              <a:ea typeface="+mn-ea"/>
              <a:cs typeface="+mn-cs"/>
            </a:endParaRPr>
          </a:p>
        </p:txBody>
      </p:sp>
      <p:graphicFrame>
        <p:nvGraphicFramePr>
          <p:cNvPr id="5" name="Table 4">
            <a:extLst>
              <a:ext uri="{FF2B5EF4-FFF2-40B4-BE49-F238E27FC236}">
                <a16:creationId xmlns:a16="http://schemas.microsoft.com/office/drawing/2014/main" id="{99A2685E-4E3A-2F34-D1B3-92F7224B6435}"/>
              </a:ext>
            </a:extLst>
          </p:cNvPr>
          <p:cNvGraphicFramePr>
            <a:graphicFrameLocks noGrp="1"/>
          </p:cNvGraphicFramePr>
          <p:nvPr>
            <p:extLst>
              <p:ext uri="{D42A27DB-BD31-4B8C-83A1-F6EECF244321}">
                <p14:modId xmlns:p14="http://schemas.microsoft.com/office/powerpoint/2010/main" val="3724031715"/>
              </p:ext>
            </p:extLst>
          </p:nvPr>
        </p:nvGraphicFramePr>
        <p:xfrm>
          <a:off x="677079" y="3045301"/>
          <a:ext cx="10837841" cy="3624636"/>
        </p:xfrm>
        <a:graphic>
          <a:graphicData uri="http://schemas.openxmlformats.org/drawingml/2006/table">
            <a:tbl>
              <a:tblPr firstRow="1" bandRow="1">
                <a:tableStyleId>{5940675A-B579-460E-94D1-54222C63F5DA}</a:tableStyleId>
              </a:tblPr>
              <a:tblGrid>
                <a:gridCol w="1548263">
                  <a:extLst>
                    <a:ext uri="{9D8B030D-6E8A-4147-A177-3AD203B41FA5}">
                      <a16:colId xmlns:a16="http://schemas.microsoft.com/office/drawing/2014/main" val="3532678966"/>
                    </a:ext>
                  </a:extLst>
                </a:gridCol>
                <a:gridCol w="1548263">
                  <a:extLst>
                    <a:ext uri="{9D8B030D-6E8A-4147-A177-3AD203B41FA5}">
                      <a16:colId xmlns:a16="http://schemas.microsoft.com/office/drawing/2014/main" val="13005810"/>
                    </a:ext>
                  </a:extLst>
                </a:gridCol>
                <a:gridCol w="1548263">
                  <a:extLst>
                    <a:ext uri="{9D8B030D-6E8A-4147-A177-3AD203B41FA5}">
                      <a16:colId xmlns:a16="http://schemas.microsoft.com/office/drawing/2014/main" val="3072002245"/>
                    </a:ext>
                  </a:extLst>
                </a:gridCol>
                <a:gridCol w="1548263">
                  <a:extLst>
                    <a:ext uri="{9D8B030D-6E8A-4147-A177-3AD203B41FA5}">
                      <a16:colId xmlns:a16="http://schemas.microsoft.com/office/drawing/2014/main" val="1540019927"/>
                    </a:ext>
                  </a:extLst>
                </a:gridCol>
                <a:gridCol w="1548263">
                  <a:extLst>
                    <a:ext uri="{9D8B030D-6E8A-4147-A177-3AD203B41FA5}">
                      <a16:colId xmlns:a16="http://schemas.microsoft.com/office/drawing/2014/main" val="324277438"/>
                    </a:ext>
                  </a:extLst>
                </a:gridCol>
                <a:gridCol w="1548263">
                  <a:extLst>
                    <a:ext uri="{9D8B030D-6E8A-4147-A177-3AD203B41FA5}">
                      <a16:colId xmlns:a16="http://schemas.microsoft.com/office/drawing/2014/main" val="4143014649"/>
                    </a:ext>
                  </a:extLst>
                </a:gridCol>
                <a:gridCol w="1548263">
                  <a:extLst>
                    <a:ext uri="{9D8B030D-6E8A-4147-A177-3AD203B41FA5}">
                      <a16:colId xmlns:a16="http://schemas.microsoft.com/office/drawing/2014/main" val="1406968356"/>
                    </a:ext>
                  </a:extLst>
                </a:gridCol>
              </a:tblGrid>
              <a:tr h="517519">
                <a:tc>
                  <a:txBody>
                    <a:bodyPr/>
                    <a:lstStyle/>
                    <a:p>
                      <a:r>
                        <a:rPr lang="en-US" sz="1600" b="1" dirty="0">
                          <a:solidFill>
                            <a:schemeClr val="bg1"/>
                          </a:solidFill>
                        </a:rPr>
                        <a:t>Location</a:t>
                      </a:r>
                      <a:endParaRPr lang="en-PH" sz="1600" b="1" dirty="0">
                        <a:solidFill>
                          <a:schemeClr val="bg1"/>
                        </a:solidFill>
                      </a:endParaRPr>
                    </a:p>
                  </a:txBody>
                  <a:tcPr>
                    <a:solidFill>
                      <a:schemeClr val="accent1"/>
                    </a:solidFill>
                  </a:tcPr>
                </a:tc>
                <a:tc>
                  <a:txBody>
                    <a:bodyPr/>
                    <a:lstStyle/>
                    <a:p>
                      <a:r>
                        <a:rPr lang="en-US" sz="1600" b="1" dirty="0">
                          <a:solidFill>
                            <a:schemeClr val="bg1"/>
                          </a:solidFill>
                        </a:rPr>
                        <a:t>No. of requests</a:t>
                      </a:r>
                      <a:endParaRPr lang="en-PH" sz="1600" b="1" dirty="0">
                        <a:solidFill>
                          <a:schemeClr val="bg1"/>
                        </a:solidFill>
                      </a:endParaRPr>
                    </a:p>
                  </a:txBody>
                  <a:tcP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bg1"/>
                          </a:solidFill>
                        </a:rPr>
                        <a:t>Total </a:t>
                      </a:r>
                      <a:r>
                        <a:rPr lang="en-AU" sz="1400" b="1" kern="100" dirty="0">
                          <a:solidFill>
                            <a:schemeClr val="bg1"/>
                          </a:solidFill>
                          <a:effectLst/>
                        </a:rPr>
                        <a:t>number of requestors </a:t>
                      </a:r>
                      <a:r>
                        <a:rPr lang="en-AU" sz="1400" kern="100" dirty="0">
                          <a:solidFill>
                            <a:schemeClr val="bg1"/>
                          </a:solidFill>
                          <a:effectLst/>
                        </a:rPr>
                        <a:t>(departments)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(year, month)</a:t>
                      </a:r>
                    </a:p>
                  </a:txBody>
                  <a:tcP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bg1"/>
                          </a:solidFill>
                        </a:rPr>
                        <a:t>Total </a:t>
                      </a:r>
                      <a:r>
                        <a:rPr lang="en-AU" sz="1400" b="1" kern="100" dirty="0">
                          <a:solidFill>
                            <a:schemeClr val="bg1"/>
                          </a:solidFill>
                          <a:effectLst/>
                        </a:rPr>
                        <a:t>number of requestors (RMs)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(year, month)</a:t>
                      </a:r>
                    </a:p>
                  </a:txBody>
                  <a:tcP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bg1"/>
                          </a:solidFill>
                        </a:rPr>
                        <a:t>Total </a:t>
                      </a:r>
                      <a:r>
                        <a:rPr lang="en-AU" sz="1400" b="1" kern="100" dirty="0">
                          <a:solidFill>
                            <a:schemeClr val="bg1"/>
                          </a:solidFill>
                          <a:effectLst/>
                        </a:rPr>
                        <a:t>number of boxes stored</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(year, month)</a:t>
                      </a:r>
                    </a:p>
                  </a:txBody>
                  <a:tcP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bg1"/>
                          </a:solidFill>
                        </a:rPr>
                        <a:t>Total </a:t>
                      </a:r>
                      <a:r>
                        <a:rPr lang="en-AU" sz="1400" b="1" kern="100" dirty="0">
                          <a:solidFill>
                            <a:schemeClr val="bg1"/>
                          </a:solidFill>
                          <a:effectLst/>
                        </a:rPr>
                        <a:t>number of folders stored</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(year, month)</a:t>
                      </a:r>
                    </a:p>
                  </a:txBody>
                  <a:tcP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bg1"/>
                          </a:solidFill>
                        </a:rPr>
                        <a:t>Remarks</a:t>
                      </a:r>
                      <a:endParaRPr lang="en-AU" sz="14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a:solidFill>
                      <a:schemeClr val="accent1"/>
                    </a:solidFill>
                  </a:tcPr>
                </a:tc>
                <a:extLst>
                  <a:ext uri="{0D108BD9-81ED-4DB2-BD59-A6C34878D82A}">
                    <a16:rowId xmlns:a16="http://schemas.microsoft.com/office/drawing/2014/main" val="2030881717"/>
                  </a:ext>
                </a:extLst>
              </a:tr>
              <a:tr h="893252">
                <a:tc>
                  <a:txBody>
                    <a:bodyPr/>
                    <a:lstStyle/>
                    <a:p>
                      <a:r>
                        <a:rPr lang="en-US" sz="1600" dirty="0"/>
                        <a:t>Archives Room</a:t>
                      </a:r>
                      <a:endParaRPr lang="en-PH" sz="1600" dirty="0"/>
                    </a:p>
                  </a:txBody>
                  <a:tcPr/>
                </a:tc>
                <a:tc>
                  <a:txBody>
                    <a:bodyPr/>
                    <a:lstStyle/>
                    <a:p>
                      <a:endParaRPr lang="en-PH" sz="1600"/>
                    </a:p>
                  </a:txBody>
                  <a:tcPr/>
                </a:tc>
                <a:tc>
                  <a:txBody>
                    <a:bodyPr/>
                    <a:lstStyle/>
                    <a:p>
                      <a:endParaRPr lang="en-PH" sz="1600"/>
                    </a:p>
                  </a:txBody>
                  <a:tcPr/>
                </a:tc>
                <a:tc>
                  <a:txBody>
                    <a:bodyPr/>
                    <a:lstStyle/>
                    <a:p>
                      <a:endParaRPr lang="en-PH" sz="1600"/>
                    </a:p>
                  </a:txBody>
                  <a:tcPr/>
                </a:tc>
                <a:tc>
                  <a:txBody>
                    <a:bodyPr/>
                    <a:lstStyle/>
                    <a:p>
                      <a:endParaRPr lang="en-PH" sz="1600"/>
                    </a:p>
                  </a:txBody>
                  <a:tcPr/>
                </a:tc>
                <a:tc>
                  <a:txBody>
                    <a:bodyPr/>
                    <a:lstStyle/>
                    <a:p>
                      <a:endParaRPr lang="en-PH" sz="1600"/>
                    </a:p>
                  </a:txBody>
                  <a:tcPr/>
                </a:tc>
                <a:tc>
                  <a:txBody>
                    <a:bodyPr/>
                    <a:lstStyle/>
                    <a:p>
                      <a:endParaRPr lang="en-PH" sz="1600"/>
                    </a:p>
                  </a:txBody>
                  <a:tcPr/>
                </a:tc>
                <a:extLst>
                  <a:ext uri="{0D108BD9-81ED-4DB2-BD59-A6C34878D82A}">
                    <a16:rowId xmlns:a16="http://schemas.microsoft.com/office/drawing/2014/main" val="937906104"/>
                  </a:ext>
                </a:extLst>
              </a:tr>
              <a:tr h="893252">
                <a:tc>
                  <a:txBody>
                    <a:bodyPr/>
                    <a:lstStyle/>
                    <a:p>
                      <a:r>
                        <a:rPr lang="en-US" sz="1600" dirty="0"/>
                        <a:t>Records Center</a:t>
                      </a:r>
                      <a:endParaRPr lang="en-PH" sz="1600" dirty="0"/>
                    </a:p>
                  </a:txBody>
                  <a:tcPr/>
                </a:tc>
                <a:tc>
                  <a:txBody>
                    <a:bodyPr/>
                    <a:lstStyle/>
                    <a:p>
                      <a:endParaRPr lang="en-PH" sz="1600" dirty="0"/>
                    </a:p>
                  </a:txBody>
                  <a:tcPr/>
                </a:tc>
                <a:tc>
                  <a:txBody>
                    <a:bodyPr/>
                    <a:lstStyle/>
                    <a:p>
                      <a:endParaRPr lang="en-PH" sz="1600"/>
                    </a:p>
                  </a:txBody>
                  <a:tcPr/>
                </a:tc>
                <a:tc>
                  <a:txBody>
                    <a:bodyPr/>
                    <a:lstStyle/>
                    <a:p>
                      <a:endParaRPr lang="en-PH" sz="1600"/>
                    </a:p>
                  </a:txBody>
                  <a:tcPr/>
                </a:tc>
                <a:tc>
                  <a:txBody>
                    <a:bodyPr/>
                    <a:lstStyle/>
                    <a:p>
                      <a:endParaRPr lang="en-PH" sz="1600"/>
                    </a:p>
                  </a:txBody>
                  <a:tcPr/>
                </a:tc>
                <a:tc>
                  <a:txBody>
                    <a:bodyPr/>
                    <a:lstStyle/>
                    <a:p>
                      <a:endParaRPr lang="en-PH" sz="1600"/>
                    </a:p>
                  </a:txBody>
                  <a:tcPr/>
                </a:tc>
                <a:tc>
                  <a:txBody>
                    <a:bodyPr/>
                    <a:lstStyle/>
                    <a:p>
                      <a:endParaRPr lang="en-PH" sz="1600"/>
                    </a:p>
                  </a:txBody>
                  <a:tcPr/>
                </a:tc>
                <a:extLst>
                  <a:ext uri="{0D108BD9-81ED-4DB2-BD59-A6C34878D82A}">
                    <a16:rowId xmlns:a16="http://schemas.microsoft.com/office/drawing/2014/main" val="3366089965"/>
                  </a:ext>
                </a:extLst>
              </a:tr>
              <a:tr h="893252">
                <a:tc>
                  <a:txBody>
                    <a:bodyPr/>
                    <a:lstStyle/>
                    <a:p>
                      <a:r>
                        <a:rPr lang="en-US" sz="1600" dirty="0"/>
                        <a:t>Offsite Storage</a:t>
                      </a:r>
                      <a:endParaRPr lang="en-PH" sz="1600" dirty="0"/>
                    </a:p>
                  </a:txBody>
                  <a:tcPr/>
                </a:tc>
                <a:tc>
                  <a:txBody>
                    <a:bodyPr/>
                    <a:lstStyle/>
                    <a:p>
                      <a:endParaRPr lang="en-PH" sz="1600"/>
                    </a:p>
                  </a:txBody>
                  <a:tcPr/>
                </a:tc>
                <a:tc>
                  <a:txBody>
                    <a:bodyPr/>
                    <a:lstStyle/>
                    <a:p>
                      <a:endParaRPr lang="en-PH" sz="1600"/>
                    </a:p>
                  </a:txBody>
                  <a:tcPr/>
                </a:tc>
                <a:tc>
                  <a:txBody>
                    <a:bodyPr/>
                    <a:lstStyle/>
                    <a:p>
                      <a:endParaRPr lang="en-PH" sz="1600"/>
                    </a:p>
                  </a:txBody>
                  <a:tcPr/>
                </a:tc>
                <a:tc>
                  <a:txBody>
                    <a:bodyPr/>
                    <a:lstStyle/>
                    <a:p>
                      <a:endParaRPr lang="en-PH" sz="1600"/>
                    </a:p>
                  </a:txBody>
                  <a:tcPr/>
                </a:tc>
                <a:tc>
                  <a:txBody>
                    <a:bodyPr/>
                    <a:lstStyle/>
                    <a:p>
                      <a:endParaRPr lang="en-PH" sz="1600"/>
                    </a:p>
                  </a:txBody>
                  <a:tcPr/>
                </a:tc>
                <a:tc>
                  <a:txBody>
                    <a:bodyPr/>
                    <a:lstStyle/>
                    <a:p>
                      <a:endParaRPr lang="en-PH" sz="1600" dirty="0"/>
                    </a:p>
                  </a:txBody>
                  <a:tcPr/>
                </a:tc>
                <a:extLst>
                  <a:ext uri="{0D108BD9-81ED-4DB2-BD59-A6C34878D82A}">
                    <a16:rowId xmlns:a16="http://schemas.microsoft.com/office/drawing/2014/main" val="1334895331"/>
                  </a:ext>
                </a:extLst>
              </a:tr>
            </a:tbl>
          </a:graphicData>
        </a:graphic>
      </p:graphicFrame>
      <p:graphicFrame>
        <p:nvGraphicFramePr>
          <p:cNvPr id="7" name="Table 6">
            <a:extLst>
              <a:ext uri="{FF2B5EF4-FFF2-40B4-BE49-F238E27FC236}">
                <a16:creationId xmlns:a16="http://schemas.microsoft.com/office/drawing/2014/main" id="{40CB1BDE-1137-E110-8578-C9388498E83A}"/>
              </a:ext>
            </a:extLst>
          </p:cNvPr>
          <p:cNvGraphicFramePr>
            <a:graphicFrameLocks noGrp="1"/>
          </p:cNvGraphicFramePr>
          <p:nvPr/>
        </p:nvGraphicFramePr>
        <p:xfrm>
          <a:off x="220619" y="1260098"/>
          <a:ext cx="11570330" cy="158496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Storage</a:t>
                      </a:r>
                      <a:endParaRPr lang="en-AU" sz="2000" b="1"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a:t>
                      </a:r>
                      <a:r>
                        <a:rPr lang="en-AU" sz="1800" b="1" kern="1200" dirty="0">
                          <a:solidFill>
                            <a:schemeClr val="accent1"/>
                          </a:solidFill>
                          <a:effectLst/>
                          <a:latin typeface="+mn-lt"/>
                          <a:ea typeface="+mn-ea"/>
                          <a:cs typeface="+mn-cs"/>
                        </a:rPr>
                        <a:t>Requests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b="1" kern="1200" dirty="0">
                          <a:solidFill>
                            <a:schemeClr val="accent1"/>
                          </a:solidFill>
                          <a:effectLst/>
                          <a:latin typeface="+mn-lt"/>
                          <a:ea typeface="+mn-ea"/>
                          <a:cs typeface="+mn-cs"/>
                        </a:rPr>
                        <a:t>(year, month)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requestors (departments)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kern="100" dirty="0">
                          <a:effectLst/>
                          <a:latin typeface="Aptos" panose="020B0004020202020204" pitchFamily="34" charset="0"/>
                          <a:ea typeface="Aptos" panose="020B0004020202020204" pitchFamily="34" charset="0"/>
                          <a:cs typeface="Times New Roman" panose="02020603050405020304" pitchFamily="18" charset="0"/>
                        </a:rPr>
                        <a:t>(year, month)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requestors (RMs)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kern="100" dirty="0">
                          <a:effectLst/>
                          <a:latin typeface="Aptos" panose="020B0004020202020204" pitchFamily="34" charset="0"/>
                          <a:ea typeface="Aptos" panose="020B0004020202020204" pitchFamily="34" charset="0"/>
                          <a:cs typeface="Times New Roman" panose="02020603050405020304" pitchFamily="18" charset="0"/>
                        </a:rPr>
                        <a:t>(year, month)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boxes stored</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kern="100" dirty="0">
                          <a:effectLst/>
                          <a:latin typeface="Aptos" panose="020B0004020202020204" pitchFamily="34" charset="0"/>
                          <a:ea typeface="Aptos" panose="020B0004020202020204" pitchFamily="34" charset="0"/>
                          <a:cs typeface="Times New Roman" panose="02020603050405020304" pitchFamily="18" charset="0"/>
                        </a:rPr>
                        <a:t>(year, month)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folders stored</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kern="100" dirty="0">
                          <a:effectLst/>
                          <a:latin typeface="Aptos" panose="020B0004020202020204" pitchFamily="34" charset="0"/>
                          <a:ea typeface="Aptos" panose="020B0004020202020204" pitchFamily="34" charset="0"/>
                          <a:cs typeface="Times New Roman" panose="02020603050405020304" pitchFamily="18" charset="0"/>
                        </a:rPr>
                        <a:t>(year, month)</a:t>
                      </a:r>
                    </a:p>
                  </a:txBody>
                  <a:tcPr/>
                </a:tc>
                <a:extLst>
                  <a:ext uri="{0D108BD9-81ED-4DB2-BD59-A6C34878D82A}">
                    <a16:rowId xmlns:a16="http://schemas.microsoft.com/office/drawing/2014/main" val="1407182121"/>
                  </a:ext>
                </a:extLst>
              </a:tr>
            </a:tbl>
          </a:graphicData>
        </a:graphic>
      </p:graphicFrame>
      <p:sp>
        <p:nvSpPr>
          <p:cNvPr id="6" name="Rectangle: Rounded Corners 5">
            <a:extLst>
              <a:ext uri="{FF2B5EF4-FFF2-40B4-BE49-F238E27FC236}">
                <a16:creationId xmlns:a16="http://schemas.microsoft.com/office/drawing/2014/main" id="{227B677F-4390-F57C-092E-32ABDB539720}"/>
              </a:ext>
            </a:extLst>
          </p:cNvPr>
          <p:cNvSpPr/>
          <p:nvPr/>
        </p:nvSpPr>
        <p:spPr>
          <a:xfrm>
            <a:off x="7437311" y="4192475"/>
            <a:ext cx="4353638" cy="2112791"/>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Include indicators for no. of new boxes and folders stored month-on-month per department</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No. and list of outstanding/pending requests/physical records awaiting transfer, physical counterparts identified but not transferred</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Can room capacity and % available storage capacity be included? </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97172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5821B-00EE-4B9C-06FC-489D552935BD}"/>
            </a:ext>
          </a:extLst>
        </p:cNvPr>
        <p:cNvGrpSpPr/>
        <p:nvPr/>
      </p:nvGrpSpPr>
      <p:grpSpPr>
        <a:xfrm>
          <a:off x="0" y="0"/>
          <a:ext cx="0" cy="0"/>
          <a:chOff x="0" y="0"/>
          <a:chExt cx="0" cy="0"/>
        </a:xfrm>
      </p:grpSpPr>
      <p:sp>
        <p:nvSpPr>
          <p:cNvPr id="2" name="Freeform: Shape 1">
            <a:extLst>
              <a:ext uri="{FF2B5EF4-FFF2-40B4-BE49-F238E27FC236}">
                <a16:creationId xmlns:a16="http://schemas.microsoft.com/office/drawing/2014/main" id="{75E33F3B-1F15-6F88-ADAD-AC61546BAB6E}"/>
              </a:ext>
            </a:extLst>
          </p:cNvPr>
          <p:cNvSpPr/>
          <p:nvPr/>
        </p:nvSpPr>
        <p:spPr>
          <a:xfrm>
            <a:off x="249753" y="188063"/>
            <a:ext cx="3360449" cy="99006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156082">
              <a:hueOff val="0"/>
              <a:satOff val="0"/>
              <a:lumOff val="0"/>
              <a:alphaOff val="0"/>
            </a:srgbClr>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kumimoji="0" lang="en-AU" sz="2700" b="0" i="0" u="none" strike="noStrike" kern="0" cap="none" spc="0" normalizeH="0" baseline="0" noProof="0" dirty="0">
                <a:ln>
                  <a:noFill/>
                </a:ln>
                <a:solidFill>
                  <a:prstClr val="white"/>
                </a:solidFill>
                <a:effectLst/>
                <a:uLnTx/>
                <a:uFillTx/>
                <a:latin typeface="Aptos" panose="02110004020202020204"/>
                <a:ea typeface="+mn-ea"/>
                <a:cs typeface="+mn-cs"/>
              </a:rPr>
              <a:t>Records and archive holdings</a:t>
            </a:r>
          </a:p>
        </p:txBody>
      </p:sp>
      <p:sp>
        <p:nvSpPr>
          <p:cNvPr id="4" name="Freeform: Shape 3">
            <a:hlinkClick r:id="rId2" action="ppaction://hlinksldjump"/>
            <a:extLst>
              <a:ext uri="{FF2B5EF4-FFF2-40B4-BE49-F238E27FC236}">
                <a16:creationId xmlns:a16="http://schemas.microsoft.com/office/drawing/2014/main" id="{5D5B54F9-ECB1-209C-CEDF-CC455A4A9904}"/>
              </a:ext>
            </a:extLst>
          </p:cNvPr>
          <p:cNvSpPr/>
          <p:nvPr/>
        </p:nvSpPr>
        <p:spPr>
          <a:xfrm>
            <a:off x="9949218" y="69544"/>
            <a:ext cx="2242782" cy="524017"/>
          </a:xfrm>
          <a:custGeom>
            <a:avLst/>
            <a:gdLst>
              <a:gd name="csX0" fmla="*/ 0 w 3360449"/>
              <a:gd name="csY0" fmla="*/ 0 h 990067"/>
              <a:gd name="csX1" fmla="*/ 3360449 w 3360449"/>
              <a:gd name="csY1" fmla="*/ 0 h 990067"/>
              <a:gd name="csX2" fmla="*/ 3360449 w 3360449"/>
              <a:gd name="csY2" fmla="*/ 990067 h 990067"/>
              <a:gd name="csX3" fmla="*/ 0 w 3360449"/>
              <a:gd name="csY3" fmla="*/ 990067 h 990067"/>
              <a:gd name="csX4" fmla="*/ 0 w 3360449"/>
              <a:gd name="csY4" fmla="*/ 0 h 990067"/>
            </a:gdLst>
            <a:ahLst/>
            <a:cxnLst>
              <a:cxn ang="0">
                <a:pos x="csX0" y="csY0"/>
              </a:cxn>
              <a:cxn ang="0">
                <a:pos x="csX1" y="csY1"/>
              </a:cxn>
              <a:cxn ang="0">
                <a:pos x="csX2" y="csY2"/>
              </a:cxn>
              <a:cxn ang="0">
                <a:pos x="csX3" y="csY3"/>
              </a:cxn>
              <a:cxn ang="0">
                <a:pos x="csX4" y="csY4"/>
              </a:cxn>
            </a:cxnLst>
            <a:rect l="l" t="t" r="r" b="b"/>
            <a:pathLst>
              <a:path w="3360449" h="990067">
                <a:moveTo>
                  <a:pt x="0" y="0"/>
                </a:moveTo>
                <a:lnTo>
                  <a:pt x="3360449" y="0"/>
                </a:lnTo>
                <a:lnTo>
                  <a:pt x="3360449" y="990067"/>
                </a:lnTo>
                <a:lnTo>
                  <a:pt x="0" y="990067"/>
                </a:lnTo>
                <a:lnTo>
                  <a:pt x="0" y="0"/>
                </a:lnTo>
                <a:close/>
              </a:path>
            </a:pathLst>
          </a:custGeom>
          <a:solidFill>
            <a:srgbClr val="92D050"/>
          </a:solidFill>
          <a:ln w="19050" cap="flat" cmpd="sng" algn="ctr">
            <a:solidFill>
              <a:srgbClr val="156082">
                <a:hueOff val="0"/>
                <a:satOff val="0"/>
                <a:lumOff val="0"/>
                <a:alphaOff val="0"/>
              </a:srgbClr>
            </a:solidFill>
            <a:prstDash val="solid"/>
            <a:miter lim="800000"/>
          </a:ln>
          <a:effectLst/>
        </p:spPr>
        <p:txBody>
          <a:bodyPr spcFirstLastPara="0" vert="horz" wrap="square" lIns="192024" tIns="109728" rIns="192024" bIns="109728" numCol="1" spcCol="1270" anchor="ctr" anchorCtr="0">
            <a:noAutofit/>
          </a:bodyPr>
          <a:lstStyle/>
          <a:p>
            <a:pPr marL="0" marR="0" lvl="0" indent="0" algn="ctr" defTabSz="1200150" eaLnBrk="1" fontAlgn="auto" latinLnBrk="0" hangingPunct="1">
              <a:lnSpc>
                <a:spcPct val="90000"/>
              </a:lnSpc>
              <a:spcBef>
                <a:spcPct val="0"/>
              </a:spcBef>
              <a:spcAft>
                <a:spcPct val="35000"/>
              </a:spcAft>
              <a:buClrTx/>
              <a:buSzTx/>
              <a:buFontTx/>
              <a:buNone/>
              <a:tabLst/>
              <a:defRPr/>
            </a:pPr>
            <a:r>
              <a:rPr lang="en-AU" sz="1600" b="1" kern="0" dirty="0">
                <a:latin typeface="Aptos" panose="02110004020202020204"/>
              </a:rPr>
              <a:t>Records and Archives holdings</a:t>
            </a:r>
            <a:endParaRPr kumimoji="0" lang="en-AU" sz="1600" b="1" i="0" u="none" strike="noStrike" kern="0" cap="none" spc="0" normalizeH="0" baseline="0" noProof="0" dirty="0">
              <a:ln>
                <a:noFill/>
              </a:ln>
              <a:effectLst/>
              <a:uLnTx/>
              <a:uFillTx/>
              <a:latin typeface="Aptos" panose="02110004020202020204"/>
              <a:ea typeface="+mn-ea"/>
              <a:cs typeface="+mn-cs"/>
            </a:endParaRPr>
          </a:p>
        </p:txBody>
      </p:sp>
      <p:graphicFrame>
        <p:nvGraphicFramePr>
          <p:cNvPr id="5" name="Table 4">
            <a:extLst>
              <a:ext uri="{FF2B5EF4-FFF2-40B4-BE49-F238E27FC236}">
                <a16:creationId xmlns:a16="http://schemas.microsoft.com/office/drawing/2014/main" id="{0FFE09EE-090D-F24A-4558-491665013F33}"/>
              </a:ext>
            </a:extLst>
          </p:cNvPr>
          <p:cNvGraphicFramePr>
            <a:graphicFrameLocks noGrp="1"/>
          </p:cNvGraphicFramePr>
          <p:nvPr>
            <p:extLst>
              <p:ext uri="{D42A27DB-BD31-4B8C-83A1-F6EECF244321}">
                <p14:modId xmlns:p14="http://schemas.microsoft.com/office/powerpoint/2010/main" val="2976257725"/>
              </p:ext>
            </p:extLst>
          </p:nvPr>
        </p:nvGraphicFramePr>
        <p:xfrm>
          <a:off x="677079" y="3045301"/>
          <a:ext cx="10837841" cy="3624636"/>
        </p:xfrm>
        <a:graphic>
          <a:graphicData uri="http://schemas.openxmlformats.org/drawingml/2006/table">
            <a:tbl>
              <a:tblPr firstRow="1" bandRow="1">
                <a:tableStyleId>{5940675A-B579-460E-94D1-54222C63F5DA}</a:tableStyleId>
              </a:tblPr>
              <a:tblGrid>
                <a:gridCol w="1548263">
                  <a:extLst>
                    <a:ext uri="{9D8B030D-6E8A-4147-A177-3AD203B41FA5}">
                      <a16:colId xmlns:a16="http://schemas.microsoft.com/office/drawing/2014/main" val="3532678966"/>
                    </a:ext>
                  </a:extLst>
                </a:gridCol>
                <a:gridCol w="1336724">
                  <a:extLst>
                    <a:ext uri="{9D8B030D-6E8A-4147-A177-3AD203B41FA5}">
                      <a16:colId xmlns:a16="http://schemas.microsoft.com/office/drawing/2014/main" val="13005810"/>
                    </a:ext>
                  </a:extLst>
                </a:gridCol>
                <a:gridCol w="1759802">
                  <a:extLst>
                    <a:ext uri="{9D8B030D-6E8A-4147-A177-3AD203B41FA5}">
                      <a16:colId xmlns:a16="http://schemas.microsoft.com/office/drawing/2014/main" val="3072002245"/>
                    </a:ext>
                  </a:extLst>
                </a:gridCol>
                <a:gridCol w="1548263">
                  <a:extLst>
                    <a:ext uri="{9D8B030D-6E8A-4147-A177-3AD203B41FA5}">
                      <a16:colId xmlns:a16="http://schemas.microsoft.com/office/drawing/2014/main" val="1540019927"/>
                    </a:ext>
                  </a:extLst>
                </a:gridCol>
                <a:gridCol w="1548263">
                  <a:extLst>
                    <a:ext uri="{9D8B030D-6E8A-4147-A177-3AD203B41FA5}">
                      <a16:colId xmlns:a16="http://schemas.microsoft.com/office/drawing/2014/main" val="324277438"/>
                    </a:ext>
                  </a:extLst>
                </a:gridCol>
                <a:gridCol w="1749188">
                  <a:extLst>
                    <a:ext uri="{9D8B030D-6E8A-4147-A177-3AD203B41FA5}">
                      <a16:colId xmlns:a16="http://schemas.microsoft.com/office/drawing/2014/main" val="4143014649"/>
                    </a:ext>
                  </a:extLst>
                </a:gridCol>
                <a:gridCol w="1347338">
                  <a:extLst>
                    <a:ext uri="{9D8B030D-6E8A-4147-A177-3AD203B41FA5}">
                      <a16:colId xmlns:a16="http://schemas.microsoft.com/office/drawing/2014/main" val="1406968356"/>
                    </a:ext>
                  </a:extLst>
                </a:gridCol>
              </a:tblGrid>
              <a:tr h="517519">
                <a:tc>
                  <a:txBody>
                    <a:bodyPr/>
                    <a:lstStyle/>
                    <a:p>
                      <a:r>
                        <a:rPr lang="en-US" sz="1600" b="1" dirty="0">
                          <a:solidFill>
                            <a:schemeClr val="bg1"/>
                          </a:solidFill>
                        </a:rPr>
                        <a:t>Location</a:t>
                      </a:r>
                      <a:endParaRPr lang="en-PH" sz="1600" b="1" dirty="0">
                        <a:solidFill>
                          <a:schemeClr val="bg1"/>
                        </a:solidFill>
                      </a:endParaRPr>
                    </a:p>
                  </a:txBody>
                  <a:tcPr>
                    <a:solidFill>
                      <a:schemeClr val="accent1"/>
                    </a:solidFill>
                  </a:tcPr>
                </a:tc>
                <a:tc>
                  <a:txBody>
                    <a:bodyPr/>
                    <a:lstStyle/>
                    <a:p>
                      <a:r>
                        <a:rPr lang="en-US" sz="1600" b="1" dirty="0">
                          <a:solidFill>
                            <a:schemeClr val="bg1"/>
                          </a:solidFill>
                        </a:rPr>
                        <a:t>No. of requests</a:t>
                      </a:r>
                      <a:endParaRPr lang="en-PH" sz="1600" b="1" dirty="0">
                        <a:solidFill>
                          <a:schemeClr val="bg1"/>
                        </a:solidFill>
                      </a:endParaRPr>
                    </a:p>
                  </a:txBody>
                  <a:tcP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bg1"/>
                          </a:solidFill>
                        </a:rPr>
                        <a:t>Total </a:t>
                      </a:r>
                      <a:r>
                        <a:rPr lang="en-AU" sz="1400" b="1" kern="100" dirty="0">
                          <a:solidFill>
                            <a:schemeClr val="bg1"/>
                          </a:solidFill>
                          <a:effectLst/>
                        </a:rPr>
                        <a:t>number of requestors </a:t>
                      </a:r>
                      <a:r>
                        <a:rPr lang="en-AU" sz="1400" kern="100" dirty="0">
                          <a:solidFill>
                            <a:schemeClr val="bg1"/>
                          </a:solidFill>
                          <a:effectLst/>
                        </a:rPr>
                        <a:t>(departments/ RMS)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(year, month)</a:t>
                      </a:r>
                    </a:p>
                  </a:txBody>
                  <a:tcP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bg1"/>
                          </a:solidFill>
                        </a:rPr>
                        <a:t>Total </a:t>
                      </a:r>
                      <a:r>
                        <a:rPr lang="en-AU" sz="1400" b="1" kern="100" dirty="0">
                          <a:solidFill>
                            <a:schemeClr val="bg1"/>
                          </a:solidFill>
                          <a:effectLst/>
                        </a:rPr>
                        <a:t>number of boxes retrieved</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(year, month)</a:t>
                      </a:r>
                    </a:p>
                  </a:txBody>
                  <a:tcP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bg1"/>
                          </a:solidFill>
                        </a:rPr>
                        <a:t>Total </a:t>
                      </a:r>
                      <a:r>
                        <a:rPr lang="en-AU" sz="1400" b="1" kern="100" dirty="0">
                          <a:solidFill>
                            <a:schemeClr val="bg1"/>
                          </a:solidFill>
                          <a:effectLst/>
                        </a:rPr>
                        <a:t>number of folders  retrieved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(year, month)</a:t>
                      </a:r>
                    </a:p>
                  </a:txBody>
                  <a:tcP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4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Status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(Loan, Return to owner, For Disposal)</a:t>
                      </a:r>
                    </a:p>
                  </a:txBody>
                  <a:tcP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bg1"/>
                          </a:solidFill>
                        </a:rPr>
                        <a:t>Remarks</a:t>
                      </a:r>
                      <a:endParaRPr lang="en-AU" sz="14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a:solidFill>
                      <a:schemeClr val="accent1"/>
                    </a:solidFill>
                  </a:tcPr>
                </a:tc>
                <a:extLst>
                  <a:ext uri="{0D108BD9-81ED-4DB2-BD59-A6C34878D82A}">
                    <a16:rowId xmlns:a16="http://schemas.microsoft.com/office/drawing/2014/main" val="2030881717"/>
                  </a:ext>
                </a:extLst>
              </a:tr>
              <a:tr h="893252">
                <a:tc>
                  <a:txBody>
                    <a:bodyPr/>
                    <a:lstStyle/>
                    <a:p>
                      <a:r>
                        <a:rPr lang="en-US" sz="1600" dirty="0"/>
                        <a:t>Archives Room</a:t>
                      </a:r>
                      <a:endParaRPr lang="en-PH" sz="1600" dirty="0"/>
                    </a:p>
                  </a:txBody>
                  <a:tcPr/>
                </a:tc>
                <a:tc>
                  <a:txBody>
                    <a:bodyPr/>
                    <a:lstStyle/>
                    <a:p>
                      <a:endParaRPr lang="en-PH" sz="1600"/>
                    </a:p>
                  </a:txBody>
                  <a:tcPr/>
                </a:tc>
                <a:tc>
                  <a:txBody>
                    <a:bodyPr/>
                    <a:lstStyle/>
                    <a:p>
                      <a:endParaRPr lang="en-PH" sz="1600"/>
                    </a:p>
                  </a:txBody>
                  <a:tcPr/>
                </a:tc>
                <a:tc>
                  <a:txBody>
                    <a:bodyPr/>
                    <a:lstStyle/>
                    <a:p>
                      <a:endParaRPr lang="en-PH" sz="1600"/>
                    </a:p>
                  </a:txBody>
                  <a:tcPr/>
                </a:tc>
                <a:tc>
                  <a:txBody>
                    <a:bodyPr/>
                    <a:lstStyle/>
                    <a:p>
                      <a:endParaRPr lang="en-PH" sz="1600"/>
                    </a:p>
                  </a:txBody>
                  <a:tcPr/>
                </a:tc>
                <a:tc>
                  <a:txBody>
                    <a:bodyPr/>
                    <a:lstStyle/>
                    <a:p>
                      <a:endParaRPr lang="en-PH" sz="1600" dirty="0"/>
                    </a:p>
                  </a:txBody>
                  <a:tcPr/>
                </a:tc>
                <a:tc>
                  <a:txBody>
                    <a:bodyPr/>
                    <a:lstStyle/>
                    <a:p>
                      <a:endParaRPr lang="en-PH" sz="1600"/>
                    </a:p>
                  </a:txBody>
                  <a:tcPr/>
                </a:tc>
                <a:extLst>
                  <a:ext uri="{0D108BD9-81ED-4DB2-BD59-A6C34878D82A}">
                    <a16:rowId xmlns:a16="http://schemas.microsoft.com/office/drawing/2014/main" val="937906104"/>
                  </a:ext>
                </a:extLst>
              </a:tr>
              <a:tr h="893252">
                <a:tc>
                  <a:txBody>
                    <a:bodyPr/>
                    <a:lstStyle/>
                    <a:p>
                      <a:r>
                        <a:rPr lang="en-US" sz="1600" dirty="0"/>
                        <a:t>Records Center</a:t>
                      </a:r>
                      <a:endParaRPr lang="en-PH" sz="1600" dirty="0"/>
                    </a:p>
                  </a:txBody>
                  <a:tcPr/>
                </a:tc>
                <a:tc>
                  <a:txBody>
                    <a:bodyPr/>
                    <a:lstStyle/>
                    <a:p>
                      <a:endParaRPr lang="en-PH" sz="1600" dirty="0"/>
                    </a:p>
                  </a:txBody>
                  <a:tcPr/>
                </a:tc>
                <a:tc>
                  <a:txBody>
                    <a:bodyPr/>
                    <a:lstStyle/>
                    <a:p>
                      <a:endParaRPr lang="en-PH" sz="1600"/>
                    </a:p>
                  </a:txBody>
                  <a:tcPr/>
                </a:tc>
                <a:tc>
                  <a:txBody>
                    <a:bodyPr/>
                    <a:lstStyle/>
                    <a:p>
                      <a:endParaRPr lang="en-PH" sz="1600"/>
                    </a:p>
                  </a:txBody>
                  <a:tcPr/>
                </a:tc>
                <a:tc>
                  <a:txBody>
                    <a:bodyPr/>
                    <a:lstStyle/>
                    <a:p>
                      <a:endParaRPr lang="en-PH" sz="1600"/>
                    </a:p>
                  </a:txBody>
                  <a:tcPr/>
                </a:tc>
                <a:tc>
                  <a:txBody>
                    <a:bodyPr/>
                    <a:lstStyle/>
                    <a:p>
                      <a:endParaRPr lang="en-PH" sz="1600"/>
                    </a:p>
                  </a:txBody>
                  <a:tcPr/>
                </a:tc>
                <a:tc>
                  <a:txBody>
                    <a:bodyPr/>
                    <a:lstStyle/>
                    <a:p>
                      <a:endParaRPr lang="en-PH" sz="1600"/>
                    </a:p>
                  </a:txBody>
                  <a:tcPr/>
                </a:tc>
                <a:extLst>
                  <a:ext uri="{0D108BD9-81ED-4DB2-BD59-A6C34878D82A}">
                    <a16:rowId xmlns:a16="http://schemas.microsoft.com/office/drawing/2014/main" val="3366089965"/>
                  </a:ext>
                </a:extLst>
              </a:tr>
              <a:tr h="893252">
                <a:tc>
                  <a:txBody>
                    <a:bodyPr/>
                    <a:lstStyle/>
                    <a:p>
                      <a:r>
                        <a:rPr lang="en-US" sz="1600" dirty="0"/>
                        <a:t>Offsite Storage</a:t>
                      </a:r>
                      <a:endParaRPr lang="en-PH" sz="1600" dirty="0"/>
                    </a:p>
                  </a:txBody>
                  <a:tcPr/>
                </a:tc>
                <a:tc>
                  <a:txBody>
                    <a:bodyPr/>
                    <a:lstStyle/>
                    <a:p>
                      <a:endParaRPr lang="en-PH" sz="1600"/>
                    </a:p>
                  </a:txBody>
                  <a:tcPr/>
                </a:tc>
                <a:tc>
                  <a:txBody>
                    <a:bodyPr/>
                    <a:lstStyle/>
                    <a:p>
                      <a:endParaRPr lang="en-PH" sz="1600"/>
                    </a:p>
                  </a:txBody>
                  <a:tcPr/>
                </a:tc>
                <a:tc>
                  <a:txBody>
                    <a:bodyPr/>
                    <a:lstStyle/>
                    <a:p>
                      <a:endParaRPr lang="en-PH" sz="1600"/>
                    </a:p>
                  </a:txBody>
                  <a:tcPr/>
                </a:tc>
                <a:tc>
                  <a:txBody>
                    <a:bodyPr/>
                    <a:lstStyle/>
                    <a:p>
                      <a:endParaRPr lang="en-PH" sz="1600"/>
                    </a:p>
                  </a:txBody>
                  <a:tcPr/>
                </a:tc>
                <a:tc>
                  <a:txBody>
                    <a:bodyPr/>
                    <a:lstStyle/>
                    <a:p>
                      <a:endParaRPr lang="en-PH" sz="1600"/>
                    </a:p>
                  </a:txBody>
                  <a:tcPr/>
                </a:tc>
                <a:tc>
                  <a:txBody>
                    <a:bodyPr/>
                    <a:lstStyle/>
                    <a:p>
                      <a:endParaRPr lang="en-PH" sz="1600" dirty="0"/>
                    </a:p>
                  </a:txBody>
                  <a:tcPr/>
                </a:tc>
                <a:extLst>
                  <a:ext uri="{0D108BD9-81ED-4DB2-BD59-A6C34878D82A}">
                    <a16:rowId xmlns:a16="http://schemas.microsoft.com/office/drawing/2014/main" val="1334895331"/>
                  </a:ext>
                </a:extLst>
              </a:tr>
            </a:tbl>
          </a:graphicData>
        </a:graphic>
      </p:graphicFrame>
      <p:graphicFrame>
        <p:nvGraphicFramePr>
          <p:cNvPr id="7" name="Table 6">
            <a:extLst>
              <a:ext uri="{FF2B5EF4-FFF2-40B4-BE49-F238E27FC236}">
                <a16:creationId xmlns:a16="http://schemas.microsoft.com/office/drawing/2014/main" id="{F0E32587-3BC1-343E-9274-B42783269155}"/>
              </a:ext>
            </a:extLst>
          </p:cNvPr>
          <p:cNvGraphicFramePr>
            <a:graphicFrameLocks noGrp="1"/>
          </p:cNvGraphicFramePr>
          <p:nvPr/>
        </p:nvGraphicFramePr>
        <p:xfrm>
          <a:off x="220619" y="1260098"/>
          <a:ext cx="11570330" cy="1584960"/>
        </p:xfrm>
        <a:graphic>
          <a:graphicData uri="http://schemas.openxmlformats.org/drawingml/2006/table">
            <a:tbl>
              <a:tblPr firstRow="1" bandRow="1">
                <a:tableStyleId>{5940675A-B579-460E-94D1-54222C63F5DA}</a:tableStyleId>
              </a:tblPr>
              <a:tblGrid>
                <a:gridCol w="2314066">
                  <a:extLst>
                    <a:ext uri="{9D8B030D-6E8A-4147-A177-3AD203B41FA5}">
                      <a16:colId xmlns:a16="http://schemas.microsoft.com/office/drawing/2014/main" val="1829071732"/>
                    </a:ext>
                  </a:extLst>
                </a:gridCol>
                <a:gridCol w="2314066">
                  <a:extLst>
                    <a:ext uri="{9D8B030D-6E8A-4147-A177-3AD203B41FA5}">
                      <a16:colId xmlns:a16="http://schemas.microsoft.com/office/drawing/2014/main" val="2734345373"/>
                    </a:ext>
                  </a:extLst>
                </a:gridCol>
                <a:gridCol w="2314066">
                  <a:extLst>
                    <a:ext uri="{9D8B030D-6E8A-4147-A177-3AD203B41FA5}">
                      <a16:colId xmlns:a16="http://schemas.microsoft.com/office/drawing/2014/main" val="2791150227"/>
                    </a:ext>
                  </a:extLst>
                </a:gridCol>
                <a:gridCol w="2314066">
                  <a:extLst>
                    <a:ext uri="{9D8B030D-6E8A-4147-A177-3AD203B41FA5}">
                      <a16:colId xmlns:a16="http://schemas.microsoft.com/office/drawing/2014/main" val="1391208075"/>
                    </a:ext>
                  </a:extLst>
                </a:gridCol>
                <a:gridCol w="2314066">
                  <a:extLst>
                    <a:ext uri="{9D8B030D-6E8A-4147-A177-3AD203B41FA5}">
                      <a16:colId xmlns:a16="http://schemas.microsoft.com/office/drawing/2014/main" val="3911677418"/>
                    </a:ext>
                  </a:extLst>
                </a:gridCol>
              </a:tblGrid>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Retrieval</a:t>
                      </a:r>
                      <a:endParaRPr lang="en-AU" sz="2000" b="1"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39225217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solidFill>
                            <a:schemeClr val="accent1"/>
                          </a:solidFill>
                        </a:rPr>
                        <a:t>Total </a:t>
                      </a:r>
                      <a:r>
                        <a:rPr lang="en-AU" sz="1800" b="1" kern="1200" dirty="0">
                          <a:solidFill>
                            <a:schemeClr val="accent1"/>
                          </a:solidFill>
                          <a:effectLst/>
                          <a:latin typeface="+mn-lt"/>
                          <a:ea typeface="+mn-ea"/>
                          <a:cs typeface="+mn-cs"/>
                        </a:rPr>
                        <a:t>Requests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b="1" kern="1200" dirty="0">
                          <a:solidFill>
                            <a:schemeClr val="accent1"/>
                          </a:solidFill>
                          <a:effectLst/>
                          <a:latin typeface="+mn-lt"/>
                          <a:ea typeface="+mn-ea"/>
                          <a:cs typeface="+mn-cs"/>
                        </a:rPr>
                        <a:t>(year, month)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requestors (departments)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kern="100" dirty="0">
                          <a:effectLst/>
                          <a:latin typeface="Aptos" panose="020B0004020202020204" pitchFamily="34" charset="0"/>
                          <a:ea typeface="Aptos" panose="020B0004020202020204" pitchFamily="34" charset="0"/>
                          <a:cs typeface="Times New Roman" panose="02020603050405020304" pitchFamily="18" charset="0"/>
                        </a:rPr>
                        <a:t>(year, month)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requestors (RMs)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kern="100" dirty="0">
                          <a:effectLst/>
                          <a:latin typeface="Aptos" panose="020B0004020202020204" pitchFamily="34" charset="0"/>
                          <a:ea typeface="Aptos" panose="020B0004020202020204" pitchFamily="34" charset="0"/>
                          <a:cs typeface="Times New Roman" panose="02020603050405020304" pitchFamily="18" charset="0"/>
                        </a:rPr>
                        <a:t>(year, month)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boxes stored</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kern="100" dirty="0">
                          <a:effectLst/>
                          <a:latin typeface="Aptos" panose="020B0004020202020204" pitchFamily="34" charset="0"/>
                          <a:ea typeface="Aptos" panose="020B0004020202020204" pitchFamily="34" charset="0"/>
                          <a:cs typeface="Times New Roman" panose="02020603050405020304" pitchFamily="18" charset="0"/>
                        </a:rPr>
                        <a:t>(year, month)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a:t>
                      </a:r>
                      <a:r>
                        <a:rPr lang="en-AU" sz="1800" kern="100" dirty="0">
                          <a:effectLst/>
                        </a:rPr>
                        <a:t>number of folders stored</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kern="100" dirty="0">
                          <a:effectLst/>
                          <a:latin typeface="Aptos" panose="020B0004020202020204" pitchFamily="34" charset="0"/>
                          <a:ea typeface="Aptos" panose="020B0004020202020204" pitchFamily="34" charset="0"/>
                          <a:cs typeface="Times New Roman" panose="02020603050405020304" pitchFamily="18" charset="0"/>
                        </a:rPr>
                        <a:t>(year, month)</a:t>
                      </a:r>
                    </a:p>
                  </a:txBody>
                  <a:tcPr/>
                </a:tc>
                <a:extLst>
                  <a:ext uri="{0D108BD9-81ED-4DB2-BD59-A6C34878D82A}">
                    <a16:rowId xmlns:a16="http://schemas.microsoft.com/office/drawing/2014/main" val="1407182121"/>
                  </a:ext>
                </a:extLst>
              </a:tr>
            </a:tbl>
          </a:graphicData>
        </a:graphic>
      </p:graphicFrame>
      <p:sp>
        <p:nvSpPr>
          <p:cNvPr id="6" name="Rectangle: Rounded Corners 5">
            <a:extLst>
              <a:ext uri="{FF2B5EF4-FFF2-40B4-BE49-F238E27FC236}">
                <a16:creationId xmlns:a16="http://schemas.microsoft.com/office/drawing/2014/main" id="{99007DA3-F2F4-CD1E-EE45-23C37DB86611}"/>
              </a:ext>
            </a:extLst>
          </p:cNvPr>
          <p:cNvSpPr/>
          <p:nvPr/>
        </p:nvSpPr>
        <p:spPr>
          <a:xfrm>
            <a:off x="7437311" y="4192475"/>
            <a:ext cx="4353638" cy="2112791"/>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Include indicators for no. of retrieval requests and no. of boxes / folders retrieved month-on-month per department</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No. and list of outstanding/pending requests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No. of boxes / folders disposed</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Can room activities here update the capacity and % available storage capacity (freed up storage)? </a:t>
            </a:r>
          </a:p>
          <a:p>
            <a:pPr marL="285750" lvl="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75761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LUjSOYwFvU.Qe.85bdcHW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fBjicU3cUUW41lfan5XKOQ"/>
</p:tagLst>
</file>

<file path=ppt/theme/theme1.xml><?xml version="1.0" encoding="utf-8"?>
<a:theme xmlns:a="http://schemas.openxmlformats.org/drawingml/2006/main" name="EDRMS slide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996128d-704d-4a9a-b273-f1b0c0083f8c">
      <Value>1</Value>
    </TaxCatchAll>
    <j78542b1fffc4a1c84659474212e3133 xmlns="5996128d-704d-4a9a-b273-f1b0c0083f8c">
      <Terms xmlns="http://schemas.microsoft.com/office/infopath/2007/PartnerControls"/>
    </j78542b1fffc4a1c84659474212e3133>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B185C802E1445418CC1F15D76001F91" ma:contentTypeVersion="60" ma:contentTypeDescription="Create a new document." ma:contentTypeScope="" ma:versionID="1d1379d3919b121061b66a1d1456ebde">
  <xsd:schema xmlns:xsd="http://www.w3.org/2001/XMLSchema" xmlns:xs="http://www.w3.org/2001/XMLSchema" xmlns:p="http://schemas.microsoft.com/office/2006/metadata/properties" xmlns:ns2="5996128d-704d-4a9a-b273-f1b0c0083f8c" xmlns:ns3="0e32581f-8e79-45cd-8bd2-0ec6c28fa8bf" targetNamespace="http://schemas.microsoft.com/office/2006/metadata/properties" ma:root="true" ma:fieldsID="df6cf73d66020bc7d9ad15ea09002b62" ns2:_="" ns3:_="">
    <xsd:import namespace="5996128d-704d-4a9a-b273-f1b0c0083f8c"/>
    <xsd:import namespace="0e32581f-8e79-45cd-8bd2-0ec6c28fa8bf"/>
    <xsd:element name="properties">
      <xsd:complexType>
        <xsd:sequence>
          <xsd:element name="documentManagement">
            <xsd:complexType>
              <xsd:all>
                <xsd:element ref="ns2:TaxCatchAll" minOccurs="0"/>
                <xsd:element ref="ns2:j78542b1fffc4a1c84659474212e3133"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OC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96128d-704d-4a9a-b273-f1b0c0083f8c" elementFormDefault="qualified">
    <xsd:import namespace="http://schemas.microsoft.com/office/2006/documentManagement/types"/>
    <xsd:import namespace="http://schemas.microsoft.com/office/infopath/2007/PartnerControls"/>
    <xsd:element name="TaxCatchAll" ma:index="9" nillable="true" ma:displayName="Taxonomy Catch All Column" ma:hidden="true" ma:list="{5fae007b-328f-43c9-b43a-e0b43236efad}" ma:internalName="TaxCatchAll" ma:showField="CatchAllData" ma:web="5996128d-704d-4a9a-b273-f1b0c0083f8c">
      <xsd:complexType>
        <xsd:complexContent>
          <xsd:extension base="dms:MultiChoiceLookup">
            <xsd:sequence>
              <xsd:element name="Value" type="dms:Lookup" maxOccurs="unbounded" minOccurs="0" nillable="true"/>
            </xsd:sequence>
          </xsd:extension>
        </xsd:complexContent>
      </xsd:complexType>
    </xsd:element>
    <xsd:element name="j78542b1fffc4a1c84659474212e3133" ma:index="10" nillable="true" ma:taxonomy="true" ma:internalName="j78542b1fffc4a1c84659474212e3133" ma:taxonomyFieldName="ADBContentGroup" ma:displayName="Content Group" ma:readOnly="false" ma:fieldId="{378542b1-fffc-4a1c-8465-9474212e3133}" ma:taxonomyMulti="true" ma:sspId="115af50e-efb3-4a0e-b425-875ff625e09e" ma:termSetId="2a9ffbee-93a5-418b-bcdb-8d6817936e6b"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e32581f-8e79-45cd-8bd2-0ec6c28fa8b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2958923-3C36-4A63-9F3A-94D939C618D8}">
  <ds:schemaRefs>
    <ds:schemaRef ds:uri="http://schemas.microsoft.com/office/2006/documentManagement/types"/>
    <ds:schemaRef ds:uri="http://schemas.microsoft.com/office/infopath/2007/PartnerControls"/>
    <ds:schemaRef ds:uri="http://purl.org/dc/terms/"/>
    <ds:schemaRef ds:uri="http://purl.org/dc/elements/1.1/"/>
    <ds:schemaRef ds:uri="http://schemas.openxmlformats.org/package/2006/metadata/core-properties"/>
    <ds:schemaRef ds:uri="http://schemas.microsoft.com/office/2006/metadata/properties"/>
    <ds:schemaRef ds:uri="http://purl.org/dc/dcmitype/"/>
    <ds:schemaRef ds:uri="http://www.w3.org/XML/1998/namespace"/>
    <ds:schemaRef ds:uri="0e32581f-8e79-45cd-8bd2-0ec6c28fa8bf"/>
    <ds:schemaRef ds:uri="5996128d-704d-4a9a-b273-f1b0c0083f8c"/>
  </ds:schemaRefs>
</ds:datastoreItem>
</file>

<file path=customXml/itemProps2.xml><?xml version="1.0" encoding="utf-8"?>
<ds:datastoreItem xmlns:ds="http://schemas.openxmlformats.org/officeDocument/2006/customXml" ds:itemID="{9E0EE42C-BA06-492A-9A99-6A22918D58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96128d-704d-4a9a-b273-f1b0c0083f8c"/>
    <ds:schemaRef ds:uri="0e32581f-8e79-45cd-8bd2-0ec6c28fa8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2F61D02-7138-47CC-A8F4-04D03EB081A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ITD Template 2025 May</Template>
  <TotalTime>6300</TotalTime>
  <Words>5728</Words>
  <Application>Microsoft Office PowerPoint</Application>
  <PresentationFormat>Widescreen</PresentationFormat>
  <Paragraphs>1278</Paragraphs>
  <Slides>69</Slides>
  <Notes>5</Notes>
  <HiddenSlides>0</HiddenSlides>
  <MMClips>0</MMClips>
  <ScaleCrop>false</ScaleCrop>
  <HeadingPairs>
    <vt:vector size="4" baseType="variant">
      <vt:variant>
        <vt:lpstr>Theme</vt:lpstr>
      </vt:variant>
      <vt:variant>
        <vt:i4>1</vt:i4>
      </vt:variant>
      <vt:variant>
        <vt:lpstr>Slide Titles</vt:lpstr>
      </vt:variant>
      <vt:variant>
        <vt:i4>69</vt:i4>
      </vt:variant>
    </vt:vector>
  </HeadingPairs>
  <TitlesOfParts>
    <vt:vector size="70" baseType="lpstr">
      <vt:lpstr>EDRMS slide template</vt:lpstr>
      <vt:lpstr>EDRMS Dashboard</vt:lpstr>
      <vt:lpstr>Objective</vt:lpstr>
      <vt:lpstr>Audience</vt:lpstr>
      <vt:lpstr>Overview – top panel</vt:lpstr>
      <vt:lpstr>Overview – Total created sites</vt:lpstr>
      <vt:lpstr>Overview - Compare</vt:lpstr>
      <vt:lpstr>Overview – Site rollout</vt:lpstr>
      <vt:lpstr>Overview – Active users per site</vt:lpstr>
      <vt:lpstr>Records management dashboard</vt:lpstr>
      <vt:lpstr>Records management dashboard</vt:lpstr>
      <vt:lpstr>Migration dashboard</vt:lpstr>
      <vt:lpstr>Content volume dashboard</vt:lpstr>
      <vt:lpstr>EDRMS insights dashboard key views (using linked data)</vt:lpstr>
      <vt:lpstr>PowerPoint Presentation</vt:lpstr>
      <vt:lpstr>EDRMS Bank-wide oversights</vt:lpstr>
      <vt:lpstr>EDRMS Bank-wide oversights</vt:lpstr>
      <vt:lpstr>EDRMS Bank-wide oversights</vt:lpstr>
      <vt:lpstr>EDRMS Bank-wide oversights</vt:lpstr>
      <vt:lpstr>EDRMS Department insights</vt:lpstr>
      <vt:lpstr>EDRMS Department insights</vt:lpstr>
      <vt:lpstr>EDRMS Department insights</vt:lpstr>
      <vt:lpstr>EDRMS Department insights</vt:lpstr>
      <vt:lpstr>EDRMS Department insights</vt:lpstr>
      <vt:lpstr>EDRMS Department insights</vt:lpstr>
      <vt:lpstr>EDRMS Department insights</vt:lpstr>
      <vt:lpstr>EDRMS Department insights</vt:lpstr>
      <vt:lpstr>EDRMS Department insights</vt:lpstr>
      <vt:lpstr>EDRMS Department insights</vt:lpstr>
      <vt:lpstr>EDRMS Institutional File Plan insights</vt:lpstr>
      <vt:lpstr>EDRMS Institutional File Plan insights</vt:lpstr>
      <vt:lpstr>EDRMS Institutional File Plan insights</vt:lpstr>
      <vt:lpstr>EDRMS Retention and disposal insights</vt:lpstr>
      <vt:lpstr>Records and archives holdings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Asian Development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Cristina Dela Pena</dc:creator>
  <cp:lastModifiedBy>Kylee Williamson</cp:lastModifiedBy>
  <cp:revision>15</cp:revision>
  <dcterms:created xsi:type="dcterms:W3CDTF">2025-08-25T11:22:49Z</dcterms:created>
  <dcterms:modified xsi:type="dcterms:W3CDTF">2026-08-13T05:22:37Z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0x0101002B185C802E1445418CC1F15D76001F91</vt:lpwstr>
  </property>
  <property fmtid="{D5CDD505-2E9C-101B-9397-08002B2CF9AE}" pid="3" name="ClassificationContentMarkingFooterLocations">
    <vt:lpwstr>Office Theme:8</vt:lpwstr>
  </property>
  <property fmtid="{D5CDD505-2E9C-101B-9397-08002B2CF9AE}" pid="4" name="ClassificationContentMarkingFooterText">
    <vt:lpwstr>INTERNAL. This information is accessible to ADB Management and staff. It may be shared outside ADB with appropriate permission.</vt:lpwstr>
  </property>
  <property fmtid="{D5CDD505-2E9C-101B-9397-08002B2CF9AE}" pid="5" name="MediaServiceImageTags">
    <vt:lpwstr/>
  </property>
  <property fmtid="{D5CDD505-2E9C-101B-9397-08002B2CF9AE}" pid="6" name="h00e4aaaf4624e24a7df7f06faa038c6">
    <vt:lpwstr>English|16ac8743-31bb-43f8-9a73-533a041667d6</vt:lpwstr>
  </property>
  <property fmtid="{D5CDD505-2E9C-101B-9397-08002B2CF9AE}" pid="7" name="ADBSector">
    <vt:lpwstr/>
  </property>
  <property fmtid="{D5CDD505-2E9C-101B-9397-08002B2CF9AE}" pid="8" name="ADBDocumentLanguage">
    <vt:lpwstr>1;#English|16ac8743-31bb-43f8-9a73-533a041667d6</vt:lpwstr>
  </property>
  <property fmtid="{D5CDD505-2E9C-101B-9397-08002B2CF9AE}" pid="9" name="ADBDocumentType">
    <vt:lpwstr/>
  </property>
  <property fmtid="{D5CDD505-2E9C-101B-9397-08002B2CF9AE}" pid="10" name="ADBDepartmentOwner">
    <vt:lpwstr/>
  </property>
  <property fmtid="{D5CDD505-2E9C-101B-9397-08002B2CF9AE}" pid="11" name="p030e467f78f45b4ae8f7e2c17ea4d82">
    <vt:lpwstr/>
  </property>
  <property fmtid="{D5CDD505-2E9C-101B-9397-08002B2CF9AE}" pid="12" name="k985dbdc596c44d7acaf8184f33920f0">
    <vt:lpwstr/>
  </property>
  <property fmtid="{D5CDD505-2E9C-101B-9397-08002B2CF9AE}" pid="13" name="a37ff23a602146d4934a49238d370ca5">
    <vt:lpwstr/>
  </property>
  <property fmtid="{D5CDD505-2E9C-101B-9397-08002B2CF9AE}" pid="14" name="ia017ac09b1942648b563fe0b2b14d52">
    <vt:lpwstr/>
  </property>
  <property fmtid="{D5CDD505-2E9C-101B-9397-08002B2CF9AE}" pid="15" name="ADBCountry">
    <vt:lpwstr/>
  </property>
  <property fmtid="{D5CDD505-2E9C-101B-9397-08002B2CF9AE}" pid="16" name="d61536b25a8a4fedb48bb564279be82a">
    <vt:lpwstr/>
  </property>
  <property fmtid="{D5CDD505-2E9C-101B-9397-08002B2CF9AE}" pid="17" name="ADBContentGroup">
    <vt:lpwstr/>
  </property>
  <property fmtid="{D5CDD505-2E9C-101B-9397-08002B2CF9AE}" pid="18" name="ADBDivision">
    <vt:lpwstr/>
  </property>
  <property fmtid="{D5CDD505-2E9C-101B-9397-08002B2CF9AE}" pid="19" name="ADBDocumentSecurity">
    <vt:lpwstr/>
  </property>
  <property fmtid="{D5CDD505-2E9C-101B-9397-08002B2CF9AE}" pid="20" name="d01a0ce1b141461dbfb235a3ab729a2c">
    <vt:lpwstr/>
  </property>
  <property fmtid="{D5CDD505-2E9C-101B-9397-08002B2CF9AE}" pid="21" name="ArticulateGUID">
    <vt:lpwstr>98C0F5A6-6380-4D9A-A518-CEB2D3DB6BE3</vt:lpwstr>
  </property>
  <property fmtid="{D5CDD505-2E9C-101B-9397-08002B2CF9AE}" pid="22" name="ArticulatePath">
    <vt:lpwstr>https://asiandevbank.sharepoint.com/teams/grp_itd_change-comms-capability/Docs/Branding and Templates/ITD Template</vt:lpwstr>
  </property>
  <property fmtid="{D5CDD505-2E9C-101B-9397-08002B2CF9AE}" pid="23" name="MSIP_Label_817d4574-7375-4d17-b29c-6e4c6df0fcb0_Enabled">
    <vt:lpwstr>true</vt:lpwstr>
  </property>
  <property fmtid="{D5CDD505-2E9C-101B-9397-08002B2CF9AE}" pid="24" name="MSIP_Label_817d4574-7375-4d17-b29c-6e4c6df0fcb0_SetDate">
    <vt:lpwstr>2025-05-14T05:48:46Z</vt:lpwstr>
  </property>
  <property fmtid="{D5CDD505-2E9C-101B-9397-08002B2CF9AE}" pid="25" name="MSIP_Label_817d4574-7375-4d17-b29c-6e4c6df0fcb0_Method">
    <vt:lpwstr>Privileged</vt:lpwstr>
  </property>
  <property fmtid="{D5CDD505-2E9C-101B-9397-08002B2CF9AE}" pid="26" name="MSIP_Label_817d4574-7375-4d17-b29c-6e4c6df0fcb0_Name">
    <vt:lpwstr>ADB Internal</vt:lpwstr>
  </property>
  <property fmtid="{D5CDD505-2E9C-101B-9397-08002B2CF9AE}" pid="27" name="MSIP_Label_817d4574-7375-4d17-b29c-6e4c6df0fcb0_SiteId">
    <vt:lpwstr>9495d6bb-41c2-4c58-848f-92e52cf3d640</vt:lpwstr>
  </property>
  <property fmtid="{D5CDD505-2E9C-101B-9397-08002B2CF9AE}" pid="28" name="MSIP_Label_817d4574-7375-4d17-b29c-6e4c6df0fcb0_ActionId">
    <vt:lpwstr>76fc5473-5ead-4b09-833c-09bb204bb696</vt:lpwstr>
  </property>
  <property fmtid="{D5CDD505-2E9C-101B-9397-08002B2CF9AE}" pid="29" name="MSIP_Label_817d4574-7375-4d17-b29c-6e4c6df0fcb0_ContentBits">
    <vt:lpwstr>2</vt:lpwstr>
  </property>
  <property fmtid="{D5CDD505-2E9C-101B-9397-08002B2CF9AE}" pid="30" name="MSIP_Label_817d4574-7375-4d17-b29c-6e4c6df0fcb0_Tag">
    <vt:lpwstr>50, 0, 1, 1</vt:lpwstr>
  </property>
</Properties>
</file>